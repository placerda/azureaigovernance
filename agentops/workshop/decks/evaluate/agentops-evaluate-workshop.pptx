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13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FF6AA-DD25-237D-8835-E673C93E2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667534-F1E5-9614-3E58-7788A8A0F2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57ADD7-4325-18AF-F5E3-B98BE5FD8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FAB83-4230-451F-961B-FD1145EF398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B99048-5049-F6DE-DA81-B5B4CD06C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013CA9-70B7-AD98-65BE-F14311E86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45A40-146F-451E-B23E-C59FF0DA0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568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BE575-C724-45FB-152C-A74EE38EE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F12F0-FF3E-BADE-A8EC-35CCEDAED1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132BA-B92C-1087-8FB7-BB5ED1A35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FAB83-4230-451F-961B-FD1145EF398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88D82-68B2-EAA8-D443-560C5137B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9737F5-7A3C-2045-EE5A-5122B1425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45A40-146F-451E-B23E-C59FF0DA0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318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D2C43-C138-7CBF-09E4-F1896DBF9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F5392F-A1CE-DC90-7971-F54F5A19C9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88D3F-0CB3-6102-68E4-847A087DD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FAB83-4230-451F-961B-FD1145EF398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A000B1-D52D-0D02-6177-37A8A559A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16656-B43A-5811-9363-BB7EBCA78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45A40-146F-451E-B23E-C59FF0DA0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154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0708D-489C-EF60-4203-90CB23F6C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984D38-15B5-5041-0BFC-0D558211C8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6A49EB-AA3D-F8BC-8750-5D77647680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6F0C48-EF19-9CCE-9111-F777F4948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FAB83-4230-451F-961B-FD1145EF398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1DCC67-9EF1-935D-BAA9-397860452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E6CA0-BAB6-24FE-0E11-3EF6036F3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45A40-146F-451E-B23E-C59FF0DA0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091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11126-9466-AE50-9B73-0646DA090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3D1FBD-E692-4A0A-055B-11EA15C2C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031E67-A8DB-67F3-952A-C711C1FE1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7BC888-4F71-CD44-AB73-DF0D06797C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C4FC52-DEE1-5152-A673-223F987AC5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99FB2-BE03-A9D3-11F1-9CF338EF8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FAB83-4230-451F-961B-FD1145EF398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DA02D3-E06C-66D4-7F4B-15B53306D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B08A2B-3086-300D-8A8E-D42951152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45A40-146F-451E-B23E-C59FF0DA0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890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BEE65-AF09-E42F-04A2-1B780B91C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644368-DD46-C867-1764-6EFAAC097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FAB83-4230-451F-961B-FD1145EF398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DBF17D-9248-6033-CFA0-E17C974CD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D6C41-50FB-6E1B-D181-0EE6A761E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45A40-146F-451E-B23E-C59FF0DA0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682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2536D4-E242-2A1E-4DE9-FE504E860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FAB83-4230-451F-961B-FD1145EF398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5F4F1A-7C48-72D0-DB9F-89A41D803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42072B-EC97-48E4-2FEB-C22841F9D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45A40-146F-451E-B23E-C59FF0DA0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125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9D339-03F6-6E7F-1AC2-9B1B03508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43D99-EDE0-D2A1-3FAB-CFBBCDA03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559872-6DFF-90E0-11C1-FED31E980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BBB6BE-14B4-167F-7EC7-4ACB413F1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FAB83-4230-451F-961B-FD1145EF398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7EBA5C-6F20-E3AF-27DE-39048054C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9703C7-7E61-82AA-313C-DBD5DF470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45A40-146F-451E-B23E-C59FF0DA0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735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25672-90DC-E8AC-0947-665FECEBA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694BA9-3414-7F9C-3776-7B7C145680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D9D98D-4252-FF42-40B7-E6AB3BABB2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FAC968-975E-09D1-E5B0-9949B7B9F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FAB83-4230-451F-961B-FD1145EF398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DB63C-898B-9F72-2756-260C842AB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2BE37C-3D28-2A96-383C-91A104624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45A40-146F-451E-B23E-C59FF0DA0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254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C828-80F3-0EC4-2A7C-9E4AD6D70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D82DEF-D46A-6BA1-C9F0-C2FB48BC2C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305E8-F1A2-3776-CD9A-DC1361B47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FAB83-4230-451F-961B-FD1145EF398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B646D-C7BF-4B2E-AF80-A3199C2F3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9EE5DB-6E51-C1C1-B978-086F93DF0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45A40-146F-451E-B23E-C59FF0DA0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384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BD3CE2-7497-A828-82BA-633C6DDDE0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F1969A-2B54-83A6-17B3-8FA30CA4F1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5D868E-F1BB-E1E1-BFDD-2956DCD6E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FAB83-4230-451F-961B-FD1145EF398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C255B-1A48-23A3-BE07-DD09D5C02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AE03C2-E23B-6BBA-912F-A3B46E614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45A40-146F-451E-B23E-C59FF0DA0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734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D69E67-31E7-C8AC-D074-EAB1D43B3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7D7B4-CF2D-E0F1-20B0-59DE752418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626D8A-EAE0-9F88-CE22-A91ABF4847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0FAB83-4230-451F-961B-FD1145EF3980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2EE46F-1F82-3514-67D7-4116BB410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ECAA37-B578-A993-7E12-3322E8F91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745A40-146F-451E-B23E-C59FF0DA0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33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4864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Paulo Lacerda</dc:creator>
  <cp:lastModifiedBy>Paulo Lacerda</cp:lastModifiedBy>
  <cp:revision>1</cp:revision>
  <dcterms:created xsi:type="dcterms:W3CDTF">2026-09-02T14:16:23Z</dcterms:created>
  <dcterms:modified xsi:type="dcterms:W3CDTF">2026-09-02T14:16:23Z</dcterms:modified>
</cp:coreProperties>
</file>