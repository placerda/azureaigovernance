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100" r:id="rId45"/>
    <p:sldMasterId id="2147484132" r:id="rId46"/>
  </p:sldMasterIdLst>
  <p:notesMasterIdLst>
    <p:notesMasterId r:id="rId67"/>
  </p:notesMasterIdLst>
  <p:sldIdLst>
    <p:sldId id="256" r:id="rId47"/>
    <p:sldId id="257" r:id="rId48"/>
    <p:sldId id="258" r:id="rId49"/>
    <p:sldId id="259" r:id="rId50"/>
    <p:sldId id="260" r:id="rId51"/>
    <p:sldId id="261" r:id="rId52"/>
    <p:sldId id="262" r:id="rId53"/>
    <p:sldId id="263" r:id="rId54"/>
    <p:sldId id="264" r:id="rId55"/>
    <p:sldId id="265" r:id="rId56"/>
    <p:sldId id="266" r:id="rId57"/>
    <p:sldId id="267" r:id="rId58"/>
    <p:sldId id="268" r:id="rId59"/>
    <p:sldId id="269" r:id="rId60"/>
    <p:sldId id="270" r:id="rId61"/>
    <p:sldId id="271" r:id="rId62"/>
    <p:sldId id="272" r:id="rId63"/>
    <p:sldId id="273" r:id="rId64"/>
    <p:sldId id="274" r:id="rId65"/>
    <p:sldId id="275" r:id="rId66"/>
  </p:sldIdLst>
  <p:sldSz cx="12192000" cy="6858000"/>
  <p:notesSz cx="6858000" cy="9144000"/>
  <p:custDataLst>
    <p:tags r:id="rId6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DA2A6E70-A1C8-B815-B98D-0253A4F2A9D8}" name="Ethan Jones" initials="EJ" userId="S::jonesethan@microsoft.com::e6ff1493-1813-43d3-b3de-17ffaf0b96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D3D3D3"/>
    <a:srgbClr val="6089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551AB0-1648-4ED1-955D-C27DC14D4A14}" v="60" dt="2026-05-28T11:35:09.117"/>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59" autoAdjust="0"/>
  </p:normalViewPr>
  <p:slideViewPr>
    <p:cSldViewPr snapToGrid="0">
      <p:cViewPr varScale="1">
        <p:scale>
          <a:sx n="71" d="100"/>
          <a:sy n="71" d="100"/>
        </p:scale>
        <p:origin x="64" y="3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1.xml"/><Relationship Id="rId63" Type="http://schemas.openxmlformats.org/officeDocument/2006/relationships/slide" Target="slides/slide17.xml"/><Relationship Id="rId6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slideMaster" Target="slideMasters/slideMaster2.xml"/><Relationship Id="rId53" Type="http://schemas.openxmlformats.org/officeDocument/2006/relationships/slide" Target="slides/slide7.xml"/><Relationship Id="rId58" Type="http://schemas.openxmlformats.org/officeDocument/2006/relationships/slide" Target="slides/slide12.xml"/><Relationship Id="rId66" Type="http://schemas.openxmlformats.org/officeDocument/2006/relationships/slide" Target="slides/slide20.xml"/><Relationship Id="rId74" Type="http://schemas.microsoft.com/office/2016/11/relationships/changesInfo" Target="changesInfos/changesInfo1.xml"/><Relationship Id="rId5" Type="http://schemas.openxmlformats.org/officeDocument/2006/relationships/customXml" Target="../customXml/item5.xml"/><Relationship Id="rId61" Type="http://schemas.openxmlformats.org/officeDocument/2006/relationships/slide" Target="slides/slide1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2.xml"/><Relationship Id="rId56" Type="http://schemas.openxmlformats.org/officeDocument/2006/relationships/slide" Target="slides/slide10.xml"/><Relationship Id="rId64" Type="http://schemas.openxmlformats.org/officeDocument/2006/relationships/slide" Target="slides/slide18.xml"/><Relationship Id="rId69" Type="http://schemas.openxmlformats.org/officeDocument/2006/relationships/commentAuthors" Target="commentAuthors.xml"/><Relationship Id="rId8" Type="http://schemas.openxmlformats.org/officeDocument/2006/relationships/customXml" Target="../customXml/item8.xml"/><Relationship Id="rId51" Type="http://schemas.openxmlformats.org/officeDocument/2006/relationships/slide" Target="slides/slide5.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Master" Target="slideMasters/slideMaster3.xml"/><Relationship Id="rId59" Type="http://schemas.openxmlformats.org/officeDocument/2006/relationships/slide" Target="slides/slide13.xml"/><Relationship Id="rId67"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8.xml"/><Relationship Id="rId62" Type="http://schemas.openxmlformats.org/officeDocument/2006/relationships/slide" Target="slides/slide16.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3.xml"/><Relationship Id="rId57" Type="http://schemas.openxmlformats.org/officeDocument/2006/relationships/slide" Target="slides/slide1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Master" Target="slideMasters/slideMaster1.xml"/><Relationship Id="rId52" Type="http://schemas.openxmlformats.org/officeDocument/2006/relationships/slide" Target="slides/slide6.xml"/><Relationship Id="rId60" Type="http://schemas.openxmlformats.org/officeDocument/2006/relationships/slide" Target="slides/slide14.xml"/><Relationship Id="rId65" Type="http://schemas.openxmlformats.org/officeDocument/2006/relationships/slide" Target="slides/slide19.xml"/><Relationship Id="rId73"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4.xml"/><Relationship Id="rId55" Type="http://schemas.openxmlformats.org/officeDocument/2006/relationships/slide" Target="slides/slide9.xml"/><Relationship Id="rId76" Type="http://schemas.microsoft.com/office/2018/10/relationships/authors" Target="authors.xml"/><Relationship Id="rId7" Type="http://schemas.openxmlformats.org/officeDocument/2006/relationships/customXml" Target="../customXml/item7.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riti Mehta" userId="0c901562-3821-4879-abc2-7521cf2ab412" providerId="ADAL" clId="{144A11F9-5BB9-40A3-A970-33EF68ACAA95}"/>
    <pc:docChg chg="addSld delSld modSld sldOrd">
      <pc:chgData name="Akriti Mehta" userId="0c901562-3821-4879-abc2-7521cf2ab412" providerId="ADAL" clId="{144A11F9-5BB9-40A3-A970-33EF68ACAA95}" dt="2026-05-28T11:35:47.362" v="60"/>
      <pc:docMkLst>
        <pc:docMk/>
      </pc:docMkLst>
      <pc:sldChg chg="modSp">
        <pc:chgData name="Akriti Mehta" userId="0c901562-3821-4879-abc2-7521cf2ab412" providerId="ADAL" clId="{144A11F9-5BB9-40A3-A970-33EF68ACAA95}" dt="2026-05-28T10:06:42.010" v="2"/>
        <pc:sldMkLst>
          <pc:docMk/>
          <pc:sldMk cId="0" sldId="256"/>
        </pc:sldMkLst>
        <pc:spChg chg="mod">
          <ac:chgData name="Akriti Mehta" userId="0c901562-3821-4879-abc2-7521cf2ab412" providerId="ADAL" clId="{144A11F9-5BB9-40A3-A970-33EF68ACAA95}" dt="2026-05-28T10:06:42.010" v="2"/>
          <ac:spMkLst>
            <pc:docMk/>
            <pc:sldMk cId="0" sldId="256"/>
            <ac:spMk id="2" creationId="{00000000-0000-0000-0000-000000000000}"/>
          </ac:spMkLst>
        </pc:spChg>
      </pc:sldChg>
      <pc:sldChg chg="modSp ord">
        <pc:chgData name="Akriti Mehta" userId="0c901562-3821-4879-abc2-7521cf2ab412" providerId="ADAL" clId="{144A11F9-5BB9-40A3-A970-33EF68ACAA95}" dt="2026-05-28T11:08:50.168" v="46"/>
        <pc:sldMkLst>
          <pc:docMk/>
          <pc:sldMk cId="4104262183" sldId="258"/>
        </pc:sldMkLst>
        <pc:spChg chg="mod">
          <ac:chgData name="Akriti Mehta" userId="0c901562-3821-4879-abc2-7521cf2ab412" providerId="ADAL" clId="{144A11F9-5BB9-40A3-A970-33EF68ACAA95}" dt="2026-05-28T10:11:44.675" v="6"/>
          <ac:spMkLst>
            <pc:docMk/>
            <pc:sldMk cId="4104262183" sldId="258"/>
            <ac:spMk id="3" creationId="{7F3F4468-0455-F2E3-181D-8A9F60A5CDE0}"/>
          </ac:spMkLst>
        </pc:spChg>
      </pc:sldChg>
      <pc:sldChg chg="modSp">
        <pc:chgData name="Akriti Mehta" userId="0c901562-3821-4879-abc2-7521cf2ab412" providerId="ADAL" clId="{144A11F9-5BB9-40A3-A970-33EF68ACAA95}" dt="2026-05-28T10:16:43.094" v="16"/>
        <pc:sldMkLst>
          <pc:docMk/>
          <pc:sldMk cId="1611659020" sldId="259"/>
        </pc:sldMkLst>
        <pc:spChg chg="mod">
          <ac:chgData name="Akriti Mehta" userId="0c901562-3821-4879-abc2-7521cf2ab412" providerId="ADAL" clId="{144A11F9-5BB9-40A3-A970-33EF68ACAA95}" dt="2026-05-28T10:16:43.094" v="16"/>
          <ac:spMkLst>
            <pc:docMk/>
            <pc:sldMk cId="1611659020" sldId="259"/>
            <ac:spMk id="3" creationId="{00000000-0000-0000-0000-000000000000}"/>
          </ac:spMkLst>
        </pc:spChg>
      </pc:sldChg>
      <pc:sldChg chg="addSp modSp ord">
        <pc:chgData name="Akriti Mehta" userId="0c901562-3821-4879-abc2-7521cf2ab412" providerId="ADAL" clId="{144A11F9-5BB9-40A3-A970-33EF68ACAA95}" dt="2026-05-28T10:16:59.413" v="17"/>
        <pc:sldMkLst>
          <pc:docMk/>
          <pc:sldMk cId="4284107938" sldId="264"/>
        </pc:sldMkLst>
        <pc:spChg chg="mod">
          <ac:chgData name="Akriti Mehta" userId="0c901562-3821-4879-abc2-7521cf2ab412" providerId="ADAL" clId="{144A11F9-5BB9-40A3-A970-33EF68ACAA95}" dt="2026-05-28T10:12:14.221" v="7"/>
          <ac:spMkLst>
            <pc:docMk/>
            <pc:sldMk cId="4284107938" sldId="264"/>
            <ac:spMk id="3" creationId="{C28AE01E-01A1-386A-048F-DB8B4CDA7F83}"/>
          </ac:spMkLst>
        </pc:spChg>
        <pc:graphicFrameChg chg="add mod">
          <ac:chgData name="Akriti Mehta" userId="0c901562-3821-4879-abc2-7521cf2ab412" providerId="ADAL" clId="{144A11F9-5BB9-40A3-A970-33EF68ACAA95}" dt="2026-05-28T10:12:39.074" v="8"/>
          <ac:graphicFrameMkLst>
            <pc:docMk/>
            <pc:sldMk cId="4284107938" sldId="264"/>
            <ac:graphicFrameMk id="8" creationId="{4335AAF2-AE52-9F36-91FB-4C24E10F1E3D}"/>
          </ac:graphicFrameMkLst>
        </pc:graphicFrameChg>
      </pc:sldChg>
      <pc:sldChg chg="addSp modSp">
        <pc:chgData name="Akriti Mehta" userId="0c901562-3821-4879-abc2-7521cf2ab412" providerId="ADAL" clId="{144A11F9-5BB9-40A3-A970-33EF68ACAA95}" dt="2026-05-28T11:13:05.596" v="49"/>
        <pc:sldMkLst>
          <pc:docMk/>
          <pc:sldMk cId="1311960101" sldId="265"/>
        </pc:sldMkLst>
        <pc:spChg chg="add">
          <ac:chgData name="Akriti Mehta" userId="0c901562-3821-4879-abc2-7521cf2ab412" providerId="ADAL" clId="{144A11F9-5BB9-40A3-A970-33EF68ACAA95}" dt="2026-05-28T11:13:05.596" v="49"/>
          <ac:spMkLst>
            <pc:docMk/>
            <pc:sldMk cId="1311960101" sldId="265"/>
            <ac:spMk id="6" creationId="{BB3A7B43-7064-0511-6DD9-C3E7F6B71C9E}"/>
          </ac:spMkLst>
        </pc:spChg>
        <pc:graphicFrameChg chg="add mod">
          <ac:chgData name="Akriti Mehta" userId="0c901562-3821-4879-abc2-7521cf2ab412" providerId="ADAL" clId="{144A11F9-5BB9-40A3-A970-33EF68ACAA95}" dt="2026-05-28T11:13:05.596" v="49"/>
          <ac:graphicFrameMkLst>
            <pc:docMk/>
            <pc:sldMk cId="1311960101" sldId="265"/>
            <ac:graphicFrameMk id="4" creationId="{E9102709-5DF3-AA39-4162-A770D00029C6}"/>
          </ac:graphicFrameMkLst>
        </pc:graphicFrameChg>
      </pc:sldChg>
      <pc:sldChg chg="addSp modSp">
        <pc:chgData name="Akriti Mehta" userId="0c901562-3821-4879-abc2-7521cf2ab412" providerId="ADAL" clId="{144A11F9-5BB9-40A3-A970-33EF68ACAA95}" dt="2026-05-28T11:07:25.237" v="42"/>
        <pc:sldMkLst>
          <pc:docMk/>
          <pc:sldMk cId="3124396354" sldId="265"/>
        </pc:sldMkLst>
        <pc:spChg chg="add">
          <ac:chgData name="Akriti Mehta" userId="0c901562-3821-4879-abc2-7521cf2ab412" providerId="ADAL" clId="{144A11F9-5BB9-40A3-A970-33EF68ACAA95}" dt="2026-05-28T11:07:25.237" v="42"/>
          <ac:spMkLst>
            <pc:docMk/>
            <pc:sldMk cId="3124396354" sldId="265"/>
            <ac:spMk id="6" creationId="{487E4242-4D7B-E7B9-7D51-B4ABC571BABB}"/>
          </ac:spMkLst>
        </pc:spChg>
        <pc:graphicFrameChg chg="add mod">
          <ac:chgData name="Akriti Mehta" userId="0c901562-3821-4879-abc2-7521cf2ab412" providerId="ADAL" clId="{144A11F9-5BB9-40A3-A970-33EF68ACAA95}" dt="2026-05-28T11:07:25.237" v="42"/>
          <ac:graphicFrameMkLst>
            <pc:docMk/>
            <pc:sldMk cId="3124396354" sldId="265"/>
            <ac:graphicFrameMk id="4" creationId="{A8A726FD-8751-24DC-E572-8D13BA19D2D9}"/>
          </ac:graphicFrameMkLst>
        </pc:graphicFrameChg>
      </pc:sldChg>
      <pc:sldChg chg="add del">
        <pc:chgData name="Akriti Mehta" userId="0c901562-3821-4879-abc2-7521cf2ab412" providerId="ADAL" clId="{144A11F9-5BB9-40A3-A970-33EF68ACAA95}" dt="2026-05-28T11:32:27.714" v="57"/>
        <pc:sldMkLst>
          <pc:docMk/>
          <pc:sldMk cId="4182681290" sldId="265"/>
        </pc:sldMkLst>
      </pc:sldChg>
      <pc:sldChg chg="addSp modSp">
        <pc:chgData name="Akriti Mehta" userId="0c901562-3821-4879-abc2-7521cf2ab412" providerId="ADAL" clId="{144A11F9-5BB9-40A3-A970-33EF68ACAA95}" dt="2026-05-28T11:07:40.758" v="43"/>
        <pc:sldMkLst>
          <pc:docMk/>
          <pc:sldMk cId="4706918" sldId="266"/>
        </pc:sldMkLst>
        <pc:spChg chg="add">
          <ac:chgData name="Akriti Mehta" userId="0c901562-3821-4879-abc2-7521cf2ab412" providerId="ADAL" clId="{144A11F9-5BB9-40A3-A970-33EF68ACAA95}" dt="2026-05-28T11:07:40.758" v="43"/>
          <ac:spMkLst>
            <pc:docMk/>
            <pc:sldMk cId="4706918" sldId="266"/>
            <ac:spMk id="6" creationId="{EDDA5D0E-E33C-483C-CCBA-2A35582FC620}"/>
          </ac:spMkLst>
        </pc:spChg>
        <pc:graphicFrameChg chg="add mod">
          <ac:chgData name="Akriti Mehta" userId="0c901562-3821-4879-abc2-7521cf2ab412" providerId="ADAL" clId="{144A11F9-5BB9-40A3-A970-33EF68ACAA95}" dt="2026-05-28T11:07:40.758" v="43"/>
          <ac:graphicFrameMkLst>
            <pc:docMk/>
            <pc:sldMk cId="4706918" sldId="266"/>
            <ac:graphicFrameMk id="4" creationId="{70FFADE4-08E4-A408-C8DC-0143D1F56C35}"/>
          </ac:graphicFrameMkLst>
        </pc:graphicFrameChg>
      </pc:sldChg>
      <pc:sldChg chg="addSp modSp">
        <pc:chgData name="Akriti Mehta" userId="0c901562-3821-4879-abc2-7521cf2ab412" providerId="ADAL" clId="{144A11F9-5BB9-40A3-A970-33EF68ACAA95}" dt="2026-05-28T11:14:27.256" v="50"/>
        <pc:sldMkLst>
          <pc:docMk/>
          <pc:sldMk cId="3260119901" sldId="266"/>
        </pc:sldMkLst>
        <pc:spChg chg="add">
          <ac:chgData name="Akriti Mehta" userId="0c901562-3821-4879-abc2-7521cf2ab412" providerId="ADAL" clId="{144A11F9-5BB9-40A3-A970-33EF68ACAA95}" dt="2026-05-28T11:14:27.256" v="50"/>
          <ac:spMkLst>
            <pc:docMk/>
            <pc:sldMk cId="3260119901" sldId="266"/>
            <ac:spMk id="6" creationId="{162FF1F4-C317-E201-181F-3045FC95054D}"/>
          </ac:spMkLst>
        </pc:spChg>
        <pc:graphicFrameChg chg="add mod">
          <ac:chgData name="Akriti Mehta" userId="0c901562-3821-4879-abc2-7521cf2ab412" providerId="ADAL" clId="{144A11F9-5BB9-40A3-A970-33EF68ACAA95}" dt="2026-05-28T11:14:27.256" v="50"/>
          <ac:graphicFrameMkLst>
            <pc:docMk/>
            <pc:sldMk cId="3260119901" sldId="266"/>
            <ac:graphicFrameMk id="4" creationId="{6FF911B6-38A0-B0C9-BB18-42DA8AD55EF0}"/>
          </ac:graphicFrameMkLst>
        </pc:graphicFrameChg>
      </pc:sldChg>
      <pc:sldChg chg="addSp modSp">
        <pc:chgData name="Akriti Mehta" userId="0c901562-3821-4879-abc2-7521cf2ab412" providerId="ADAL" clId="{144A11F9-5BB9-40A3-A970-33EF68ACAA95}" dt="2026-05-28T11:14:54.818" v="51"/>
        <pc:sldMkLst>
          <pc:docMk/>
          <pc:sldMk cId="3227323544" sldId="267"/>
        </pc:sldMkLst>
        <pc:spChg chg="add">
          <ac:chgData name="Akriti Mehta" userId="0c901562-3821-4879-abc2-7521cf2ab412" providerId="ADAL" clId="{144A11F9-5BB9-40A3-A970-33EF68ACAA95}" dt="2026-05-28T11:14:54.818" v="51"/>
          <ac:spMkLst>
            <pc:docMk/>
            <pc:sldMk cId="3227323544" sldId="267"/>
            <ac:spMk id="6" creationId="{399AC51A-4495-1204-B1F8-1622503AFBC5}"/>
          </ac:spMkLst>
        </pc:spChg>
        <pc:graphicFrameChg chg="add mod">
          <ac:chgData name="Akriti Mehta" userId="0c901562-3821-4879-abc2-7521cf2ab412" providerId="ADAL" clId="{144A11F9-5BB9-40A3-A970-33EF68ACAA95}" dt="2026-05-28T11:14:54.818" v="51"/>
          <ac:graphicFrameMkLst>
            <pc:docMk/>
            <pc:sldMk cId="3227323544" sldId="267"/>
            <ac:graphicFrameMk id="4" creationId="{36DD0982-B239-75C8-A350-91CF94039F7A}"/>
          </ac:graphicFrameMkLst>
        </pc:graphicFrameChg>
      </pc:sldChg>
      <pc:sldChg chg="addSp modSp">
        <pc:chgData name="Akriti Mehta" userId="0c901562-3821-4879-abc2-7521cf2ab412" providerId="ADAL" clId="{144A11F9-5BB9-40A3-A970-33EF68ACAA95}" dt="2026-05-28T11:07:54.928" v="44"/>
        <pc:sldMkLst>
          <pc:docMk/>
          <pc:sldMk cId="3581040406" sldId="267"/>
        </pc:sldMkLst>
        <pc:spChg chg="add">
          <ac:chgData name="Akriti Mehta" userId="0c901562-3821-4879-abc2-7521cf2ab412" providerId="ADAL" clId="{144A11F9-5BB9-40A3-A970-33EF68ACAA95}" dt="2026-05-28T11:07:54.928" v="44"/>
          <ac:spMkLst>
            <pc:docMk/>
            <pc:sldMk cId="3581040406" sldId="267"/>
            <ac:spMk id="6" creationId="{6A775182-452E-3FCD-A221-32DDAD139DE5}"/>
          </ac:spMkLst>
        </pc:spChg>
        <pc:graphicFrameChg chg="add mod">
          <ac:chgData name="Akriti Mehta" userId="0c901562-3821-4879-abc2-7521cf2ab412" providerId="ADAL" clId="{144A11F9-5BB9-40A3-A970-33EF68ACAA95}" dt="2026-05-28T11:07:54.928" v="44"/>
          <ac:graphicFrameMkLst>
            <pc:docMk/>
            <pc:sldMk cId="3581040406" sldId="267"/>
            <ac:graphicFrameMk id="4" creationId="{D9BFD01C-AA05-7E51-68BD-6020C96DA516}"/>
          </ac:graphicFrameMkLst>
        </pc:graphicFrameChg>
      </pc:sldChg>
      <pc:sldChg chg="addSp modSp">
        <pc:chgData name="Akriti Mehta" userId="0c901562-3821-4879-abc2-7521cf2ab412" providerId="ADAL" clId="{144A11F9-5BB9-40A3-A970-33EF68ACAA95}" dt="2026-05-28T11:15:12.283" v="52"/>
        <pc:sldMkLst>
          <pc:docMk/>
          <pc:sldMk cId="759096969" sldId="268"/>
        </pc:sldMkLst>
        <pc:spChg chg="add">
          <ac:chgData name="Akriti Mehta" userId="0c901562-3821-4879-abc2-7521cf2ab412" providerId="ADAL" clId="{144A11F9-5BB9-40A3-A970-33EF68ACAA95}" dt="2026-05-28T11:15:12.283" v="52"/>
          <ac:spMkLst>
            <pc:docMk/>
            <pc:sldMk cId="759096969" sldId="268"/>
            <ac:spMk id="7" creationId="{C3024407-03A1-3487-CE42-AB1AC709901F}"/>
          </ac:spMkLst>
        </pc:spChg>
        <pc:graphicFrameChg chg="add mod">
          <ac:chgData name="Akriti Mehta" userId="0c901562-3821-4879-abc2-7521cf2ab412" providerId="ADAL" clId="{144A11F9-5BB9-40A3-A970-33EF68ACAA95}" dt="2026-05-28T11:15:12.283" v="52"/>
          <ac:graphicFrameMkLst>
            <pc:docMk/>
            <pc:sldMk cId="759096969" sldId="268"/>
            <ac:graphicFrameMk id="4" creationId="{A0163F02-61E4-6A32-DADE-8739286F0B64}"/>
          </ac:graphicFrameMkLst>
        </pc:graphicFrameChg>
        <pc:graphicFrameChg chg="add mod">
          <ac:chgData name="Akriti Mehta" userId="0c901562-3821-4879-abc2-7521cf2ab412" providerId="ADAL" clId="{144A11F9-5BB9-40A3-A970-33EF68ACAA95}" dt="2026-05-28T11:15:12.283" v="52"/>
          <ac:graphicFrameMkLst>
            <pc:docMk/>
            <pc:sldMk cId="759096969" sldId="268"/>
            <ac:graphicFrameMk id="5" creationId="{28D4C89F-1C63-DE03-15E3-0CCFC6A189B8}"/>
          </ac:graphicFrameMkLst>
        </pc:graphicFrameChg>
      </pc:sldChg>
      <pc:sldChg chg="addSp modSp">
        <pc:chgData name="Akriti Mehta" userId="0c901562-3821-4879-abc2-7521cf2ab412" providerId="ADAL" clId="{144A11F9-5BB9-40A3-A970-33EF68ACAA95}" dt="2026-05-28T11:08:28.833" v="45"/>
        <pc:sldMkLst>
          <pc:docMk/>
          <pc:sldMk cId="1649963609" sldId="268"/>
        </pc:sldMkLst>
        <pc:spChg chg="add">
          <ac:chgData name="Akriti Mehta" userId="0c901562-3821-4879-abc2-7521cf2ab412" providerId="ADAL" clId="{144A11F9-5BB9-40A3-A970-33EF68ACAA95}" dt="2026-05-28T11:08:28.833" v="45"/>
          <ac:spMkLst>
            <pc:docMk/>
            <pc:sldMk cId="1649963609" sldId="268"/>
            <ac:spMk id="8" creationId="{D828A74C-5B87-EDF4-7F7D-52EBD72F7183}"/>
          </ac:spMkLst>
        </pc:spChg>
        <pc:graphicFrameChg chg="add mod">
          <ac:chgData name="Akriti Mehta" userId="0c901562-3821-4879-abc2-7521cf2ab412" providerId="ADAL" clId="{144A11F9-5BB9-40A3-A970-33EF68ACAA95}" dt="2026-05-28T11:08:28.833" v="45"/>
          <ac:graphicFrameMkLst>
            <pc:docMk/>
            <pc:sldMk cId="1649963609" sldId="268"/>
            <ac:graphicFrameMk id="4" creationId="{976D6B77-8AF4-AC9F-B0F8-22021AA5B6F0}"/>
          </ac:graphicFrameMkLst>
        </pc:graphicFrameChg>
        <pc:graphicFrameChg chg="add mod">
          <ac:chgData name="Akriti Mehta" userId="0c901562-3821-4879-abc2-7521cf2ab412" providerId="ADAL" clId="{144A11F9-5BB9-40A3-A970-33EF68ACAA95}" dt="2026-05-28T11:08:28.833" v="45"/>
          <ac:graphicFrameMkLst>
            <pc:docMk/>
            <pc:sldMk cId="1649963609" sldId="268"/>
            <ac:graphicFrameMk id="5" creationId="{47C619DE-A788-4734-2641-A7960BEF0E4A}"/>
          </ac:graphicFrameMkLst>
        </pc:graphicFrameChg>
        <pc:graphicFrameChg chg="add mod">
          <ac:chgData name="Akriti Mehta" userId="0c901562-3821-4879-abc2-7521cf2ab412" providerId="ADAL" clId="{144A11F9-5BB9-40A3-A970-33EF68ACAA95}" dt="2026-05-28T11:08:28.833" v="45"/>
          <ac:graphicFrameMkLst>
            <pc:docMk/>
            <pc:sldMk cId="1649963609" sldId="268"/>
            <ac:graphicFrameMk id="6" creationId="{71D184C1-D705-3314-1C6C-C40A0781694E}"/>
          </ac:graphicFrameMkLst>
        </pc:graphicFrameChg>
      </pc:sldChg>
      <pc:sldChg chg="add">
        <pc:chgData name="Akriti Mehta" userId="0c901562-3821-4879-abc2-7521cf2ab412" providerId="ADAL" clId="{144A11F9-5BB9-40A3-A970-33EF68ACAA95}" dt="2026-05-28T11:31:32.619" v="53"/>
        <pc:sldMkLst>
          <pc:docMk/>
          <pc:sldMk cId="447410189" sldId="269"/>
        </pc:sldMkLst>
      </pc:sldChg>
      <pc:sldChg chg="modSp add del ord modTransition">
        <pc:chgData name="Akriti Mehta" userId="0c901562-3821-4879-abc2-7521cf2ab412" providerId="ADAL" clId="{144A11F9-5BB9-40A3-A970-33EF68ACAA95}" dt="2026-05-28T11:08:54.389" v="47"/>
        <pc:sldMkLst>
          <pc:docMk/>
          <pc:sldMk cId="3839206378" sldId="270"/>
        </pc:sldMkLst>
        <pc:spChg chg="mod">
          <ac:chgData name="Akriti Mehta" userId="0c901562-3821-4879-abc2-7521cf2ab412" providerId="ADAL" clId="{144A11F9-5BB9-40A3-A970-33EF68ACAA95}" dt="2026-05-28T10:10:20.672" v="4"/>
          <ac:spMkLst>
            <pc:docMk/>
            <pc:sldMk cId="3839206378" sldId="270"/>
            <ac:spMk id="2" creationId="{D0824D58-FFDD-0020-506D-9F95FEA85C08}"/>
          </ac:spMkLst>
        </pc:spChg>
      </pc:sldChg>
      <pc:sldChg chg="add del">
        <pc:chgData name="Akriti Mehta" userId="0c901562-3821-4879-abc2-7521cf2ab412" providerId="ADAL" clId="{144A11F9-5BB9-40A3-A970-33EF68ACAA95}" dt="2026-05-28T10:10:20.750" v="5"/>
        <pc:sldMkLst>
          <pc:docMk/>
          <pc:sldMk cId="2727770330" sldId="335"/>
        </pc:sldMkLst>
      </pc:sldChg>
      <pc:sldChg chg="addSp delSp modSp">
        <pc:chgData name="Akriti Mehta" userId="0c901562-3821-4879-abc2-7521cf2ab412" providerId="ADAL" clId="{144A11F9-5BB9-40A3-A970-33EF68ACAA95}" dt="2026-05-28T10:16:29.019" v="15"/>
        <pc:sldMkLst>
          <pc:docMk/>
          <pc:sldMk cId="3382956385" sldId="2147469891"/>
        </pc:sldMkLst>
        <pc:spChg chg="mod">
          <ac:chgData name="Akriti Mehta" userId="0c901562-3821-4879-abc2-7521cf2ab412" providerId="ADAL" clId="{144A11F9-5BB9-40A3-A970-33EF68ACAA95}" dt="2026-05-28T10:15:11.644" v="10"/>
          <ac:spMkLst>
            <pc:docMk/>
            <pc:sldMk cId="3382956385" sldId="2147469891"/>
            <ac:spMk id="7" creationId="{6BB1BF37-FA21-FFB9-6FE8-31D1E8745F9B}"/>
          </ac:spMkLst>
        </pc:spChg>
        <pc:spChg chg="mod">
          <ac:chgData name="Akriti Mehta" userId="0c901562-3821-4879-abc2-7521cf2ab412" providerId="ADAL" clId="{144A11F9-5BB9-40A3-A970-33EF68ACAA95}" dt="2026-05-28T10:15:11.644" v="10"/>
          <ac:spMkLst>
            <pc:docMk/>
            <pc:sldMk cId="3382956385" sldId="2147469891"/>
            <ac:spMk id="10" creationId="{1D7D56A8-D007-EC4A-4559-2F8ADC03C507}"/>
          </ac:spMkLst>
        </pc:spChg>
        <pc:spChg chg="mod">
          <ac:chgData name="Akriti Mehta" userId="0c901562-3821-4879-abc2-7521cf2ab412" providerId="ADAL" clId="{144A11F9-5BB9-40A3-A970-33EF68ACAA95}" dt="2026-05-28T10:15:11.644" v="10"/>
          <ac:spMkLst>
            <pc:docMk/>
            <pc:sldMk cId="3382956385" sldId="2147469891"/>
            <ac:spMk id="11" creationId="{DA17F298-D223-F186-B9BE-A5EBAC617463}"/>
          </ac:spMkLst>
        </pc:spChg>
        <pc:spChg chg="mod">
          <ac:chgData name="Akriti Mehta" userId="0c901562-3821-4879-abc2-7521cf2ab412" providerId="ADAL" clId="{144A11F9-5BB9-40A3-A970-33EF68ACAA95}" dt="2026-05-28T10:15:11.644" v="10"/>
          <ac:spMkLst>
            <pc:docMk/>
            <pc:sldMk cId="3382956385" sldId="2147469891"/>
            <ac:spMk id="13" creationId="{0FBC22B4-6661-1F4B-1828-9FD1E1F47603}"/>
          </ac:spMkLst>
        </pc:spChg>
        <pc:spChg chg="mod">
          <ac:chgData name="Akriti Mehta" userId="0c901562-3821-4879-abc2-7521cf2ab412" providerId="ADAL" clId="{144A11F9-5BB9-40A3-A970-33EF68ACAA95}" dt="2026-05-28T10:15:11.644" v="10"/>
          <ac:spMkLst>
            <pc:docMk/>
            <pc:sldMk cId="3382956385" sldId="2147469891"/>
            <ac:spMk id="15" creationId="{BD1B09BD-34F9-7077-970F-ECF7266FD66B}"/>
          </ac:spMkLst>
        </pc:spChg>
        <pc:spChg chg="mod">
          <ac:chgData name="Akriti Mehta" userId="0c901562-3821-4879-abc2-7521cf2ab412" providerId="ADAL" clId="{144A11F9-5BB9-40A3-A970-33EF68ACAA95}" dt="2026-05-28T10:15:11.644" v="10"/>
          <ac:spMkLst>
            <pc:docMk/>
            <pc:sldMk cId="3382956385" sldId="2147469891"/>
            <ac:spMk id="17" creationId="{4A977F5C-8CB5-9148-FC47-C911C9849E30}"/>
          </ac:spMkLst>
        </pc:spChg>
        <pc:spChg chg="mod">
          <ac:chgData name="Akriti Mehta" userId="0c901562-3821-4879-abc2-7521cf2ab412" providerId="ADAL" clId="{144A11F9-5BB9-40A3-A970-33EF68ACAA95}" dt="2026-05-28T10:15:11.644" v="10"/>
          <ac:spMkLst>
            <pc:docMk/>
            <pc:sldMk cId="3382956385" sldId="2147469891"/>
            <ac:spMk id="20" creationId="{7D8B2C83-BBE5-3140-C49F-E0B0A9612569}"/>
          </ac:spMkLst>
        </pc:spChg>
        <pc:spChg chg="mod">
          <ac:chgData name="Akriti Mehta" userId="0c901562-3821-4879-abc2-7521cf2ab412" providerId="ADAL" clId="{144A11F9-5BB9-40A3-A970-33EF68ACAA95}" dt="2026-05-28T10:15:11.644" v="10"/>
          <ac:spMkLst>
            <pc:docMk/>
            <pc:sldMk cId="3382956385" sldId="2147469891"/>
            <ac:spMk id="25" creationId="{78320802-5865-1BC3-3FB2-96110FC0035F}"/>
          </ac:spMkLst>
        </pc:spChg>
        <pc:spChg chg="mod">
          <ac:chgData name="Akriti Mehta" userId="0c901562-3821-4879-abc2-7521cf2ab412" providerId="ADAL" clId="{144A11F9-5BB9-40A3-A970-33EF68ACAA95}" dt="2026-05-28T10:15:11.644" v="10"/>
          <ac:spMkLst>
            <pc:docMk/>
            <pc:sldMk cId="3382956385" sldId="2147469891"/>
            <ac:spMk id="28" creationId="{9DE6866A-2966-057E-AD7B-F5487B961FD9}"/>
          </ac:spMkLst>
        </pc:spChg>
        <pc:spChg chg="mod">
          <ac:chgData name="Akriti Mehta" userId="0c901562-3821-4879-abc2-7521cf2ab412" providerId="ADAL" clId="{144A11F9-5BB9-40A3-A970-33EF68ACAA95}" dt="2026-05-28T10:15:11.644" v="10"/>
          <ac:spMkLst>
            <pc:docMk/>
            <pc:sldMk cId="3382956385" sldId="2147469891"/>
            <ac:spMk id="29" creationId="{45CE27DF-D8AE-F2F1-03F3-23F82B39FC46}"/>
          </ac:spMkLst>
        </pc:spChg>
        <pc:grpChg chg="del">
          <ac:chgData name="Akriti Mehta" userId="0c901562-3821-4879-abc2-7521cf2ab412" providerId="ADAL" clId="{144A11F9-5BB9-40A3-A970-33EF68ACAA95}" dt="2026-05-28T10:14:45.076" v="9" actId="478"/>
          <ac:grpSpMkLst>
            <pc:docMk/>
            <pc:sldMk cId="3382956385" sldId="2147469891"/>
            <ac:grpSpMk id="93" creationId="{9B5E2C7F-E62D-4325-8450-D4AC5A496574}"/>
          </ac:grpSpMkLst>
        </pc:grpChg>
        <pc:grpChg chg="del">
          <ac:chgData name="Akriti Mehta" userId="0c901562-3821-4879-abc2-7521cf2ab412" providerId="ADAL" clId="{144A11F9-5BB9-40A3-A970-33EF68ACAA95}" dt="2026-05-28T10:14:45.076" v="9" actId="478"/>
          <ac:grpSpMkLst>
            <pc:docMk/>
            <pc:sldMk cId="3382956385" sldId="2147469891"/>
            <ac:grpSpMk id="137" creationId="{FD451CEF-F41A-4F9B-8917-F09131BC2D25}"/>
          </ac:grpSpMkLst>
        </pc:grpChg>
        <pc:grpChg chg="del">
          <ac:chgData name="Akriti Mehta" userId="0c901562-3821-4879-abc2-7521cf2ab412" providerId="ADAL" clId="{144A11F9-5BB9-40A3-A970-33EF68ACAA95}" dt="2026-05-28T10:14:45.076" v="9" actId="478"/>
          <ac:grpSpMkLst>
            <pc:docMk/>
            <pc:sldMk cId="3382956385" sldId="2147469891"/>
            <ac:grpSpMk id="162" creationId="{694C3DC3-1C65-49D0-9C84-E2A0951EDFD9}"/>
          </ac:grpSpMkLst>
        </pc:grpChg>
        <pc:grpChg chg="del">
          <ac:chgData name="Akriti Mehta" userId="0c901562-3821-4879-abc2-7521cf2ab412" providerId="ADAL" clId="{144A11F9-5BB9-40A3-A970-33EF68ACAA95}" dt="2026-05-28T10:14:45.076" v="9" actId="478"/>
          <ac:grpSpMkLst>
            <pc:docMk/>
            <pc:sldMk cId="3382956385" sldId="2147469891"/>
            <ac:grpSpMk id="179" creationId="{5DD77671-6B58-4A7A-B1A8-50608DBE5A97}"/>
          </ac:grpSpMkLst>
        </pc:grpChg>
        <pc:graphicFrameChg chg="mod">
          <ac:chgData name="Akriti Mehta" userId="0c901562-3821-4879-abc2-7521cf2ab412" providerId="ADAL" clId="{144A11F9-5BB9-40A3-A970-33EF68ACAA95}" dt="2026-05-28T10:16:29.019" v="15"/>
          <ac:graphicFrameMkLst>
            <pc:docMk/>
            <pc:sldMk cId="3382956385" sldId="2147469891"/>
            <ac:graphicFrameMk id="3" creationId="{E36B2D91-29F6-7DF3-8533-A13344765C33}"/>
          </ac:graphicFrameMkLst>
        </pc:graphicFrameChg>
        <pc:graphicFrameChg chg="del mod">
          <ac:chgData name="Akriti Mehta" userId="0c901562-3821-4879-abc2-7521cf2ab412" providerId="ADAL" clId="{144A11F9-5BB9-40A3-A970-33EF68ACAA95}" dt="2026-05-28T10:14:45.076" v="9" actId="478"/>
          <ac:graphicFrameMkLst>
            <pc:docMk/>
            <pc:sldMk cId="3382956385" sldId="2147469891"/>
            <ac:graphicFrameMk id="36" creationId="{A876FFF7-C14C-4854-8E53-73DE49A05632}"/>
          </ac:graphicFrameMkLst>
        </pc:graphicFrameChg>
        <pc:cxnChg chg="del">
          <ac:chgData name="Akriti Mehta" userId="0c901562-3821-4879-abc2-7521cf2ab412" providerId="ADAL" clId="{144A11F9-5BB9-40A3-A970-33EF68ACAA95}" dt="2026-05-28T10:14:45.076" v="9" actId="478"/>
          <ac:cxnSpMkLst>
            <pc:docMk/>
            <pc:sldMk cId="3382956385" sldId="2147469891"/>
            <ac:cxnSpMk id="122" creationId="{9E81B769-866F-46F2-A155-83EED7C480D9}"/>
          </ac:cxnSpMkLst>
        </pc:cxnChg>
        <pc:cxnChg chg="del">
          <ac:chgData name="Akriti Mehta" userId="0c901562-3821-4879-abc2-7521cf2ab412" providerId="ADAL" clId="{144A11F9-5BB9-40A3-A970-33EF68ACAA95}" dt="2026-05-28T10:14:45.076" v="9" actId="478"/>
          <ac:cxnSpMkLst>
            <pc:docMk/>
            <pc:sldMk cId="3382956385" sldId="2147469891"/>
            <ac:cxnSpMk id="151" creationId="{CAEE90B4-8034-4523-9126-9FBA4E3DD8CE}"/>
          </ac:cxnSpMkLst>
        </pc:cxnChg>
        <pc:cxnChg chg="del">
          <ac:chgData name="Akriti Mehta" userId="0c901562-3821-4879-abc2-7521cf2ab412" providerId="ADAL" clId="{144A11F9-5BB9-40A3-A970-33EF68ACAA95}" dt="2026-05-28T10:14:45.076" v="9" actId="478"/>
          <ac:cxnSpMkLst>
            <pc:docMk/>
            <pc:sldMk cId="3382956385" sldId="2147469891"/>
            <ac:cxnSpMk id="172" creationId="{1486705D-0AB2-4E11-B0C4-43077B6D6E6C}"/>
          </ac:cxnSpMkLst>
        </pc:cxnChg>
      </pc:sldChg>
      <pc:sldChg chg="modSp">
        <pc:chgData name="Akriti Mehta" userId="0c901562-3821-4879-abc2-7521cf2ab412" providerId="ADAL" clId="{144A11F9-5BB9-40A3-A970-33EF68ACAA95}" dt="2026-05-28T11:04:41.688" v="41"/>
        <pc:sldMkLst>
          <pc:docMk/>
          <pc:sldMk cId="778896603" sldId="2147483636"/>
        </pc:sldMkLst>
        <pc:spChg chg="mod">
          <ac:chgData name="Akriti Mehta" userId="0c901562-3821-4879-abc2-7521cf2ab412" providerId="ADAL" clId="{144A11F9-5BB9-40A3-A970-33EF68ACAA95}" dt="2026-05-28T11:04:41.688" v="41"/>
          <ac:spMkLst>
            <pc:docMk/>
            <pc:sldMk cId="778896603" sldId="2147483636"/>
            <ac:spMk id="3" creationId="{C6D95FDF-6AB8-D50F-57B5-016BD040E8F5}"/>
          </ac:spMkLst>
        </pc:spChg>
      </pc:sldChg>
      <pc:sldChg chg="addSp delSp modSp">
        <pc:chgData name="Akriti Mehta" userId="0c901562-3821-4879-abc2-7521cf2ab412" providerId="ADAL" clId="{144A11F9-5BB9-40A3-A970-33EF68ACAA95}" dt="2026-05-28T10:45:49.149" v="22"/>
        <pc:sldMkLst>
          <pc:docMk/>
          <pc:sldMk cId="556128037" sldId="2147483637"/>
        </pc:sldMkLst>
        <pc:spChg chg="add">
          <ac:chgData name="Akriti Mehta" userId="0c901562-3821-4879-abc2-7521cf2ab412" providerId="ADAL" clId="{144A11F9-5BB9-40A3-A970-33EF68ACAA95}" dt="2026-05-28T10:44:42.681" v="20"/>
          <ac:spMkLst>
            <pc:docMk/>
            <pc:sldMk cId="556128037" sldId="2147483637"/>
            <ac:spMk id="8" creationId="{A507131A-72AA-4240-5F99-56C4AEAB922A}"/>
          </ac:spMkLst>
        </pc:spChg>
        <pc:spChg chg="add">
          <ac:chgData name="Akriti Mehta" userId="0c901562-3821-4879-abc2-7521cf2ab412" providerId="ADAL" clId="{144A11F9-5BB9-40A3-A970-33EF68ACAA95}" dt="2026-05-28T10:45:06.904" v="21"/>
          <ac:spMkLst>
            <pc:docMk/>
            <pc:sldMk cId="556128037" sldId="2147483637"/>
            <ac:spMk id="11" creationId="{D391B05A-04E9-9FF6-6BA1-2FEBFE5D32C8}"/>
          </ac:spMkLst>
        </pc:spChg>
        <pc:spChg chg="del">
          <ac:chgData name="Akriti Mehta" userId="0c901562-3821-4879-abc2-7521cf2ab412" providerId="ADAL" clId="{144A11F9-5BB9-40A3-A970-33EF68ACAA95}" dt="2026-05-28T10:45:49.149" v="22"/>
          <ac:spMkLst>
            <pc:docMk/>
            <pc:sldMk cId="556128037" sldId="2147483637"/>
            <ac:spMk id="13" creationId="{B78415E2-5EC3-DFFD-12F4-781D91DB7507}"/>
          </ac:spMkLst>
        </pc:spChg>
        <pc:spChg chg="add">
          <ac:chgData name="Akriti Mehta" userId="0c901562-3821-4879-abc2-7521cf2ab412" providerId="ADAL" clId="{144A11F9-5BB9-40A3-A970-33EF68ACAA95}" dt="2026-05-28T10:45:49.149" v="22"/>
          <ac:spMkLst>
            <pc:docMk/>
            <pc:sldMk cId="556128037" sldId="2147483637"/>
            <ac:spMk id="16" creationId="{02018EA3-284D-1ABA-4AD3-5B233B95B567}"/>
          </ac:spMkLst>
        </pc:spChg>
        <pc:graphicFrameChg chg="add mod">
          <ac:chgData name="Akriti Mehta" userId="0c901562-3821-4879-abc2-7521cf2ab412" providerId="ADAL" clId="{144A11F9-5BB9-40A3-A970-33EF68ACAA95}" dt="2026-05-28T10:44:42.681" v="20"/>
          <ac:graphicFrameMkLst>
            <pc:docMk/>
            <pc:sldMk cId="556128037" sldId="2147483637"/>
            <ac:graphicFrameMk id="6" creationId="{1C4A37B7-F3D1-B4A5-56B5-736CA7C8296C}"/>
          </ac:graphicFrameMkLst>
        </pc:graphicFrameChg>
        <pc:graphicFrameChg chg="add mod">
          <ac:chgData name="Akriti Mehta" userId="0c901562-3821-4879-abc2-7521cf2ab412" providerId="ADAL" clId="{144A11F9-5BB9-40A3-A970-33EF68ACAA95}" dt="2026-05-28T10:45:06.904" v="21"/>
          <ac:graphicFrameMkLst>
            <pc:docMk/>
            <pc:sldMk cId="556128037" sldId="2147483637"/>
            <ac:graphicFrameMk id="9" creationId="{00A79EA6-7FE7-EA24-9C40-17A5BF0E2562}"/>
          </ac:graphicFrameMkLst>
        </pc:graphicFrameChg>
        <pc:graphicFrameChg chg="add mod">
          <ac:chgData name="Akriti Mehta" userId="0c901562-3821-4879-abc2-7521cf2ab412" providerId="ADAL" clId="{144A11F9-5BB9-40A3-A970-33EF68ACAA95}" dt="2026-05-28T10:45:49.149" v="22"/>
          <ac:graphicFrameMkLst>
            <pc:docMk/>
            <pc:sldMk cId="556128037" sldId="2147483637"/>
            <ac:graphicFrameMk id="14" creationId="{9C5A6611-9970-7DD4-3CEF-0145E5E6ECC1}"/>
          </ac:graphicFrameMkLst>
        </pc:graphicFrameChg>
      </pc:sldChg>
      <pc:sldChg chg="addSp modSp">
        <pc:chgData name="Akriti Mehta" userId="0c901562-3821-4879-abc2-7521cf2ab412" providerId="ADAL" clId="{144A11F9-5BB9-40A3-A970-33EF68ACAA95}" dt="2026-05-28T10:43:05.907" v="19"/>
        <pc:sldMkLst>
          <pc:docMk/>
          <pc:sldMk cId="2409190834" sldId="2147483637"/>
        </pc:sldMkLst>
        <pc:spChg chg="add">
          <ac:chgData name="Akriti Mehta" userId="0c901562-3821-4879-abc2-7521cf2ab412" providerId="ADAL" clId="{144A11F9-5BB9-40A3-A970-33EF68ACAA95}" dt="2026-05-28T10:42:57.273" v="18"/>
          <ac:spMkLst>
            <pc:docMk/>
            <pc:sldMk cId="2409190834" sldId="2147483637"/>
            <ac:spMk id="6" creationId="{38F12142-E75F-F207-A74D-32439691AEEF}"/>
          </ac:spMkLst>
        </pc:spChg>
        <pc:spChg chg="add">
          <ac:chgData name="Akriti Mehta" userId="0c901562-3821-4879-abc2-7521cf2ab412" providerId="ADAL" clId="{144A11F9-5BB9-40A3-A970-33EF68ACAA95}" dt="2026-05-28T10:43:05.907" v="19"/>
          <ac:spMkLst>
            <pc:docMk/>
            <pc:sldMk cId="2409190834" sldId="2147483637"/>
            <ac:spMk id="9" creationId="{2B42B5F3-5840-A289-9E45-21D7F3B9248D}"/>
          </ac:spMkLst>
        </pc:spChg>
        <pc:graphicFrameChg chg="add mod">
          <ac:chgData name="Akriti Mehta" userId="0c901562-3821-4879-abc2-7521cf2ab412" providerId="ADAL" clId="{144A11F9-5BB9-40A3-A970-33EF68ACAA95}" dt="2026-05-28T10:42:57.273" v="18"/>
          <ac:graphicFrameMkLst>
            <pc:docMk/>
            <pc:sldMk cId="2409190834" sldId="2147483637"/>
            <ac:graphicFrameMk id="4" creationId="{4222B03F-A7DF-9348-53C8-9DA8E92E0F84}"/>
          </ac:graphicFrameMkLst>
        </pc:graphicFrameChg>
        <pc:graphicFrameChg chg="add mod">
          <ac:chgData name="Akriti Mehta" userId="0c901562-3821-4879-abc2-7521cf2ab412" providerId="ADAL" clId="{144A11F9-5BB9-40A3-A970-33EF68ACAA95}" dt="2026-05-28T10:43:05.907" v="19"/>
          <ac:graphicFrameMkLst>
            <pc:docMk/>
            <pc:sldMk cId="2409190834" sldId="2147483637"/>
            <ac:graphicFrameMk id="7" creationId="{8DCD4875-E9D5-2F42-8D83-03FDEB4D9715}"/>
          </ac:graphicFrameMkLst>
        </pc:graphicFrameChg>
      </pc:sldChg>
      <pc:sldChg chg="add del setBg">
        <pc:chgData name="Akriti Mehta" userId="0c901562-3821-4879-abc2-7521cf2ab412" providerId="ADAL" clId="{144A11F9-5BB9-40A3-A970-33EF68ACAA95}" dt="2026-05-28T10:47:28.190" v="24"/>
        <pc:sldMkLst>
          <pc:docMk/>
          <pc:sldMk cId="3000754747" sldId="2147483638"/>
        </pc:sldMkLst>
      </pc:sldChg>
      <pc:sldChg chg="modSp add">
        <pc:chgData name="Akriti Mehta" userId="0c901562-3821-4879-abc2-7521cf2ab412" providerId="ADAL" clId="{144A11F9-5BB9-40A3-A970-33EF68ACAA95}" dt="2026-05-28T10:47:48.968" v="28"/>
        <pc:sldMkLst>
          <pc:docMk/>
          <pc:sldMk cId="3599163384" sldId="2147483638"/>
        </pc:sldMkLst>
        <pc:spChg chg="mod">
          <ac:chgData name="Akriti Mehta" userId="0c901562-3821-4879-abc2-7521cf2ab412" providerId="ADAL" clId="{144A11F9-5BB9-40A3-A970-33EF68ACAA95}" dt="2026-05-28T10:47:48.968" v="28"/>
          <ac:spMkLst>
            <pc:docMk/>
            <pc:sldMk cId="3599163384" sldId="2147483638"/>
            <ac:spMk id="3" creationId="{6183F436-7403-D93F-69DB-FE87B12ABD67}"/>
          </ac:spMkLst>
        </pc:spChg>
      </pc:sldChg>
      <pc:sldChg chg="addSp modSp add">
        <pc:chgData name="Akriti Mehta" userId="0c901562-3821-4879-abc2-7521cf2ab412" providerId="ADAL" clId="{144A11F9-5BB9-40A3-A970-33EF68ACAA95}" dt="2026-05-28T11:32:37.796" v="58"/>
        <pc:sldMkLst>
          <pc:docMk/>
          <pc:sldMk cId="527065370" sldId="2147483639"/>
        </pc:sldMkLst>
        <pc:spChg chg="mod">
          <ac:chgData name="Akriti Mehta" userId="0c901562-3821-4879-abc2-7521cf2ab412" providerId="ADAL" clId="{144A11F9-5BB9-40A3-A970-33EF68ACAA95}" dt="2026-05-28T10:59:27.377" v="31"/>
          <ac:spMkLst>
            <pc:docMk/>
            <pc:sldMk cId="527065370" sldId="2147483639"/>
            <ac:spMk id="3" creationId="{C45CD919-AE6E-1D26-E288-29265886A7B0}"/>
          </ac:spMkLst>
        </pc:spChg>
        <pc:spChg chg="add">
          <ac:chgData name="Akriti Mehta" userId="0c901562-3821-4879-abc2-7521cf2ab412" providerId="ADAL" clId="{144A11F9-5BB9-40A3-A970-33EF68ACAA95}" dt="2026-05-28T11:00:20.839" v="32"/>
          <ac:spMkLst>
            <pc:docMk/>
            <pc:sldMk cId="527065370" sldId="2147483639"/>
            <ac:spMk id="7" creationId="{D0F9873F-28FB-C997-B325-3D2143A4162D}"/>
          </ac:spMkLst>
        </pc:spChg>
        <pc:spChg chg="add">
          <ac:chgData name="Akriti Mehta" userId="0c901562-3821-4879-abc2-7521cf2ab412" providerId="ADAL" clId="{144A11F9-5BB9-40A3-A970-33EF68ACAA95}" dt="2026-05-28T11:00:45.288" v="33"/>
          <ac:spMkLst>
            <pc:docMk/>
            <pc:sldMk cId="527065370" sldId="2147483639"/>
            <ac:spMk id="11" creationId="{B6FD5273-3479-6A48-69AF-844EA84CBE37}"/>
          </ac:spMkLst>
        </pc:spChg>
        <pc:spChg chg="add mod">
          <ac:chgData name="Akriti Mehta" userId="0c901562-3821-4879-abc2-7521cf2ab412" providerId="ADAL" clId="{144A11F9-5BB9-40A3-A970-33EF68ACAA95}" dt="2026-05-28T11:32:37.796" v="58"/>
          <ac:spMkLst>
            <pc:docMk/>
            <pc:sldMk cId="527065370" sldId="2147483639"/>
            <ac:spMk id="12" creationId="{67AA2FE8-A0F5-523A-D13E-C6C2D2630B83}"/>
          </ac:spMkLst>
        </pc:spChg>
        <pc:spChg chg="add mod">
          <ac:chgData name="Akriti Mehta" userId="0c901562-3821-4879-abc2-7521cf2ab412" providerId="ADAL" clId="{144A11F9-5BB9-40A3-A970-33EF68ACAA95}" dt="2026-05-28T11:32:37.796" v="58"/>
          <ac:spMkLst>
            <pc:docMk/>
            <pc:sldMk cId="527065370" sldId="2147483639"/>
            <ac:spMk id="13" creationId="{9EF82A54-97D8-0A1F-D3A1-F6A4B4FB2DB8}"/>
          </ac:spMkLst>
        </pc:spChg>
        <pc:graphicFrameChg chg="add mod">
          <ac:chgData name="Akriti Mehta" userId="0c901562-3821-4879-abc2-7521cf2ab412" providerId="ADAL" clId="{144A11F9-5BB9-40A3-A970-33EF68ACAA95}" dt="2026-05-28T11:00:20.839" v="32"/>
          <ac:graphicFrameMkLst>
            <pc:docMk/>
            <pc:sldMk cId="527065370" sldId="2147483639"/>
            <ac:graphicFrameMk id="5" creationId="{0F042FA3-E4FA-D0D8-78DA-397211F1CA9E}"/>
          </ac:graphicFrameMkLst>
        </pc:graphicFrameChg>
        <pc:graphicFrameChg chg="add mod">
          <ac:chgData name="Akriti Mehta" userId="0c901562-3821-4879-abc2-7521cf2ab412" providerId="ADAL" clId="{144A11F9-5BB9-40A3-A970-33EF68ACAA95}" dt="2026-05-28T11:00:45.288" v="33"/>
          <ac:graphicFrameMkLst>
            <pc:docMk/>
            <pc:sldMk cId="527065370" sldId="2147483639"/>
            <ac:graphicFrameMk id="9" creationId="{B06DCADB-3B4E-ED52-2586-E0E598CA787D}"/>
          </ac:graphicFrameMkLst>
        </pc:graphicFrameChg>
        <pc:graphicFrameChg chg="add mod">
          <ac:chgData name="Akriti Mehta" userId="0c901562-3821-4879-abc2-7521cf2ab412" providerId="ADAL" clId="{144A11F9-5BB9-40A3-A970-33EF68ACAA95}" dt="2026-05-28T11:32:37.796" v="58"/>
          <ac:graphicFrameMkLst>
            <pc:docMk/>
            <pc:sldMk cId="527065370" sldId="2147483639"/>
            <ac:graphicFrameMk id="14" creationId="{04F96EF4-B590-212D-C6C8-7BAA98EBE9E9}"/>
          </ac:graphicFrameMkLst>
        </pc:graphicFrameChg>
      </pc:sldChg>
      <pc:sldChg chg="add del setBg">
        <pc:chgData name="Akriti Mehta" userId="0c901562-3821-4879-abc2-7521cf2ab412" providerId="ADAL" clId="{144A11F9-5BB9-40A3-A970-33EF68ACAA95}" dt="2026-05-28T10:47:38.724" v="27"/>
        <pc:sldMkLst>
          <pc:docMk/>
          <pc:sldMk cId="1973092031" sldId="2147483639"/>
        </pc:sldMkLst>
      </pc:sldChg>
      <pc:sldChg chg="addSp modSp ord">
        <pc:chgData name="Akriti Mehta" userId="0c901562-3821-4879-abc2-7521cf2ab412" providerId="ADAL" clId="{144A11F9-5BB9-40A3-A970-33EF68ACAA95}" dt="2026-05-28T11:35:47.362" v="60"/>
        <pc:sldMkLst>
          <pc:docMk/>
          <pc:sldMk cId="1000902225" sldId="2147483640"/>
        </pc:sldMkLst>
        <pc:spChg chg="add">
          <ac:chgData name="Akriti Mehta" userId="0c901562-3821-4879-abc2-7521cf2ab412" providerId="ADAL" clId="{144A11F9-5BB9-40A3-A970-33EF68ACAA95}" dt="2026-05-28T11:01:40.352" v="34"/>
          <ac:spMkLst>
            <pc:docMk/>
            <pc:sldMk cId="1000902225" sldId="2147483640"/>
            <ac:spMk id="6" creationId="{A22A5083-E839-B3FF-D222-4CB98A851DF5}"/>
          </ac:spMkLst>
        </pc:spChg>
        <pc:graphicFrameChg chg="add mod">
          <ac:chgData name="Akriti Mehta" userId="0c901562-3821-4879-abc2-7521cf2ab412" providerId="ADAL" clId="{144A11F9-5BB9-40A3-A970-33EF68ACAA95}" dt="2026-05-28T11:01:40.352" v="34"/>
          <ac:graphicFrameMkLst>
            <pc:docMk/>
            <pc:sldMk cId="1000902225" sldId="2147483640"/>
            <ac:graphicFrameMk id="4" creationId="{78FADAFA-2E2E-74DD-4303-6F37365FD5BA}"/>
          </ac:graphicFrameMkLst>
        </pc:graphicFrameChg>
      </pc:sldChg>
      <pc:sldChg chg="addSp modSp ord">
        <pc:chgData name="Akriti Mehta" userId="0c901562-3821-4879-abc2-7521cf2ab412" providerId="ADAL" clId="{144A11F9-5BB9-40A3-A970-33EF68ACAA95}" dt="2026-05-28T11:32:00.811" v="54"/>
        <pc:sldMkLst>
          <pc:docMk/>
          <pc:sldMk cId="133392592" sldId="2147483641"/>
        </pc:sldMkLst>
        <pc:spChg chg="add">
          <ac:chgData name="Akriti Mehta" userId="0c901562-3821-4879-abc2-7521cf2ab412" providerId="ADAL" clId="{144A11F9-5BB9-40A3-A970-33EF68ACAA95}" dt="2026-05-28T11:02:01.097" v="35"/>
          <ac:spMkLst>
            <pc:docMk/>
            <pc:sldMk cId="133392592" sldId="2147483641"/>
            <ac:spMk id="6" creationId="{CD55F719-9ACD-67F3-F43F-5944F78012BD}"/>
          </ac:spMkLst>
        </pc:spChg>
        <pc:graphicFrameChg chg="add mod">
          <ac:chgData name="Akriti Mehta" userId="0c901562-3821-4879-abc2-7521cf2ab412" providerId="ADAL" clId="{144A11F9-5BB9-40A3-A970-33EF68ACAA95}" dt="2026-05-28T11:02:01.097" v="35"/>
          <ac:graphicFrameMkLst>
            <pc:docMk/>
            <pc:sldMk cId="133392592" sldId="2147483641"/>
            <ac:graphicFrameMk id="4" creationId="{622C0B0F-10A3-6A09-5924-A99EA980FEF3}"/>
          </ac:graphicFrameMkLst>
        </pc:graphicFrameChg>
      </pc:sldChg>
      <pc:sldChg chg="modSp ord">
        <pc:chgData name="Akriti Mehta" userId="0c901562-3821-4879-abc2-7521cf2ab412" providerId="ADAL" clId="{144A11F9-5BB9-40A3-A970-33EF68ACAA95}" dt="2026-05-28T11:35:09.117" v="59"/>
        <pc:sldMkLst>
          <pc:docMk/>
          <pc:sldMk cId="1897889794" sldId="2147483642"/>
        </pc:sldMkLst>
        <pc:spChg chg="mod">
          <ac:chgData name="Akriti Mehta" userId="0c901562-3821-4879-abc2-7521cf2ab412" providerId="ADAL" clId="{144A11F9-5BB9-40A3-A970-33EF68ACAA95}" dt="2026-05-28T11:02:27.234" v="36"/>
          <ac:spMkLst>
            <pc:docMk/>
            <pc:sldMk cId="1897889794" sldId="2147483642"/>
            <ac:spMk id="3" creationId="{FF34270C-B95E-1865-A674-35D13E48C3CD}"/>
          </ac:spMkLst>
        </pc:spChg>
        <pc:spChg chg="mod">
          <ac:chgData name="Akriti Mehta" userId="0c901562-3821-4879-abc2-7521cf2ab412" providerId="ADAL" clId="{144A11F9-5BB9-40A3-A970-33EF68ACAA95}" dt="2026-05-28T11:35:09.117" v="59"/>
          <ac:spMkLst>
            <pc:docMk/>
            <pc:sldMk cId="1897889794" sldId="2147483642"/>
            <ac:spMk id="11" creationId="{C37A07C7-7A74-875D-5B2B-B3069CCAA347}"/>
          </ac:spMkLst>
        </pc:spChg>
      </pc:sldChg>
      <pc:sldChg chg="addSp delSp modSp">
        <pc:chgData name="Akriti Mehta" userId="0c901562-3821-4879-abc2-7521cf2ab412" providerId="ADAL" clId="{144A11F9-5BB9-40A3-A970-33EF68ACAA95}" dt="2026-05-28T11:02:44.072" v="37"/>
        <pc:sldMkLst>
          <pc:docMk/>
          <pc:sldMk cId="225433688" sldId="2147483643"/>
        </pc:sldMkLst>
        <pc:spChg chg="del">
          <ac:chgData name="Akriti Mehta" userId="0c901562-3821-4879-abc2-7521cf2ab412" providerId="ADAL" clId="{144A11F9-5BB9-40A3-A970-33EF68ACAA95}" dt="2026-05-28T11:02:44.072" v="37"/>
          <ac:spMkLst>
            <pc:docMk/>
            <pc:sldMk cId="225433688" sldId="2147483643"/>
            <ac:spMk id="3" creationId="{3508BD82-7044-5D11-25F5-2CCD9756D485}"/>
          </ac:spMkLst>
        </pc:spChg>
        <pc:spChg chg="add">
          <ac:chgData name="Akriti Mehta" userId="0c901562-3821-4879-abc2-7521cf2ab412" providerId="ADAL" clId="{144A11F9-5BB9-40A3-A970-33EF68ACAA95}" dt="2026-05-28T11:02:44.072" v="37"/>
          <ac:spMkLst>
            <pc:docMk/>
            <pc:sldMk cId="225433688" sldId="2147483643"/>
            <ac:spMk id="8" creationId="{32045E99-E895-CBFF-470F-359243C1DB58}"/>
          </ac:spMkLst>
        </pc:spChg>
        <pc:graphicFrameChg chg="add mod">
          <ac:chgData name="Akriti Mehta" userId="0c901562-3821-4879-abc2-7521cf2ab412" providerId="ADAL" clId="{144A11F9-5BB9-40A3-A970-33EF68ACAA95}" dt="2026-05-28T11:02:44.072" v="37"/>
          <ac:graphicFrameMkLst>
            <pc:docMk/>
            <pc:sldMk cId="225433688" sldId="2147483643"/>
            <ac:graphicFrameMk id="6" creationId="{547CDEF3-9B87-A911-841F-30C5F58D336E}"/>
          </ac:graphicFrameMkLst>
        </pc:graphicFrameChg>
      </pc:sldChg>
      <pc:sldChg chg="modSp add">
        <pc:chgData name="Akriti Mehta" userId="0c901562-3821-4879-abc2-7521cf2ab412" providerId="ADAL" clId="{144A11F9-5BB9-40A3-A970-33EF68ACAA95}" dt="2026-05-28T11:11:36.602" v="48"/>
        <pc:sldMkLst>
          <pc:docMk/>
          <pc:sldMk cId="868123358" sldId="2147483644"/>
        </pc:sldMkLst>
        <pc:spChg chg="mod">
          <ac:chgData name="Akriti Mehta" userId="0c901562-3821-4879-abc2-7521cf2ab412" providerId="ADAL" clId="{144A11F9-5BB9-40A3-A970-33EF68ACAA95}" dt="2026-05-28T11:11:36.602" v="48"/>
          <ac:spMkLst>
            <pc:docMk/>
            <pc:sldMk cId="868123358" sldId="2147483644"/>
            <ac:spMk id="3" creationId="{983C2F71-5555-8C29-446C-F869FB709098}"/>
          </ac:spMkLst>
        </pc:spChg>
      </pc:sldChg>
      <pc:sldChg chg="add del setBg">
        <pc:chgData name="Akriti Mehta" userId="0c901562-3821-4879-abc2-7521cf2ab412" providerId="ADAL" clId="{144A11F9-5BB9-40A3-A970-33EF68ACAA95}" dt="2026-05-28T11:03:01.941" v="39"/>
        <pc:sldMkLst>
          <pc:docMk/>
          <pc:sldMk cId="1421388606" sldId="21474836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9/3/2026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module provides 60 minutes of presentation on the Evaluate practice. Use the LAB / DEMO slide to transition to either a 60-minute participant lab or a 20-minute instructor demonstration.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the terms and conditions for using these training materials. Please review the confidentiality requirements before proceeding.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provides 60 minutes of presentation. It closes with a handoff to either a 60-minute participant lab or a 20-minute instructor demonstration. The final learning artifact is named on this slide.</a:t>
            </a:r>
          </a:p>
        </p:txBody>
      </p:sp>
      <p:sp>
        <p:nvSpPr>
          <p:cNvPr id="4" name="Slide Number Placeholder 3"/>
          <p:cNvSpPr>
            <a:spLocks noGrp="1"/>
          </p:cNvSpPr>
          <p:nvPr>
            <p:ph type="sldNum" sz="quarter" idx="5"/>
          </p:nvPr>
        </p:nvSpPr>
        <p:spPr/>
        <p:txBody>
          <a:bodyPr/>
          <a:lstStyle/>
          <a:p>
            <a:fld id="{1D09229F-6F41-4CC3-A51C-EB832A3392C5}" type="slidenum">
              <a:rPr lang="en-US" smtClean="0"/>
              <a:t>3</a:t>
            </a:fld>
            <a:endParaRPr lang="en-US"/>
          </a:p>
        </p:txBody>
      </p:sp>
    </p:spTree>
    <p:extLst>
      <p:ext uri="{BB962C8B-B14F-4D97-AF65-F5344CB8AC3E}">
        <p14:creationId xmlns:p14="http://schemas.microsoft.com/office/powerpoint/2010/main" val="2711924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AgentOps foundation section is intentionally included in every deck so each module can be delivered independently. When delivering multiple modules in sequence, use slides 4 through 11 as a brief recap or skip familiar slides based on participant needs.</a:t>
            </a:r>
          </a:p>
          <a:p>
            <a:endParaRPr lang="en-US"/>
          </a:p>
          <a:p>
            <a:r>
              <a:rPr lang="en-US"/>
              <a:t>Teams can build an agent prototype quickly, but production introduces quality, safety, monitoring, cost, ownership, and release-confidence requirements.</a:t>
            </a:r>
          </a:p>
        </p:txBody>
      </p:sp>
      <p:sp>
        <p:nvSpPr>
          <p:cNvPr id="4" name="Slide Number Placeholder 3"/>
          <p:cNvSpPr>
            <a:spLocks noGrp="1"/>
          </p:cNvSpPr>
          <p:nvPr>
            <p:ph type="sldNum" sz="quarter" idx="5"/>
          </p:nvPr>
        </p:nvSpPr>
        <p:spPr/>
        <p:txBody>
          <a:bodyPr/>
          <a:lstStyle/>
          <a:p>
            <a:fld id="{1D09229F-6F41-4CC3-A51C-EB832A3392C5}" type="slidenum">
              <a:rPr lang="en-US" smtClean="0"/>
              <a:t>4</a:t>
            </a:fld>
            <a:endParaRPr lang="en-US"/>
          </a:p>
        </p:txBody>
      </p:sp>
    </p:spTree>
    <p:extLst>
      <p:ext uri="{BB962C8B-B14F-4D97-AF65-F5344CB8AC3E}">
        <p14:creationId xmlns:p14="http://schemas.microsoft.com/office/powerpoint/2010/main" val="786737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Agents add non-determinism, tool-calling risk, prompt regression, and changing user behavior. Production confidence comes from evidence, not from a successful demo.</a:t>
            </a:r>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3829950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Even a tool-using agent manages multiple versioned assets, evaluation targets, and operational dependencies. AgentOps must cover the full system, not only the model.</a:t>
            </a:r>
          </a:p>
        </p:txBody>
      </p:sp>
      <p:sp>
        <p:nvSpPr>
          <p:cNvPr id="4" name="Slide Number Placeholder 3"/>
          <p:cNvSpPr>
            <a:spLocks noGrp="1"/>
          </p:cNvSpPr>
          <p:nvPr>
            <p:ph type="sldNum" sz="quarter" idx="5"/>
          </p:nvPr>
        </p:nvSpPr>
        <p:spPr/>
        <p:txBody>
          <a:bodyPr/>
          <a:lstStyle/>
          <a:p>
            <a:fld id="{1D09229F-6F41-4CC3-A51C-EB832A3392C5}" type="slidenum">
              <a:rPr lang="en-US" smtClean="0"/>
              <a:t>6</a:t>
            </a:fld>
            <a:endParaRPr lang="en-US"/>
          </a:p>
        </p:txBody>
      </p:sp>
    </p:spTree>
    <p:extLst>
      <p:ext uri="{BB962C8B-B14F-4D97-AF65-F5344CB8AC3E}">
        <p14:creationId xmlns:p14="http://schemas.microsoft.com/office/powerpoint/2010/main" val="528967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Foundry remains the platform control plane. AgentOps adds the repeatable operating model around it; it does not replace Foundry.</a:t>
            </a:r>
          </a:p>
        </p:txBody>
      </p:sp>
      <p:sp>
        <p:nvSpPr>
          <p:cNvPr id="4" name="Slide Number Placeholder 3"/>
          <p:cNvSpPr>
            <a:spLocks noGrp="1"/>
          </p:cNvSpPr>
          <p:nvPr>
            <p:ph type="sldNum" sz="quarter" idx="5"/>
          </p:nvPr>
        </p:nvSpPr>
        <p:spPr/>
        <p:txBody>
          <a:bodyPr/>
          <a:lstStyle/>
          <a:p>
            <a:fld id="{1D09229F-6F41-4CC3-A51C-EB832A3392C5}" type="slidenum">
              <a:rPr lang="en-US" smtClean="0"/>
              <a:t>7</a:t>
            </a:fld>
            <a:endParaRPr lang="en-US"/>
          </a:p>
        </p:txBody>
      </p:sp>
    </p:spTree>
    <p:extLst>
      <p:ext uri="{BB962C8B-B14F-4D97-AF65-F5344CB8AC3E}">
        <p14:creationId xmlns:p14="http://schemas.microsoft.com/office/powerpoint/2010/main" val="2635063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checklist is the contract for a production-candidate agent. Every later practice produces or consumes one of these evidence items.</a:t>
            </a:r>
          </a:p>
        </p:txBody>
      </p:sp>
      <p:sp>
        <p:nvSpPr>
          <p:cNvPr id="4" name="Slide Number Placeholder 3"/>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734271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AgentOps applies DevOps discipline to probabilistic systems. Evaluate creates signals, Ship enforces them, Observe explains production behavior, and Operate turns signals into action.</a:t>
            </a:r>
          </a:p>
        </p:txBody>
      </p:sp>
      <p:sp>
        <p:nvSpPr>
          <p:cNvPr id="4" name="Slide Number Placeholder 3"/>
          <p:cNvSpPr>
            <a:spLocks noGrp="1"/>
          </p:cNvSpPr>
          <p:nvPr>
            <p:ph type="sldNum" sz="quarter" idx="5"/>
          </p:nvPr>
        </p:nvSpPr>
        <p:spPr/>
        <p:txBody>
          <a:bodyPr/>
          <a:lstStyle/>
          <a:p>
            <a:fld id="{1D09229F-6F41-4CC3-A51C-EB832A3392C5}" type="slidenum">
              <a:rPr lang="en-US" smtClean="0"/>
              <a:t>9</a:t>
            </a:fld>
            <a:endParaRPr lang="en-US"/>
          </a:p>
        </p:txBody>
      </p:sp>
    </p:spTree>
    <p:extLst>
      <p:ext uri="{BB962C8B-B14F-4D97-AF65-F5344CB8AC3E}">
        <p14:creationId xmlns:p14="http://schemas.microsoft.com/office/powerpoint/2010/main" val="4001138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teams sit between Initial and Defined. The practical move is to select one production-candidate agent and improve its operating maturity by one level.</a:t>
            </a:r>
          </a:p>
        </p:txBody>
      </p:sp>
      <p:sp>
        <p:nvSpPr>
          <p:cNvPr id="4" name="Slide Number Placeholder 3"/>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3993929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architecture connects a sandbox and source control to development, QA, and production Foundry projects. QA locks evaluation evidence before a human-approved production promotion. Production telemetry flows back into the next iteration.</a:t>
            </a:r>
          </a:p>
        </p:txBody>
      </p:sp>
      <p:sp>
        <p:nvSpPr>
          <p:cNvPr id="4" name="Slide Number Placeholder 3"/>
          <p:cNvSpPr>
            <a:spLocks noGrp="1"/>
          </p:cNvSpPr>
          <p:nvPr>
            <p:ph type="sldNum" sz="quarter" idx="5"/>
          </p:nvPr>
        </p:nvSpPr>
        <p:spPr/>
        <p:txBody>
          <a:bodyPr/>
          <a:lstStyle/>
          <a:p>
            <a:fld id="{1D09229F-6F41-4CC3-A51C-EB832A3392C5}" type="slidenum">
              <a:rPr lang="en-US" smtClean="0"/>
              <a:t>11</a:t>
            </a:fld>
            <a:endParaRPr lang="en-US"/>
          </a:p>
        </p:txBody>
      </p:sp>
    </p:spTree>
    <p:extLst>
      <p:ext uri="{BB962C8B-B14F-4D97-AF65-F5344CB8AC3E}">
        <p14:creationId xmlns:p14="http://schemas.microsoft.com/office/powerpoint/2010/main" val="1684466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Without a quality and safety signal, there is nothing to ship with confidence.</a:t>
            </a:r>
          </a:p>
        </p:txBody>
      </p:sp>
      <p:sp>
        <p:nvSpPr>
          <p:cNvPr id="4" name="Slide Number Placeholder 3"/>
          <p:cNvSpPr>
            <a:spLocks noGrp="1"/>
          </p:cNvSpPr>
          <p:nvPr>
            <p:ph type="sldNum" sz="quarter" idx="5"/>
          </p:nvPr>
        </p:nvSpPr>
        <p:spPr/>
        <p:txBody>
          <a:bodyPr/>
          <a:lstStyle/>
          <a:p>
            <a:fld id="{1D09229F-6F41-4CC3-A51C-EB832A3392C5}" type="slidenum">
              <a:rPr lang="en-US" smtClean="0"/>
              <a:t>12</a:t>
            </a:fld>
            <a:endParaRPr lang="en-US"/>
          </a:p>
        </p:txBody>
      </p:sp>
    </p:spTree>
    <p:extLst>
      <p:ext uri="{BB962C8B-B14F-4D97-AF65-F5344CB8AC3E}">
        <p14:creationId xmlns:p14="http://schemas.microsoft.com/office/powerpoint/2010/main" val="1492210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a small golden dataset tied to real user journeys. A few dozen representative cases beat zero cases. The dataset is a living artifact that grows from reviewed production traces.</a:t>
            </a:r>
          </a:p>
        </p:txBody>
      </p:sp>
      <p:sp>
        <p:nvSpPr>
          <p:cNvPr id="4" name="Slide Number Placeholder 3"/>
          <p:cNvSpPr>
            <a:spLocks noGrp="1"/>
          </p:cNvSpPr>
          <p:nvPr>
            <p:ph type="sldNum" sz="quarter" idx="5"/>
          </p:nvPr>
        </p:nvSpPr>
        <p:spPr/>
        <p:txBody>
          <a:bodyPr/>
          <a:lstStyle/>
          <a:p>
            <a:fld id="{1D09229F-6F41-4CC3-A51C-EB832A3392C5}" type="slidenum">
              <a:rPr lang="en-US" smtClean="0"/>
              <a:t>13</a:t>
            </a:fld>
            <a:endParaRPr lang="en-US"/>
          </a:p>
        </p:txBody>
      </p:sp>
    </p:spTree>
    <p:extLst>
      <p:ext uri="{BB962C8B-B14F-4D97-AF65-F5344CB8AC3E}">
        <p14:creationId xmlns:p14="http://schemas.microsoft.com/office/powerpoint/2010/main" val="821704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Foundry provides built-in evaluators for quality, groundedness, and agent-specific measures such as intent resolution and tool-call accuracy. Compare every candidate against the current baseline.</a:t>
            </a:r>
          </a:p>
        </p:txBody>
      </p:sp>
      <p:sp>
        <p:nvSpPr>
          <p:cNvPr id="4" name="Slide Number Placeholder 3"/>
          <p:cNvSpPr>
            <a:spLocks noGrp="1"/>
          </p:cNvSpPr>
          <p:nvPr>
            <p:ph type="sldNum" sz="quarter" idx="5"/>
          </p:nvPr>
        </p:nvSpPr>
        <p:spPr/>
        <p:txBody>
          <a:bodyPr/>
          <a:lstStyle/>
          <a:p>
            <a:fld id="{1D09229F-6F41-4CC3-A51C-EB832A3392C5}" type="slidenum">
              <a:rPr lang="en-US" smtClean="0"/>
              <a:t>14</a:t>
            </a:fld>
            <a:endParaRPr lang="en-US"/>
          </a:p>
        </p:txBody>
      </p:sp>
    </p:spTree>
    <p:extLst>
      <p:ext uri="{BB962C8B-B14F-4D97-AF65-F5344CB8AC3E}">
        <p14:creationId xmlns:p14="http://schemas.microsoft.com/office/powerpoint/2010/main" val="2588593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Safety and quality are separate signals. Use red teaming before release, on a schedule, and after incidents. Convert findings into adversarial rows in the regression dataset.</a:t>
            </a:r>
          </a:p>
        </p:txBody>
      </p:sp>
      <p:sp>
        <p:nvSpPr>
          <p:cNvPr id="4" name="Slide Number Placeholder 3"/>
          <p:cNvSpPr>
            <a:spLocks noGrp="1"/>
          </p:cNvSpPr>
          <p:nvPr>
            <p:ph type="sldNum" sz="quarter" idx="5"/>
          </p:nvPr>
        </p:nvSpPr>
        <p:spPr/>
        <p:txBody>
          <a:bodyPr/>
          <a:lstStyle/>
          <a:p>
            <a:fld id="{1D09229F-6F41-4CC3-A51C-EB832A3392C5}" type="slidenum">
              <a:rPr lang="en-US" smtClean="0"/>
              <a:t>15</a:t>
            </a:fld>
            <a:endParaRPr lang="en-US"/>
          </a:p>
        </p:txBody>
      </p:sp>
    </p:spTree>
    <p:extLst>
      <p:ext uri="{BB962C8B-B14F-4D97-AF65-F5344CB8AC3E}">
        <p14:creationId xmlns:p14="http://schemas.microsoft.com/office/powerpoint/2010/main" val="4139892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output of Evaluate is a decision-ready evidence package. A passing score is not sufficient when critical safety findings remain open.</a:t>
            </a:r>
          </a:p>
        </p:txBody>
      </p:sp>
      <p:sp>
        <p:nvSpPr>
          <p:cNvPr id="4" name="Slide Number Placeholder 3"/>
          <p:cNvSpPr>
            <a:spLocks noGrp="1"/>
          </p:cNvSpPr>
          <p:nvPr>
            <p:ph type="sldNum" sz="quarter" idx="5"/>
          </p:nvPr>
        </p:nvSpPr>
        <p:spPr/>
        <p:txBody>
          <a:bodyPr/>
          <a:lstStyle/>
          <a:p>
            <a:fld id="{1D09229F-6F41-4CC3-A51C-EB832A3392C5}" type="slidenum">
              <a:rPr lang="en-US" smtClean="0"/>
              <a:t>16</a:t>
            </a:fld>
            <a:endParaRPr lang="en-US"/>
          </a:p>
        </p:txBody>
      </p:sp>
    </p:spTree>
    <p:extLst>
      <p:ext uri="{BB962C8B-B14F-4D97-AF65-F5344CB8AC3E}">
        <p14:creationId xmlns:p14="http://schemas.microsoft.com/office/powerpoint/2010/main" val="2612908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Delivery handoff: in hands-on mode, participants complete the guided Evaluate lab in 60 minutes and produce sample evaluation criteria. If participant environments are unavailable, use this slide for a 20-minute instructor demonstration covering the same flow. Use AgentOps Accelerator as a practical reference implementation alongside native Microsoft Foundry capabilities.</a:t>
            </a:r>
          </a:p>
        </p:txBody>
      </p:sp>
      <p:sp>
        <p:nvSpPr>
          <p:cNvPr id="4" name="Slide Number Placeholder 3"/>
          <p:cNvSpPr>
            <a:spLocks noGrp="1"/>
          </p:cNvSpPr>
          <p:nvPr>
            <p:ph type="sldNum" sz="quarter" idx="5"/>
          </p:nvPr>
        </p:nvSpPr>
        <p:spPr/>
        <p:txBody>
          <a:bodyPr/>
          <a:lstStyle/>
          <a:p>
            <a:fld id="{1D09229F-6F41-4CC3-A51C-EB832A3392C5}" type="slidenum">
              <a:rPr lang="en-US" smtClean="0"/>
              <a:t>17</a:t>
            </a:fld>
            <a:endParaRPr lang="en-US"/>
          </a:p>
        </p:txBody>
      </p:sp>
    </p:spTree>
    <p:extLst>
      <p:ext uri="{BB962C8B-B14F-4D97-AF65-F5344CB8AC3E}">
        <p14:creationId xmlns:p14="http://schemas.microsoft.com/office/powerpoint/2010/main" val="2589885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attempt to evaluate the whole portfolio first. Prove the pattern on one production-candidate agent, then scale the dataset and evaluator bundle.</a:t>
            </a:r>
          </a:p>
        </p:txBody>
      </p:sp>
      <p:sp>
        <p:nvSpPr>
          <p:cNvPr id="4" name="Slide Number Placeholder 3"/>
          <p:cNvSpPr>
            <a:spLocks noGrp="1"/>
          </p:cNvSpPr>
          <p:nvPr>
            <p:ph type="sldNum" sz="quarter" idx="5"/>
          </p:nvPr>
        </p:nvSpPr>
        <p:spPr/>
        <p:txBody>
          <a:bodyPr/>
          <a:lstStyle/>
          <a:p>
            <a:fld id="{1D09229F-6F41-4CC3-A51C-EB832A3392C5}" type="slidenum">
              <a:rPr lang="en-US" smtClean="0"/>
              <a:t>18</a:t>
            </a:fld>
            <a:endParaRPr lang="en-US"/>
          </a:p>
        </p:txBody>
      </p:sp>
    </p:spTree>
    <p:extLst>
      <p:ext uri="{BB962C8B-B14F-4D97-AF65-F5344CB8AC3E}">
        <p14:creationId xmlns:p14="http://schemas.microsoft.com/office/powerpoint/2010/main" val="1412770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these linked first-party Microsoft resources for further learning. The AgentOps Accelerator is a practical reference implementation alongside native Microsoft Foundry capabilities.</a:t>
            </a:r>
          </a:p>
        </p:txBody>
      </p:sp>
      <p:sp>
        <p:nvSpPr>
          <p:cNvPr id="4" name="Slide Number Placeholder 3"/>
          <p:cNvSpPr>
            <a:spLocks noGrp="1"/>
          </p:cNvSpPr>
          <p:nvPr>
            <p:ph type="sldNum" sz="quarter" idx="5"/>
          </p:nvPr>
        </p:nvSpPr>
        <p:spPr/>
        <p:txBody>
          <a:bodyPr/>
          <a:lstStyle/>
          <a:p>
            <a:fld id="{1D09229F-6F41-4CC3-A51C-EB832A3392C5}" type="slidenum">
              <a:rPr lang="en-US" smtClean="0"/>
              <a:t>19</a:t>
            </a:fld>
            <a:endParaRPr lang="en-US"/>
          </a:p>
        </p:txBody>
      </p:sp>
    </p:spTree>
    <p:extLst>
      <p:ext uri="{BB962C8B-B14F-4D97-AF65-F5344CB8AC3E}">
        <p14:creationId xmlns:p14="http://schemas.microsoft.com/office/powerpoint/2010/main" val="3671380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Reserve ten minutes for questions. Invite discussion on dataset design, evaluator selection, threshold ownership, and how red-team findings become regression tests.</a:t>
            </a:r>
          </a:p>
        </p:txBody>
      </p:sp>
      <p:sp>
        <p:nvSpPr>
          <p:cNvPr id="4" name="Slide Number Placeholder 3"/>
          <p:cNvSpPr>
            <a:spLocks noGrp="1"/>
          </p:cNvSpPr>
          <p:nvPr>
            <p:ph type="sldNum" sz="quarter" idx="5"/>
          </p:nvPr>
        </p:nvSpPr>
        <p:spPr/>
        <p:txBody>
          <a:bodyPr/>
          <a:lstStyle/>
          <a:p>
            <a:fld id="{1D09229F-6F41-4CC3-A51C-EB832A3392C5}" type="slidenum">
              <a:rPr lang="en-US" smtClean="0"/>
              <a:t>20</a:t>
            </a:fld>
            <a:endParaRPr lang="en-US"/>
          </a:p>
        </p:txBody>
      </p:sp>
    </p:spTree>
    <p:extLst>
      <p:ext uri="{BB962C8B-B14F-4D97-AF65-F5344CB8AC3E}">
        <p14:creationId xmlns:p14="http://schemas.microsoft.com/office/powerpoint/2010/main" val="38651234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0192407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57D239CF-0FC0-DA57-7309-C78F609ADBD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FD01B033-769C-68DE-8D3E-27FE3C6914A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7755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
        <p:nvSpPr>
          <p:cNvPr id="3" name="Footer Placeholder 4">
            <a:extLst>
              <a:ext uri="{FF2B5EF4-FFF2-40B4-BE49-F238E27FC236}">
                <a16:creationId xmlns:a16="http://schemas.microsoft.com/office/drawing/2014/main" id="{334FD8BF-B494-032B-F6CD-0593844EB58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736C660E-B10D-E01E-32C6-2044D500553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2E394715-986D-D668-EA4F-3A9A49EB4898}"/>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Text Placeholder 5">
            <a:extLst>
              <a:ext uri="{FF2B5EF4-FFF2-40B4-BE49-F238E27FC236}">
                <a16:creationId xmlns:a16="http://schemas.microsoft.com/office/drawing/2014/main" id="{A0A36A45-878E-A130-32D8-50467E4BF46E}"/>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12707019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004441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54F6763-6AC0-1DA6-1360-1C00202183D0}"/>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642E3F12-56AE-7F42-FB6B-08C8BCE1125C}"/>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2548312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F7A67744-3A81-A196-C793-7AE47DC61CB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28315729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324578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3C4A7113-1C85-4A35-B434-022FA5B6BA39}"/>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5FB01DBE-96D0-E685-11FC-257412DD4794}"/>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9005272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C130585-D54D-146D-BF08-6BFDED17823D}"/>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3E8F1F66-3401-42D8-4EA7-93016BF04FDB}"/>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48470846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AFDE0EE-2116-208F-62CB-54A9034B8825}"/>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D22BF405-1FBE-1A50-B071-649A2F53198E}"/>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51562222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036383BE-CEF0-AE60-39EF-893B2F5AD4E9}"/>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F1D9F03C-20F5-D5CD-6BC9-893C4CAA81F2}"/>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6997250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18818718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3762935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93103B53-A33A-4C22-EB04-8A59B43A6F57}"/>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BD94F24E-850F-4606-EBE4-1C792FDC7296}"/>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8A720D4C-C93E-2243-CD86-4749B26754BF}"/>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EC6BA77D-DE5B-5A8F-08AC-C36720B853F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196498359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2" name="Rectangle 1">
            <a:extLst>
              <a:ext uri="{FF2B5EF4-FFF2-40B4-BE49-F238E27FC236}">
                <a16:creationId xmlns:a16="http://schemas.microsoft.com/office/drawing/2014/main" id="{9BFE431A-6F63-61D1-5528-CC8B3D1C1287}"/>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1F0BB7E2-D63A-6124-F98E-11354981C92A}"/>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CF4831CE-A045-C1F7-3391-315EA9878B29}"/>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 name="Text Placeholder 4">
            <a:extLst>
              <a:ext uri="{FF2B5EF4-FFF2-40B4-BE49-F238E27FC236}">
                <a16:creationId xmlns:a16="http://schemas.microsoft.com/office/drawing/2014/main" id="{D2E456AC-17EB-0AF8-20F4-AB9CC430F695}"/>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7" name="Text Placeholder 4">
            <a:extLst>
              <a:ext uri="{FF2B5EF4-FFF2-40B4-BE49-F238E27FC236}">
                <a16:creationId xmlns:a16="http://schemas.microsoft.com/office/drawing/2014/main" id="{2E4377E8-5BFD-B0E9-B4ED-4FD6B58CE21A}"/>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8" name="Text Placeholder 4">
            <a:extLst>
              <a:ext uri="{FF2B5EF4-FFF2-40B4-BE49-F238E27FC236}">
                <a16:creationId xmlns:a16="http://schemas.microsoft.com/office/drawing/2014/main" id="{9B017822-0BF5-6D15-F0C4-DF7158A69AB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9" name="Footer Placeholder 4">
            <a:extLst>
              <a:ext uri="{FF2B5EF4-FFF2-40B4-BE49-F238E27FC236}">
                <a16:creationId xmlns:a16="http://schemas.microsoft.com/office/drawing/2014/main" id="{369BB4E9-953D-13C9-5C4F-A7CBF551E29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7FD7A82D-6421-49CF-F825-7CE531C634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64E8B8E6-D90D-1BF2-48AA-91286BE2B4E0}"/>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4633918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2D48B2AA-6947-C03E-ADC6-C678C17A578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31264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9FC74D6-AD99-AABF-12F6-7642D40770D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A3D4C85A-3A2E-8E91-967B-CE12E2C7DD90}"/>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D75A541-BC17-6A99-361D-DA6B775B8C6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75401032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EC8E6EE-2B6E-6C6F-D2A7-4AFE1960FD0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1B344902-03DA-C26A-4C75-FC87375732BB}"/>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E627296-68AC-1F15-B54F-8B15B646CBC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2790641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4404E176-9D63-2251-DB1F-98BAD1464F54}"/>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BD4FD3D3-B8EA-F298-F342-54EF0CB4FCD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828C46C-E045-CD92-B361-46CB62E1A6AB}"/>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03037936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83F9385D-20D7-65E5-C1AD-69DD5459348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C77E3538-D23A-519D-8669-DD15F202912C}"/>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5165596-F21C-DE10-0A8C-34E4275ED734}"/>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99045159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C4FBADD-F067-B3AF-C12C-91F41517AA8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8A09DC6A-3ABD-FA76-F91A-542191F8119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42A1CAF-487A-64E9-5E94-09FE71944536}"/>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9636951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B88F2084-DA25-8C9A-182C-8DE4B84EFDA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090D05A-BF94-633F-516E-FE9B230DE505}"/>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728C721-2C10-2D48-704A-93E4498C9F8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703143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2398095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03563196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78732456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85066412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F5A77CDA-1A1F-95F2-63BD-FE156E5B2C5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E4AEBDCD-9C2D-EEFB-B8AA-57C8FA5AA39D}"/>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8E680C46-DD6E-2772-6C7F-9ABBF1084DAA}"/>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87E4FFEA-0F83-8586-B517-90DD00832CF5}"/>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D6B50B51-CE3D-38FF-5636-E5C9FAE6FE4B}"/>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59C8C57C-AFC7-D01F-613B-F5B14F66475E}"/>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51F73151-2D25-CF71-828F-A7F78A77D489}"/>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B057F83D-1835-ACBE-2D5E-AAC0F15D0324}"/>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785AE538-2609-09D4-98DB-1BAD837D08EA}"/>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72E46CC4-F931-28FB-2628-6BEAF5FB14B7}"/>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4BC71DE5-819B-C005-63EE-60F2C8976600}"/>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6769B0D6-C235-3FFB-68F0-6C71DA3D27CC}"/>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0839622-0C49-0673-D387-176594B9294D}"/>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A703FB1-8CFD-22C4-3581-510F481C59F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AA6C92-B973-A246-543A-DA7024338990}"/>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C97EF50-98A4-7394-1AC3-7948542D2EBB}"/>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71CDBF7-B0E8-41F0-507D-D72662E19767}"/>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CE30668-CFEF-9BBA-BC0A-FED30EDA9F0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6A8C712-24B5-D582-C6C6-66364E9C5B32}"/>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CFE365B-681D-FE30-2F1F-2D64E860BE65}"/>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2C09DC0-2C01-2506-33E7-D6EB4BA639AA}"/>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A60E9F-F527-1461-EC01-88A6BE8FE8ED}"/>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A46AAA8-9E2C-3124-9D83-CD6EA8DDDE7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845619A-43F0-3C64-9695-D41987557628}"/>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698782"/>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42277A82-6FEA-C4D0-9E28-E117F876AC8F}"/>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D99FD728-6CFC-EE92-32C5-2D9201701C8C}"/>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FE6FFCF3-633F-F32F-0BF7-C3C64915C318}"/>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766B6CE9-2C91-181B-38A8-1C94653313F0}"/>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8E7DAB6E-62FB-0C9A-E741-A25349B1BEB7}"/>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22AE26C2-E654-E876-95A7-663B3B09DA26}"/>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2EEC6608-B71C-2E42-E89F-164F6C023AC3}"/>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7A5D5811-4EFB-D4C8-CE6E-157CD675DACF}"/>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EC19532D-5FE2-50E3-31D0-8A57E75DEF39}"/>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9A5101B0-44D5-D6DD-F397-8F26B636C93D}"/>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F2555AB8-660D-AE17-8A2B-13A2FD81029B}"/>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C42AF09C-3D4B-E1FD-67F4-9B3D8E347B5F}"/>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6518AC3-FDF8-7193-71F4-4CEA2D1FF8E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1D1E547-A1FD-0CE9-946A-DA586A41FF23}"/>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0AF7CAD-00EF-C6D2-2C76-D401FECAE2B3}"/>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6DFEA73-5C98-E619-D86F-DB87FD9681A5}"/>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7D2B67F-A598-E9EC-357A-305B647D1A4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FD18EAC-59B1-4201-E61F-EBD6E293ED68}"/>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5653100-8859-6236-D5E2-2790E2DFED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0213B19-9E32-AAEC-62F0-698C8CCC8732}"/>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0AEF15B-8B21-9388-6B3F-24C67DAFED3B}"/>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F9E7A05-57AC-B24F-F842-ADF7B020BCAF}"/>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D9FB6FD-7F69-6C1E-3256-9B35EE805B2A}"/>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5D14B98-A28C-3966-4B22-65EFE888C04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21494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A3A020A6-9A60-94E8-6B70-3C502ECAD284}"/>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3733710C-677D-D1C1-B77D-657B4AF266C9}"/>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E69F4CA9-D0F4-5886-9D88-DF8DCBFC4CD0}"/>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D5CC0856-4400-3A44-F7D8-9E23ED5B660E}"/>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BF703BD7-0931-54E3-335D-29A8CB10AD8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C92BD23E-F50A-5B5C-BD4C-66E574BD5ACC}"/>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7F8313C6-D1ED-0623-C13D-04764C405EAC}"/>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4880B96F-148F-E451-F0D5-2828ACDE3559}"/>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9321ED2F-0280-5E22-D33D-F6D95B66D796}"/>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A45573A2-63AB-2289-2308-C12FB78CC434}"/>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991CC61F-FDA6-AADF-A920-17605163EC82}"/>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11FE0D84-9F9D-0282-46B1-4A2033E1F7A1}"/>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FA30DF63-9B0D-2594-E696-0F5C23B981FE}"/>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A45DE55-CB97-0CDE-175E-A1583439764C}"/>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7FB3EB0-CC7C-E6CE-1810-82B69695C918}"/>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2410162-624B-1877-1CC8-79829002D0A7}"/>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EA485B8-B735-FF81-2039-4646DA9EC22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203A4ED-EF6D-A767-5678-BAC0E9B5313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370C370-17A3-8143-8D98-A0BD971228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35533C-A56E-15BC-13BA-D548AB87BB2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5F20445-6AD2-C26B-3D01-92A2C20EE412}"/>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1483D1A-AE55-396E-4DA1-73EBD3FB92B8}"/>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3057AA8-DDAD-0138-2F24-3A2FBF2472CD}"/>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9E2FDA8-DCE2-EACE-BEEC-8C93F9B60C55}"/>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98716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02477768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AD47F79A-06C6-8146-2726-E337C57DFA6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0A0A8ADA-90CC-2EF5-AE44-69BC64BA09FF}"/>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450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756F3268-D9C2-26AA-E372-6D3615ACF2F1}"/>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2B9F499C-C8C9-89B3-E576-C790AC68B913}"/>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7963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963357217"/>
      </p:ext>
    </p:extLst>
  </p:cSld>
  <p:clrMapOvr>
    <a:masterClrMapping/>
  </p:clrMapOvr>
  <p:transition>
    <p:fade/>
  </p:transition>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519038517"/>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6DB6C57-3951-6006-519D-4615F6898754}"/>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891B525B-89EA-B373-ECC8-6581C820A14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383802497"/>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505C1F9C-EA6B-0516-A59C-EEAD91DB727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613722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8268578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BB45644B-7519-025A-EA25-1E735AD16218}"/>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DBD08C04-D9E4-3431-3EE6-88E1E7DC1432}"/>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83880797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D3AF0C5-128A-D8D2-10FE-D34EF3815AE9}"/>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694A7857-C08F-E8FE-F2F9-253ACC13995A}"/>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56344719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7AA14FFF-7DEA-4B50-5F1C-156F46296DD9}"/>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54D39290-8489-ACD7-6388-6779B6CE0A22}"/>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83491760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40C312EF-C4DB-3DDF-D2EA-D34BFAA122C7}"/>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02399519-6CF5-542D-EC43-39FB96B0E3E7}"/>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68718659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2225274513"/>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97136910"/>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1D9C04A6-E993-5211-2533-601A281EE02E}"/>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336CD3A4-FED2-D403-B65F-B2D92E676324}"/>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12B32456-DB82-55AB-700F-6A2C84C4A5EE}"/>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CF5FC2D3-1A8D-3942-5723-A6D7439E1B3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240603292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93459470"/>
      </p:ext>
    </p:extLst>
  </p:cSld>
  <p:clrMapOvr>
    <a:masterClrMapping/>
  </p:clrMapOvr>
  <p:transition>
    <p:fade/>
  </p:transition>
  <p:hf hd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6BA0E33D-37F8-4AE3-99A1-FD4770D69CED}"/>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305821"/>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3B352466-73AE-2F17-6811-285EC097EE5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4303211B-F044-6B41-91DD-973CBAB6612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D21EA47-7383-A5AE-F7E2-144D92B236D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115051769"/>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9FB0A9EA-399B-A60A-EF32-091C33971B8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FC4F2E8A-9667-9DDE-288A-4AC733332D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50021B30-2A90-F856-B1BD-6A692DE44C5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456403923"/>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3E0E838-ED95-446E-6CCB-9AE765F47A3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6AFDC62D-4B4D-701E-E3BD-854924BE099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781C1D1-D00A-C074-F63A-2F5829F45870}"/>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910389172"/>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E23A4AA-F28B-26BD-57B0-D8FE06D7F7C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7AA8CF0A-431A-4CDA-954F-5FD34FCA30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BF29891-85E9-044C-249E-1DC506F25E0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4152308"/>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3F6F8EF-12A1-147F-C671-621F5F962D15}"/>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41D2742D-678D-A24A-F321-B95FF34DE0A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69EAD12-DD32-29FF-3973-2E7CEB5BC09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27832731"/>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DF686E0C-AF28-1E28-195D-FC9EB761737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8CED571-7426-C0C1-4C2E-A6F51C76897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62312A6-BFFD-00AE-2397-A723AE1FFE18}"/>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364712685"/>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51300289"/>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63180347"/>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666097444"/>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235287613"/>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87A5FA9C-CA11-551D-8C9C-DD42DEAD3B86}"/>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C0E1BA35-48A2-0F7C-054E-5452105B0EB9}"/>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2AB55633-061B-6ED4-E4C8-92DF8B75F0C5}"/>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B8F4E9EB-CF14-1FDF-2D81-E931ED26059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081F9009-6FAF-3DAB-98EF-B57786592C4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B2FBEE97-E16D-914E-6F43-9E74D0DDBC1D}"/>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3747CC41-4584-0D75-5370-46328CEF879E}"/>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01220BB4-34E9-83D8-9F57-72691342526E}"/>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2BBDB343-5265-A98E-6C91-799B40B1095E}"/>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670518D9-F896-A739-4FD1-DACC805C1E9A}"/>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9DF72811-596D-0595-BFA2-D34E7BA21F13}"/>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F334222D-93E3-7D4A-74F3-05E336AF3245}"/>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85486A9-A12E-4801-010F-689CFBED9FA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F102C0-99F7-2579-DF13-7A4299A93F6E}"/>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62B166E-CCC5-6C4F-6E0C-4786141DA215}"/>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8E27825-5F41-6D72-151A-E11AF0855FB8}"/>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999A4B8-B5CE-8165-9230-5F3DE29E78B4}"/>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5FDAD5B-2E16-F667-1C37-59847BE0B945}"/>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E651BFE-3DF6-5B9D-A894-11822AE7580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BCAAA12-0E59-6462-3F70-AF5A2AF954B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D414F4-69A1-D15D-0CC6-FDCB808E6095}"/>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4C055B6-5EE1-E356-AA4A-ADD025B8FF65}"/>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010138-D5AA-8E7C-0815-0FDB5CC45160}"/>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F3BCE7-7FC5-B6F7-DFE4-AD7A6E5FBC8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239088"/>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B87BC26A-7C34-479F-4114-F89986902D1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BA01427F-2F61-5826-91B0-44BABCAE5955}"/>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5604DF28-D28C-65C0-0D6B-6BD9504F140F}"/>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4AD149BF-D2BB-2FE9-6DBF-10274DBE9A8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1E67488E-FF77-7347-1144-18A60A70E0C9}"/>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E15DD351-C693-656E-9C55-38963131B77B}"/>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6AE9FCD4-68EF-2B5C-9993-662174E9B3AF}"/>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AEDD0D06-0822-D6CF-F7F2-ECA1DD42F5C5}"/>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50B3CA65-D609-AB6A-CE08-FCAE009CFCE8}"/>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EB7E8541-E2FD-C3EE-A627-86DB1BF9869B}"/>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97FBB600-B90E-6173-DA8D-0C4B5493FC54}"/>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764C5A39-08BF-32ED-B393-B3E32D187B7D}"/>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12653D6-9611-CF69-EC1F-2CEF44520628}"/>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1E32C65-63F6-AC0C-F5B4-2CD6C3FD75F1}"/>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333DEDF-AD3C-645B-6D8A-C9FE79A2CDB9}"/>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9D5B02-8BF0-9F54-1DD2-843947A045E0}"/>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624141D-1EC2-F6A2-4F49-507B9FCB364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8BEA3A-4F0C-8D90-FDAB-EC1C1B5CC584}"/>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8EA5E3-7BAD-462B-AB87-36C08BA1E31C}"/>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11E5A75-82F4-A2A3-D83A-48C0D1716CBF}"/>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436ABB-81F1-8EC2-6BC6-BFB945FD337C}"/>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CFF5157-84C5-A522-CD55-4FD17E2875B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0F39BD8-2655-4968-D193-B00BEA99501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252866B-3666-8656-D203-E6AA0E0D93E7}"/>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105275"/>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0A3F8966-57C4-8D69-C2EE-33B49713DBB9}"/>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AEAD8DFB-08AB-1CA1-08FC-39EC59F5EBFE}"/>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671E9712-E3C1-A63F-8C08-29D6ED708785}"/>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6F6F8AB6-38BF-D978-847B-D749F8DB2D79}"/>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7B3FCA31-9DBC-535A-F646-502AD3C4D1D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30AEFC43-70D4-4B2E-D1FE-2EAA1FFDC2B0}"/>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657D4A5C-0906-5390-F0F2-FBDAEF89021E}"/>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E025B546-6089-6239-8F8C-2460DC28233A}"/>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EA0FEA50-3041-99F7-8E63-BEF554768F0F}"/>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D4B7E630-810D-96ED-55A6-FE05046C1F8E}"/>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649E71A2-2E20-8403-B55C-AB232C8E2DB6}"/>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20A9CECE-ADB9-A3E2-3752-8BEEE480CCCB}"/>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B5095EB6-A636-9B82-2D9B-92E94DCFB107}"/>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BD8B419-8700-09BC-6C95-2084A6309A8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A89DC29-66A1-1813-CAF6-46E5228296C4}"/>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AC8A285-4F95-F90F-4937-830BB68E94ED}"/>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B542510-3C26-9C80-F5F6-92EA7A954851}"/>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E779AC0-FBDA-CE35-A626-3927B3A1EDF0}"/>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71C710-41E0-6882-FDB3-69102CE05C6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A81D277-20A5-A253-4DCA-54209067BD36}"/>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D0185C3-29D3-2059-2E6D-0B07CE0B2014}"/>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989C6A-A88E-2EA6-98F8-304FF070BB0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DADFD3E-B19C-9A2C-EFF6-34CAA61FD4DB}"/>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0CCE77A-6046-630C-03DF-2CA4427EDCEA}"/>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370172"/>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278225201"/>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72028822-A305-2632-7308-349518C64BF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1B0072A0-F3A5-3ACF-F6E3-98DC215F173A}"/>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3764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theme" Target="../theme/theme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slideLayout" Target="../slideLayouts/slideLayout87.xml"/><Relationship Id="rId3" Type="http://schemas.openxmlformats.org/officeDocument/2006/relationships/slideLayout" Target="../slideLayouts/slideLayout64.xml"/><Relationship Id="rId21" Type="http://schemas.openxmlformats.org/officeDocument/2006/relationships/slideLayout" Target="../slideLayouts/slideLayout82.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29" Type="http://schemas.openxmlformats.org/officeDocument/2006/relationships/slideLayout" Target="../slideLayouts/slideLayout90.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slideLayout" Target="../slideLayouts/slideLayout89.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31" Type="http://schemas.openxmlformats.org/officeDocument/2006/relationships/theme" Target="../theme/theme3.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slideLayout" Target="../slideLayouts/slideLayout88.xml"/><Relationship Id="rId30"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Title Placeholder 1">
            <a:extLst>
              <a:ext uri="{FF2B5EF4-FFF2-40B4-BE49-F238E27FC236}">
                <a16:creationId xmlns:a16="http://schemas.microsoft.com/office/drawing/2014/main" id="{DA58ED04-A41D-F6D6-EF43-9324CB14A94A}"/>
              </a:ext>
            </a:extLst>
          </p:cNvPr>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34" name="Text Placeholder 3">
            <a:extLst>
              <a:ext uri="{FF2B5EF4-FFF2-40B4-BE49-F238E27FC236}">
                <a16:creationId xmlns:a16="http://schemas.microsoft.com/office/drawing/2014/main" id="{B9F0F4AE-E8FD-934C-8C14-9D675AD712A9}"/>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6" name="GRID" hidden="1">
            <a:extLst>
              <a:ext uri="{FF2B5EF4-FFF2-40B4-BE49-F238E27FC236}">
                <a16:creationId xmlns:a16="http://schemas.microsoft.com/office/drawing/2014/main" id="{D5D73230-EDAD-D53F-59F8-FD0D14164C09}"/>
              </a:ext>
            </a:extLst>
          </p:cNvPr>
          <p:cNvGrpSpPr/>
          <p:nvPr userDrawn="1"/>
        </p:nvGrpSpPr>
        <p:grpSpPr>
          <a:xfrm>
            <a:off x="0" y="0"/>
            <a:ext cx="12192000" cy="6858000"/>
            <a:chOff x="0" y="0"/>
            <a:chExt cx="12192000" cy="6858000"/>
          </a:xfrm>
        </p:grpSpPr>
        <p:cxnSp>
          <p:nvCxnSpPr>
            <p:cNvPr id="37" name="Straight Connector 36">
              <a:extLst>
                <a:ext uri="{FF2B5EF4-FFF2-40B4-BE49-F238E27FC236}">
                  <a16:creationId xmlns:a16="http://schemas.microsoft.com/office/drawing/2014/main" id="{96B0BD6C-F32A-52BD-3FEB-3D9A6DC243F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7ACE2E7-E61E-40FD-BB53-1851CB0652B8}"/>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9E18E8B-CE9D-8949-70F4-3028D1AD94C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CA01B6A-4AC0-6A5D-B5C8-71BE559BA865}"/>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CD63A13-4951-FE84-6E44-EF6FA6582032}"/>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3270D57-D41C-0DBB-594A-ECB1884B21B4}"/>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E9844D-4E86-846C-BE01-4AD94A28C74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D841936-9B7E-8170-72DB-89EFAE19D3A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8B5CC-8DF8-7489-A2EA-72656395B4CD}"/>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896F75B-DA59-7463-0E62-201407450C49}"/>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A34CF89-46BA-99A0-38D1-2B52748F9C7E}"/>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CFB786B-A62E-2AC8-8353-F38BDF9BB013}"/>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CFFADD-4B16-36EE-B634-DA4F349BF50E}"/>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9C125E2-ECF6-B730-B2AA-28C8B8DA1B78}"/>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38841B-EA6F-21C8-569C-BB809B5A4006}"/>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DD06D3F-1B28-31B4-0387-B2B473497750}"/>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CFF8194-2DA3-CC7B-E9C3-9FFDFDA8B0D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FA55516-A0C6-1889-6A8B-73858BEBDE99}"/>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8F3940E-516F-A553-DB1C-5710578772DF}"/>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4F7F2FA-6044-B440-78F1-3220A0EC4FC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FF80011-5C92-7CD9-952E-AE8DE09E1C3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7A75AB4-C3DC-E3AC-AE35-B6B21E7BDF76}"/>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EDF65A-E73F-B9F4-450E-CE4734F6FB02}"/>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6C3C96E-F77B-3315-D7FF-DA9B09EAF9E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575FA65-25DE-8B58-C85B-F6180B657E78}"/>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176B1C9-F817-88AA-131D-226CDE75396B}"/>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95C5B56-09DE-80F4-9063-361FE984969D}"/>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EA8D092-A68E-966D-05AB-5C5F711644B1}"/>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7B50F7C-54D2-8CF5-C2CC-2C0CFF958754}"/>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63FCD2F-60E6-A3A7-B15B-137B18185BA6}"/>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C449D22-C2C2-04AF-D96C-01D22008D30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A0F9A2E-6243-A242-A849-63A73FA2CC7F}"/>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DE0FABE-742C-D8C3-6991-6E9B0E1D7F53}"/>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62C2A98-6AE3-1156-1450-8988EB9EE615}"/>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0" name=".64 square" hidden="1">
            <a:extLst>
              <a:ext uri="{FF2B5EF4-FFF2-40B4-BE49-F238E27FC236}">
                <a16:creationId xmlns:a16="http://schemas.microsoft.com/office/drawing/2014/main" id="{6382D235-4B2E-67AE-3912-5E0EB4DFE993}"/>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1" name=".32 square" hidden="1">
            <a:extLst>
              <a:ext uri="{FF2B5EF4-FFF2-40B4-BE49-F238E27FC236}">
                <a16:creationId xmlns:a16="http://schemas.microsoft.com/office/drawing/2014/main" id="{1991EC17-57D3-7338-9697-9B8D4DAAC163}"/>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61732303"/>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 id="2147484121" r:id="rId21"/>
    <p:sldLayoutId id="2147484122" r:id="rId22"/>
    <p:sldLayoutId id="2147484123" r:id="rId23"/>
    <p:sldLayoutId id="2147484124" r:id="rId24"/>
    <p:sldLayoutId id="2147484125" r:id="rId25"/>
    <p:sldLayoutId id="2147484126" r:id="rId26"/>
    <p:sldLayoutId id="2147484127" r:id="rId27"/>
    <p:sldLayoutId id="2147484128" r:id="rId28"/>
    <p:sldLayoutId id="2147484129" r:id="rId29"/>
    <p:sldLayoutId id="2147484130"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8" name="GRID" hidden="1">
            <a:extLst>
              <a:ext uri="{FF2B5EF4-FFF2-40B4-BE49-F238E27FC236}">
                <a16:creationId xmlns:a16="http://schemas.microsoft.com/office/drawing/2014/main" id="{DC680CE1-0152-A9B3-81CD-D7469FA1F45A}"/>
              </a:ext>
            </a:extLst>
          </p:cNvPr>
          <p:cNvGrpSpPr/>
          <p:nvPr userDrawn="1"/>
        </p:nvGrpSpPr>
        <p:grpSpPr>
          <a:xfrm>
            <a:off x="0" y="0"/>
            <a:ext cx="12192000" cy="6858000"/>
            <a:chOff x="0" y="0"/>
            <a:chExt cx="12192000" cy="6858000"/>
          </a:xfrm>
        </p:grpSpPr>
        <p:cxnSp>
          <p:nvCxnSpPr>
            <p:cNvPr id="34" name="Straight Connector 33">
              <a:extLst>
                <a:ext uri="{FF2B5EF4-FFF2-40B4-BE49-F238E27FC236}">
                  <a16:creationId xmlns:a16="http://schemas.microsoft.com/office/drawing/2014/main" id="{EC200297-0A98-8AE6-0A6D-1E94168949A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B67385F-35A7-D130-3418-F10389C4DA2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7D3EBB-08E2-F629-C15C-01FFE854237A}"/>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B0575A-A62C-DD17-309D-939A56D19DE3}"/>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3683606-CB61-C6BA-6231-0DDAC12DAA3F}"/>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6D7F8F7-78EA-CF8E-936E-24D3BE64C25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E92743C-307F-4DF1-E323-373054232889}"/>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EB12845-B0B6-7190-8BB0-C44E534A0A2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8CAD91D-3198-B853-C80C-06A279FD8380}"/>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1F7E7-7233-E9C2-DCAE-8BDAFD1EF1EC}"/>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C4A88CB-CBE2-BB9D-F215-64570BA1A652}"/>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19CBE1-1EA4-F3E9-D97C-4AEF7FB670CF}"/>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2A85532-B597-C610-F029-1F7358412171}"/>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4B174D4-016F-F483-58FA-EF7C0C19EA1E}"/>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2B9D32E-5FAA-1D00-01D3-48532F725B73}"/>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C5C16BC-B2B8-8FDB-F751-289A977C6DD3}"/>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9E8EC1A-46FD-FA1D-BD66-CAF96087431B}"/>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1D50D9E-9095-1E3C-A327-8DB08232695D}"/>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32E05B0-B89C-7A35-7B9F-87436CAAECDD}"/>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168F935-7ACB-51CC-B910-483594E554A0}"/>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D414F4F-471B-FF12-D8F0-2FCDF7D92C61}"/>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F9E40C-6C1C-4347-7221-7FADE472373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989C83A-C592-83A4-9EEC-A45519E2DD1C}"/>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010B14-7365-C624-AD5D-7716A529DD51}"/>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D09495-38C3-CD54-01F7-8CA84A2BADCC}"/>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DC5C14-1638-B786-B582-AA49DF1E2EF7}"/>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BB542A2-9D2C-B85F-9EE0-D025871A1A7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151646-8A9D-A7F8-0D55-BAD73A5CEA67}"/>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15D6A62-F74D-1AB4-0563-28AB9E4C41C0}"/>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1D2D649-FE0F-B760-4ABC-1267AF89D67E}"/>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E7004DF-B401-F6C7-29C3-72E415127EF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5DE4F3B-28F2-9012-C048-527C3DDA0C2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71DC2F5-239C-94AE-5EA4-42459ABDE2C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23C781-4CFD-7715-1126-27F71BFFC7F6}"/>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8" name=".64 square" hidden="1">
            <a:extLst>
              <a:ext uri="{FF2B5EF4-FFF2-40B4-BE49-F238E27FC236}">
                <a16:creationId xmlns:a16="http://schemas.microsoft.com/office/drawing/2014/main" id="{403C4AD3-10A9-A760-C8F5-BC5E03CF0436}"/>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9" name=".32 square" hidden="1">
            <a:extLst>
              <a:ext uri="{FF2B5EF4-FFF2-40B4-BE49-F238E27FC236}">
                <a16:creationId xmlns:a16="http://schemas.microsoft.com/office/drawing/2014/main" id="{7FD4C3F5-136F-FDBD-9FA6-2F1C679D8021}"/>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694084769"/>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4" r:id="rId12"/>
    <p:sldLayoutId id="2147484145" r:id="rId13"/>
    <p:sldLayoutId id="2147484146" r:id="rId14"/>
    <p:sldLayoutId id="2147484147" r:id="rId15"/>
    <p:sldLayoutId id="2147484148" r:id="rId16"/>
    <p:sldLayoutId id="2147484149" r:id="rId17"/>
    <p:sldLayoutId id="2147484150" r:id="rId18"/>
    <p:sldLayoutId id="2147484151" r:id="rId19"/>
    <p:sldLayoutId id="2147484152" r:id="rId20"/>
    <p:sldLayoutId id="2147484153" r:id="rId21"/>
    <p:sldLayoutId id="2147484154" r:id="rId22"/>
    <p:sldLayoutId id="2147484155" r:id="rId23"/>
    <p:sldLayoutId id="2147484156" r:id="rId24"/>
    <p:sldLayoutId id="2147484157" r:id="rId25"/>
    <p:sldLayoutId id="2147484158" r:id="rId26"/>
    <p:sldLayoutId id="2147484159" r:id="rId27"/>
    <p:sldLayoutId id="2147484160" r:id="rId28"/>
    <p:sldLayoutId id="2147484161" r:id="rId29"/>
    <p:sldLayoutId id="2147484162"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8" Type="http://schemas.openxmlformats.org/officeDocument/2006/relationships/hyperlink" Target="https://learn.microsoft.com/azure/foundry/concepts/ai-red-teaming-agent" TargetMode="External"/><Relationship Id="rId3" Type="http://schemas.openxmlformats.org/officeDocument/2006/relationships/hyperlink" Target="https://learn.microsoft.com/azure/ai-foundry/concepts/evaluation-approach-gen-ai" TargetMode="External"/><Relationship Id="rId7" Type="http://schemas.openxmlformats.org/officeDocument/2006/relationships/hyperlink" Target="https://learn.microsoft.com/azure/ai-foundry/how-to/develop/run-ai-red-teaming-cloud" TargetMode="External"/><Relationship Id="rId2" Type="http://schemas.openxmlformats.org/officeDocument/2006/relationships/notesSlide" Target="../notesSlides/notesSlide19.xml"/><Relationship Id="rId1" Type="http://schemas.openxmlformats.org/officeDocument/2006/relationships/slideLayout" Target="../slideLayouts/slideLayout22.xml"/><Relationship Id="rId6" Type="http://schemas.openxmlformats.org/officeDocument/2006/relationships/hyperlink" Target="https://learn.microsoft.com/azure/foundry/observability/how-to/evaluate-agent" TargetMode="External"/><Relationship Id="rId5" Type="http://schemas.openxmlformats.org/officeDocument/2006/relationships/hyperlink" Target="https://learn.microsoft.com/azure/ai-foundry/concepts/evaluation-evaluators/agent-evaluators" TargetMode="External"/><Relationship Id="rId4" Type="http://schemas.openxmlformats.org/officeDocument/2006/relationships/hyperlink" Target="https://learn.microsoft.com/azure/foundry/how-to/evaluate-generative-ai-app"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4980968"/>
            <a:ext cx="9050130" cy="369332"/>
          </a:xfrm>
        </p:spPr>
        <p:txBody>
          <a:bodyPr/>
          <a:lstStyle/>
          <a:p>
            <a:r>
              <a:rPr lang="en-US" sz="2400"/>
              <a:t>Module 3.4A - AgentOps: Evaluate</a:t>
            </a:r>
            <a:endParaRPr sz="2400" dirty="0"/>
          </a:p>
        </p:txBody>
      </p:sp>
      <p:sp>
        <p:nvSpPr>
          <p:cNvPr id="3" name="Text Placeholder 2"/>
          <p:cNvSpPr>
            <a:spLocks noGrp="1"/>
          </p:cNvSpPr>
          <p:nvPr>
            <p:ph type="body" sz="quarter" idx="12"/>
          </p:nvPr>
        </p:nvSpPr>
        <p:spPr>
          <a:xfrm>
            <a:off x="582042" y="5634620"/>
            <a:ext cx="10398192" cy="215444"/>
          </a:xfrm>
        </p:spPr>
        <p:txBody>
          <a:bodyPr/>
          <a:lstStyle/>
          <a:p>
            <a:r>
              <a:rPr lang="en-US" sz="1400"/>
              <a:t>AI Governance Workshop | AgentOps on Microsoft Foundry - Technical Perspective</a:t>
            </a:r>
            <a:endParaRP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7315200" cy="731520"/>
          </a:xfrm>
          <a:prstGeom prst="rect">
            <a:avLst/>
          </a:prstGeom>
          <a:noFill/>
        </p:spPr>
        <p:txBody>
          <a:bodyPr wrap="square" anchor="t"/>
          <a:lstStyle/>
          <a:p>
            <a:pPr algn="l">
              <a:defRPr sz="2800" b="1">
                <a:solidFill>
                  <a:srgbClr val="243A5E"/>
                </a:solidFill>
                <a:latin typeface="Segoe UI Semibold"/>
              </a:defRPr>
            </a:pPr>
            <a:r>
              <a:t>Conditions and terms of use</a:t>
            </a:r>
          </a:p>
        </p:txBody>
      </p:sp>
      <p:sp>
        <p:nvSpPr>
          <p:cNvPr id="3" name="Rectangle 2"/>
          <p:cNvSpPr/>
          <p:nvPr/>
        </p:nvSpPr>
        <p:spPr>
          <a:xfrm>
            <a:off x="640080" y="1645920"/>
            <a:ext cx="10881360" cy="4114800"/>
          </a:xfrm>
          <a:prstGeom prst="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011680"/>
            <a:ext cx="9966960" cy="3474720"/>
          </a:xfrm>
          <a:prstGeom prst="rect">
            <a:avLst/>
          </a:prstGeom>
          <a:noFill/>
        </p:spPr>
        <p:txBody>
          <a:bodyPr wrap="square" anchor="t"/>
          <a:lstStyle/>
          <a:p>
            <a:pPr algn="l">
              <a:defRPr sz="1000" b="0">
                <a:solidFill>
                  <a:srgbClr val="000000"/>
                </a:solidFill>
                <a:latin typeface="Segoe UI"/>
              </a:defRPr>
            </a:pPr>
            <a:r>
              <a:t>© Microsoft Corporation. All rights reserved.</a:t>
            </a:r>
            <a:br/>
            <a:br/>
            <a: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p>
        </p:txBody>
      </p:sp>
      <p:sp>
        <p:nvSpPr>
          <p:cNvPr id="5" name="Rectangle 4"/>
          <p:cNvSpPr/>
          <p:nvPr/>
        </p:nvSpPr>
        <p:spPr>
          <a:xfrm>
            <a:off x="0" y="6537960"/>
            <a:ext cx="12191695" cy="32004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0" y="6172200"/>
            <a:ext cx="3931920" cy="320040"/>
          </a:xfrm>
          <a:prstGeom prst="rect">
            <a:avLst/>
          </a:prstGeom>
          <a:noFill/>
        </p:spPr>
        <p:txBody>
          <a:bodyPr wrap="square" anchor="t"/>
          <a:lstStyle/>
          <a:p>
            <a:pPr algn="ctr">
              <a:defRPr sz="800" b="0">
                <a:solidFill>
                  <a:srgbClr val="737373"/>
                </a:solidFill>
                <a:latin typeface="Segoe UI"/>
              </a:defRPr>
            </a:pPr>
            <a:r>
              <a:t>Microsoft Confidential</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A66968-E42C-7236-0819-A690A4F7C76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60308A49-72DB-EEED-9370-5D80749AAF3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9E22825C-FDDC-10FC-7A3D-69FBD7480319}"/>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C08DCEFB-4DA9-CEDB-7823-A8328ED5A452}"/>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Learning outcomes in this module</a:t>
            </a:r>
            <a:endParaRPr lang="en-US" sz="2400" b="1" dirty="0" err="1">
              <a:solidFill>
                <a:srgbClr val="243A5E"/>
              </a:solidFill>
              <a:latin typeface="Segoe UI" panose="020B0502040204020203" pitchFamily="34" charset="0"/>
            </a:endParaRPr>
          </a:p>
        </p:txBody>
      </p:sp>
      <p:sp>
        <p:nvSpPr>
          <p:cNvPr id="6" name="Oval 5">
            <a:extLst>
              <a:ext uri="{FF2B5EF4-FFF2-40B4-BE49-F238E27FC236}">
                <a16:creationId xmlns:a16="http://schemas.microsoft.com/office/drawing/2014/main" id="{1C52391E-3F44-ABFF-9C82-24BA79D71C5E}"/>
              </a:ext>
            </a:extLst>
          </p:cNvPr>
          <p:cNvSpPr/>
          <p:nvPr/>
        </p:nvSpPr>
        <p:spPr bwMode="auto">
          <a:xfrm>
            <a:off x="838200" y="1422400"/>
            <a:ext cx="457200" cy="457200"/>
          </a:xfrm>
          <a:prstGeom prst="ellipse">
            <a:avLst/>
          </a:prstGeom>
          <a:solidFill>
            <a:srgbClr val="E8F2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7" name="TextBox 6">
            <a:extLst>
              <a:ext uri="{FF2B5EF4-FFF2-40B4-BE49-F238E27FC236}">
                <a16:creationId xmlns:a16="http://schemas.microsoft.com/office/drawing/2014/main" id="{DEE27D61-F4E2-8CE3-7417-8DD9BB388E38}"/>
              </a:ext>
            </a:extLst>
          </p:cNvPr>
          <p:cNvSpPr txBox="1"/>
          <p:nvPr/>
        </p:nvSpPr>
        <p:spPr>
          <a:xfrm>
            <a:off x="838200" y="1511300"/>
            <a:ext cx="457200" cy="307777"/>
          </a:xfrm>
          <a:prstGeom prst="rect">
            <a:avLst/>
          </a:prstGeom>
          <a:noFill/>
        </p:spPr>
        <p:txBody>
          <a:bodyPr vert="horz" wrap="square" lIns="0" tIns="0" rIns="0" bIns="0" rtlCol="0">
            <a:noAutofit/>
          </a:bodyPr>
          <a:lstStyle/>
          <a:p>
            <a:pPr algn="ctr"/>
            <a:r>
              <a:rPr lang="en-US" sz="1400" b="1">
                <a:solidFill>
                  <a:srgbClr val="0078D4"/>
                </a:solidFill>
                <a:latin typeface="Segoe UI" panose="020B0502040204020203" pitchFamily="34" charset="0"/>
              </a:rPr>
              <a:t>1</a:t>
            </a:r>
            <a:endParaRPr lang="en-US" sz="1400" b="1" dirty="0" err="1">
              <a:solidFill>
                <a:srgbClr val="0078D4"/>
              </a:solidFill>
              <a:latin typeface="Segoe UI" panose="020B0502040204020203" pitchFamily="34" charset="0"/>
            </a:endParaRPr>
          </a:p>
        </p:txBody>
      </p:sp>
      <p:sp>
        <p:nvSpPr>
          <p:cNvPr id="8" name="TextBox 7">
            <a:extLst>
              <a:ext uri="{FF2B5EF4-FFF2-40B4-BE49-F238E27FC236}">
                <a16:creationId xmlns:a16="http://schemas.microsoft.com/office/drawing/2014/main" id="{1A390944-4816-1A67-CD8B-2A3EFAC5AD7B}"/>
              </a:ext>
            </a:extLst>
          </p:cNvPr>
          <p:cNvSpPr txBox="1"/>
          <p:nvPr/>
        </p:nvSpPr>
        <p:spPr>
          <a:xfrm>
            <a:off x="1574800" y="1473200"/>
            <a:ext cx="9321800" cy="307777"/>
          </a:xfrm>
          <a:prstGeom prst="rect">
            <a:avLst/>
          </a:prstGeom>
          <a:noFill/>
        </p:spPr>
        <p:txBody>
          <a:bodyPr vert="horz" wrap="square" lIns="0" tIns="0" rIns="0" bIns="0" rtlCol="0">
            <a:noAutofit/>
          </a:bodyPr>
          <a:lstStyle/>
          <a:p>
            <a:r>
              <a:rPr lang="en-US" sz="1600">
                <a:solidFill>
                  <a:srgbClr val="303132"/>
                </a:solidFill>
                <a:latin typeface="Segoe UI" panose="020B0502040204020203" pitchFamily="34" charset="0"/>
              </a:rPr>
              <a:t>AgentOps foundations and production readiness</a:t>
            </a:r>
            <a:endParaRPr lang="en-US" sz="1600" dirty="0" err="1">
              <a:solidFill>
                <a:srgbClr val="303132"/>
              </a:solidFill>
              <a:latin typeface="Segoe UI" panose="020B0502040204020203" pitchFamily="34" charset="0"/>
            </a:endParaRPr>
          </a:p>
        </p:txBody>
      </p:sp>
      <p:sp>
        <p:nvSpPr>
          <p:cNvPr id="9" name="Rectangle 8">
            <a:extLst>
              <a:ext uri="{FF2B5EF4-FFF2-40B4-BE49-F238E27FC236}">
                <a16:creationId xmlns:a16="http://schemas.microsoft.com/office/drawing/2014/main" id="{07EE3B7D-3A46-F0E2-2ED4-F0FAA38488B7}"/>
              </a:ext>
            </a:extLst>
          </p:cNvPr>
          <p:cNvSpPr/>
          <p:nvPr/>
        </p:nvSpPr>
        <p:spPr bwMode="auto">
          <a:xfrm>
            <a:off x="1574800" y="1968500"/>
            <a:ext cx="9321800" cy="12700"/>
          </a:xfrm>
          <a:prstGeom prst="rect">
            <a:avLst/>
          </a:prstGeom>
          <a:solidFill>
            <a:srgbClr val="E5E5E5"/>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rgbClr val="FFFFFF"/>
                </a:solidFill>
                <a:ea typeface="Segoe UI" pitchFamily="34" charset="0"/>
                <a:cs typeface="Segoe UI" pitchFamily="34" charset="0"/>
              </a:rPr>
              <a:t>Connect AgentOps foundations to production readiness</a:t>
            </a:r>
            <a:endParaRPr lang="en-US" sz="2000" dirty="0" err="1">
              <a:solidFill>
                <a:srgbClr val="FFFFFF"/>
              </a:solidFill>
              <a:ea typeface="Segoe UI" pitchFamily="34" charset="0"/>
              <a:cs typeface="Segoe UI" pitchFamily="34" charset="0"/>
            </a:endParaRPr>
          </a:p>
        </p:txBody>
      </p:sp>
      <p:sp>
        <p:nvSpPr>
          <p:cNvPr id="10" name="Oval 9">
            <a:extLst>
              <a:ext uri="{FF2B5EF4-FFF2-40B4-BE49-F238E27FC236}">
                <a16:creationId xmlns:a16="http://schemas.microsoft.com/office/drawing/2014/main" id="{16B9A42E-5DB6-8026-57AC-34F24FABE92C}"/>
              </a:ext>
            </a:extLst>
          </p:cNvPr>
          <p:cNvSpPr/>
          <p:nvPr/>
        </p:nvSpPr>
        <p:spPr bwMode="auto">
          <a:xfrm>
            <a:off x="838200" y="2209800"/>
            <a:ext cx="457200" cy="457200"/>
          </a:xfrm>
          <a:prstGeom prst="ellipse">
            <a:avLst/>
          </a:prstGeom>
          <a:solidFill>
            <a:srgbClr val="E8F2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CA126BCE-2933-0E12-CE44-64E7EC7C9798}"/>
              </a:ext>
            </a:extLst>
          </p:cNvPr>
          <p:cNvSpPr txBox="1"/>
          <p:nvPr/>
        </p:nvSpPr>
        <p:spPr>
          <a:xfrm>
            <a:off x="838200" y="2298700"/>
            <a:ext cx="457200" cy="307777"/>
          </a:xfrm>
          <a:prstGeom prst="rect">
            <a:avLst/>
          </a:prstGeom>
          <a:noFill/>
        </p:spPr>
        <p:txBody>
          <a:bodyPr vert="horz" wrap="square" lIns="0" tIns="0" rIns="0" bIns="0" rtlCol="0">
            <a:noAutofit/>
          </a:bodyPr>
          <a:lstStyle/>
          <a:p>
            <a:pPr algn="ctr"/>
            <a:r>
              <a:rPr lang="en-US" sz="1400" b="1">
                <a:solidFill>
                  <a:srgbClr val="0078D4"/>
                </a:solidFill>
                <a:latin typeface="Segoe UI" panose="020B0502040204020203" pitchFamily="34" charset="0"/>
              </a:rPr>
              <a:t>2</a:t>
            </a:r>
            <a:endParaRPr lang="en-US" sz="1400" b="1" dirty="0" err="1">
              <a:solidFill>
                <a:srgbClr val="0078D4"/>
              </a:solidFill>
              <a:latin typeface="Segoe UI" panose="020B0502040204020203" pitchFamily="34" charset="0"/>
            </a:endParaRPr>
          </a:p>
        </p:txBody>
      </p:sp>
      <p:sp>
        <p:nvSpPr>
          <p:cNvPr id="12" name="TextBox 11">
            <a:extLst>
              <a:ext uri="{FF2B5EF4-FFF2-40B4-BE49-F238E27FC236}">
                <a16:creationId xmlns:a16="http://schemas.microsoft.com/office/drawing/2014/main" id="{0292F47B-6176-8575-7FF4-CB7E775D058B}"/>
              </a:ext>
            </a:extLst>
          </p:cNvPr>
          <p:cNvSpPr txBox="1"/>
          <p:nvPr/>
        </p:nvSpPr>
        <p:spPr>
          <a:xfrm>
            <a:off x="1574800" y="2260600"/>
            <a:ext cx="9321800" cy="307777"/>
          </a:xfrm>
          <a:prstGeom prst="rect">
            <a:avLst/>
          </a:prstGeom>
          <a:noFill/>
        </p:spPr>
        <p:txBody>
          <a:bodyPr vert="horz" wrap="square" lIns="0" tIns="0" rIns="0" bIns="0" rtlCol="0">
            <a:noAutofit/>
          </a:bodyPr>
          <a:lstStyle/>
          <a:p>
            <a:r>
              <a:rPr lang="en-US" sz="1600">
                <a:solidFill>
                  <a:srgbClr val="303132"/>
                </a:solidFill>
                <a:latin typeface="Segoe UI" panose="020B0502040204020203" pitchFamily="34" charset="0"/>
              </a:rPr>
              <a:t>Evaluation strategy and living datasets</a:t>
            </a:r>
            <a:endParaRPr lang="en-US" sz="1600" dirty="0" err="1">
              <a:solidFill>
                <a:srgbClr val="303132"/>
              </a:solidFill>
              <a:latin typeface="Segoe UI" panose="020B0502040204020203" pitchFamily="34" charset="0"/>
            </a:endParaRPr>
          </a:p>
        </p:txBody>
      </p:sp>
      <p:sp>
        <p:nvSpPr>
          <p:cNvPr id="13" name="Rectangle 12">
            <a:extLst>
              <a:ext uri="{FF2B5EF4-FFF2-40B4-BE49-F238E27FC236}">
                <a16:creationId xmlns:a16="http://schemas.microsoft.com/office/drawing/2014/main" id="{3F80EAE5-E6B8-ED01-729E-C6E208298EF3}"/>
              </a:ext>
            </a:extLst>
          </p:cNvPr>
          <p:cNvSpPr/>
          <p:nvPr/>
        </p:nvSpPr>
        <p:spPr bwMode="auto">
          <a:xfrm>
            <a:off x="1574800" y="2755900"/>
            <a:ext cx="9321800" cy="12700"/>
          </a:xfrm>
          <a:prstGeom prst="rect">
            <a:avLst/>
          </a:prstGeom>
          <a:solidFill>
            <a:srgbClr val="E5E5E5"/>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rgbClr val="FFFFFF"/>
                </a:solidFill>
                <a:ea typeface="Segoe UI" pitchFamily="34" charset="0"/>
                <a:cs typeface="Segoe UI" pitchFamily="34" charset="0"/>
              </a:rPr>
              <a:t>Design an evaluation strategy and living datasets</a:t>
            </a:r>
            <a:endParaRPr lang="en-US" sz="2000" dirty="0" err="1">
              <a:solidFill>
                <a:srgbClr val="FFFFFF"/>
              </a:solidFill>
              <a:ea typeface="Segoe UI" pitchFamily="34" charset="0"/>
              <a:cs typeface="Segoe UI" pitchFamily="34" charset="0"/>
            </a:endParaRPr>
          </a:p>
        </p:txBody>
      </p:sp>
      <p:sp>
        <p:nvSpPr>
          <p:cNvPr id="14" name="Oval 13">
            <a:extLst>
              <a:ext uri="{FF2B5EF4-FFF2-40B4-BE49-F238E27FC236}">
                <a16:creationId xmlns:a16="http://schemas.microsoft.com/office/drawing/2014/main" id="{995F754E-BD10-C5F5-10BE-C89973212E0F}"/>
              </a:ext>
            </a:extLst>
          </p:cNvPr>
          <p:cNvSpPr/>
          <p:nvPr/>
        </p:nvSpPr>
        <p:spPr bwMode="auto">
          <a:xfrm>
            <a:off x="838200" y="2997200"/>
            <a:ext cx="457200" cy="457200"/>
          </a:xfrm>
          <a:prstGeom prst="ellipse">
            <a:avLst/>
          </a:prstGeom>
          <a:solidFill>
            <a:srgbClr val="E8F2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38981329-AED0-4D81-7316-996375696DC2}"/>
              </a:ext>
            </a:extLst>
          </p:cNvPr>
          <p:cNvSpPr txBox="1"/>
          <p:nvPr/>
        </p:nvSpPr>
        <p:spPr>
          <a:xfrm>
            <a:off x="838200" y="3086100"/>
            <a:ext cx="457200" cy="307777"/>
          </a:xfrm>
          <a:prstGeom prst="rect">
            <a:avLst/>
          </a:prstGeom>
          <a:noFill/>
        </p:spPr>
        <p:txBody>
          <a:bodyPr vert="horz" wrap="square" lIns="0" tIns="0" rIns="0" bIns="0" rtlCol="0">
            <a:noAutofit/>
          </a:bodyPr>
          <a:lstStyle/>
          <a:p>
            <a:pPr algn="ctr"/>
            <a:r>
              <a:rPr lang="en-US" sz="1400" b="1">
                <a:solidFill>
                  <a:srgbClr val="0078D4"/>
                </a:solidFill>
                <a:latin typeface="Segoe UI" panose="020B0502040204020203" pitchFamily="34" charset="0"/>
              </a:rPr>
              <a:t>3</a:t>
            </a:r>
            <a:endParaRPr lang="en-US" sz="1400" b="1" dirty="0" err="1">
              <a:solidFill>
                <a:srgbClr val="0078D4"/>
              </a:solidFill>
              <a:latin typeface="Segoe UI" panose="020B0502040204020203" pitchFamily="34" charset="0"/>
            </a:endParaRPr>
          </a:p>
        </p:txBody>
      </p:sp>
      <p:sp>
        <p:nvSpPr>
          <p:cNvPr id="16" name="TextBox 15">
            <a:extLst>
              <a:ext uri="{FF2B5EF4-FFF2-40B4-BE49-F238E27FC236}">
                <a16:creationId xmlns:a16="http://schemas.microsoft.com/office/drawing/2014/main" id="{4D21EE0A-B164-3C70-7ABE-BF4DE5459624}"/>
              </a:ext>
            </a:extLst>
          </p:cNvPr>
          <p:cNvSpPr txBox="1"/>
          <p:nvPr/>
        </p:nvSpPr>
        <p:spPr>
          <a:xfrm>
            <a:off x="1574800" y="3048000"/>
            <a:ext cx="9321800" cy="307777"/>
          </a:xfrm>
          <a:prstGeom prst="rect">
            <a:avLst/>
          </a:prstGeom>
          <a:noFill/>
        </p:spPr>
        <p:txBody>
          <a:bodyPr vert="horz" wrap="square" lIns="0" tIns="0" rIns="0" bIns="0" rtlCol="0">
            <a:noAutofit/>
          </a:bodyPr>
          <a:lstStyle/>
          <a:p>
            <a:r>
              <a:rPr lang="en-US" sz="1600">
                <a:solidFill>
                  <a:srgbClr val="303132"/>
                </a:solidFill>
                <a:latin typeface="Segoe UI" panose="020B0502040204020203" pitchFamily="34" charset="0"/>
              </a:rPr>
              <a:t>Quality, grounding, behavior, latency, and cost signals</a:t>
            </a:r>
            <a:endParaRPr lang="en-US" sz="1600" dirty="0" err="1">
              <a:solidFill>
                <a:srgbClr val="303132"/>
              </a:solidFill>
              <a:latin typeface="Segoe UI" panose="020B0502040204020203" pitchFamily="34" charset="0"/>
            </a:endParaRPr>
          </a:p>
        </p:txBody>
      </p:sp>
      <p:sp>
        <p:nvSpPr>
          <p:cNvPr id="17" name="Rectangle 16">
            <a:extLst>
              <a:ext uri="{FF2B5EF4-FFF2-40B4-BE49-F238E27FC236}">
                <a16:creationId xmlns:a16="http://schemas.microsoft.com/office/drawing/2014/main" id="{9DC0A785-966E-3B80-45B6-B0C1EC7DE419}"/>
              </a:ext>
            </a:extLst>
          </p:cNvPr>
          <p:cNvSpPr/>
          <p:nvPr/>
        </p:nvSpPr>
        <p:spPr bwMode="auto">
          <a:xfrm>
            <a:off x="1574800" y="3543300"/>
            <a:ext cx="9321800" cy="12700"/>
          </a:xfrm>
          <a:prstGeom prst="rect">
            <a:avLst/>
          </a:prstGeom>
          <a:solidFill>
            <a:srgbClr val="E5E5E5"/>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rgbClr val="FFFFFF"/>
                </a:solidFill>
                <a:ea typeface="Segoe UI" pitchFamily="34" charset="0"/>
                <a:cs typeface="Segoe UI" pitchFamily="34" charset="0"/>
              </a:rPr>
              <a:t>Interpret quality, grounding, behavior, latency, and cost</a:t>
            </a:r>
            <a:endParaRPr lang="en-US" sz="2000" dirty="0" err="1">
              <a:solidFill>
                <a:srgbClr val="FFFFFF"/>
              </a:solidFill>
              <a:ea typeface="Segoe UI" pitchFamily="34" charset="0"/>
              <a:cs typeface="Segoe UI" pitchFamily="34" charset="0"/>
            </a:endParaRPr>
          </a:p>
        </p:txBody>
      </p:sp>
      <p:sp>
        <p:nvSpPr>
          <p:cNvPr id="18" name="Oval 17">
            <a:extLst>
              <a:ext uri="{FF2B5EF4-FFF2-40B4-BE49-F238E27FC236}">
                <a16:creationId xmlns:a16="http://schemas.microsoft.com/office/drawing/2014/main" id="{AFF22094-D743-2FBE-2439-EDDF5FB63D85}"/>
              </a:ext>
            </a:extLst>
          </p:cNvPr>
          <p:cNvSpPr/>
          <p:nvPr/>
        </p:nvSpPr>
        <p:spPr bwMode="auto">
          <a:xfrm>
            <a:off x="838200" y="3784600"/>
            <a:ext cx="457200" cy="457200"/>
          </a:xfrm>
          <a:prstGeom prst="ellipse">
            <a:avLst/>
          </a:prstGeom>
          <a:solidFill>
            <a:srgbClr val="E8F2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TextBox 18">
            <a:extLst>
              <a:ext uri="{FF2B5EF4-FFF2-40B4-BE49-F238E27FC236}">
                <a16:creationId xmlns:a16="http://schemas.microsoft.com/office/drawing/2014/main" id="{9ED1F566-EE18-6680-DAAB-7C6A67557398}"/>
              </a:ext>
            </a:extLst>
          </p:cNvPr>
          <p:cNvSpPr txBox="1"/>
          <p:nvPr/>
        </p:nvSpPr>
        <p:spPr>
          <a:xfrm>
            <a:off x="838200" y="3873500"/>
            <a:ext cx="457200" cy="307777"/>
          </a:xfrm>
          <a:prstGeom prst="rect">
            <a:avLst/>
          </a:prstGeom>
          <a:noFill/>
        </p:spPr>
        <p:txBody>
          <a:bodyPr vert="horz" wrap="square" lIns="0" tIns="0" rIns="0" bIns="0" rtlCol="0">
            <a:noAutofit/>
          </a:bodyPr>
          <a:lstStyle/>
          <a:p>
            <a:pPr algn="ctr"/>
            <a:r>
              <a:rPr lang="en-US" sz="1400" b="1">
                <a:solidFill>
                  <a:srgbClr val="0078D4"/>
                </a:solidFill>
                <a:latin typeface="Segoe UI" panose="020B0502040204020203" pitchFamily="34" charset="0"/>
              </a:rPr>
              <a:t>4</a:t>
            </a:r>
            <a:endParaRPr lang="en-US" sz="1400" b="1" dirty="0" err="1">
              <a:solidFill>
                <a:srgbClr val="0078D4"/>
              </a:solidFill>
              <a:latin typeface="Segoe UI" panose="020B0502040204020203" pitchFamily="34" charset="0"/>
            </a:endParaRPr>
          </a:p>
        </p:txBody>
      </p:sp>
      <p:sp>
        <p:nvSpPr>
          <p:cNvPr id="20" name="TextBox 19">
            <a:extLst>
              <a:ext uri="{FF2B5EF4-FFF2-40B4-BE49-F238E27FC236}">
                <a16:creationId xmlns:a16="http://schemas.microsoft.com/office/drawing/2014/main" id="{EB63D9DE-AE4E-0F40-931B-A434DF546EE8}"/>
              </a:ext>
            </a:extLst>
          </p:cNvPr>
          <p:cNvSpPr txBox="1"/>
          <p:nvPr/>
        </p:nvSpPr>
        <p:spPr>
          <a:xfrm>
            <a:off x="1574800" y="3835400"/>
            <a:ext cx="9321800" cy="307777"/>
          </a:xfrm>
          <a:prstGeom prst="rect">
            <a:avLst/>
          </a:prstGeom>
          <a:noFill/>
        </p:spPr>
        <p:txBody>
          <a:bodyPr vert="horz" wrap="square" lIns="0" tIns="0" rIns="0" bIns="0" rtlCol="0">
            <a:noAutofit/>
          </a:bodyPr>
          <a:lstStyle/>
          <a:p>
            <a:r>
              <a:rPr lang="en-US" sz="1600">
                <a:solidFill>
                  <a:srgbClr val="303132"/>
                </a:solidFill>
                <a:latin typeface="Segoe UI" panose="020B0502040204020203" pitchFamily="34" charset="0"/>
              </a:rPr>
              <a:t>Red teaming and AI safety</a:t>
            </a:r>
            <a:endParaRPr lang="en-US" sz="1600" dirty="0" err="1">
              <a:solidFill>
                <a:srgbClr val="303132"/>
              </a:solidFill>
              <a:latin typeface="Segoe UI" panose="020B0502040204020203" pitchFamily="34" charset="0"/>
            </a:endParaRPr>
          </a:p>
        </p:txBody>
      </p:sp>
      <p:sp>
        <p:nvSpPr>
          <p:cNvPr id="21" name="Rectangle 20">
            <a:extLst>
              <a:ext uri="{FF2B5EF4-FFF2-40B4-BE49-F238E27FC236}">
                <a16:creationId xmlns:a16="http://schemas.microsoft.com/office/drawing/2014/main" id="{BC49D1CF-EB80-533A-9914-CB963EFA5611}"/>
              </a:ext>
            </a:extLst>
          </p:cNvPr>
          <p:cNvSpPr/>
          <p:nvPr/>
        </p:nvSpPr>
        <p:spPr bwMode="auto">
          <a:xfrm>
            <a:off x="1574800" y="4330700"/>
            <a:ext cx="9321800" cy="12700"/>
          </a:xfrm>
          <a:prstGeom prst="rect">
            <a:avLst/>
          </a:prstGeom>
          <a:solidFill>
            <a:srgbClr val="E5E5E5"/>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rgbClr val="FFFFFF"/>
                </a:solidFill>
                <a:ea typeface="Segoe UI" pitchFamily="34" charset="0"/>
                <a:cs typeface="Segoe UI" pitchFamily="34" charset="0"/>
              </a:rPr>
              <a:t>Explain red teaming and AI safety</a:t>
            </a:r>
            <a:endParaRPr lang="en-US" sz="2000" dirty="0" err="1">
              <a:solidFill>
                <a:srgbClr val="FFFFFF"/>
              </a:solidFill>
              <a:ea typeface="Segoe UI" pitchFamily="34" charset="0"/>
              <a:cs typeface="Segoe UI" pitchFamily="34" charset="0"/>
            </a:endParaRPr>
          </a:p>
        </p:txBody>
      </p:sp>
      <p:sp>
        <p:nvSpPr>
          <p:cNvPr id="22" name="Oval 21">
            <a:extLst>
              <a:ext uri="{FF2B5EF4-FFF2-40B4-BE49-F238E27FC236}">
                <a16:creationId xmlns:a16="http://schemas.microsoft.com/office/drawing/2014/main" id="{93770786-6DE8-1C38-0762-79B8539CE79C}"/>
              </a:ext>
            </a:extLst>
          </p:cNvPr>
          <p:cNvSpPr/>
          <p:nvPr/>
        </p:nvSpPr>
        <p:spPr bwMode="auto">
          <a:xfrm>
            <a:off x="838200" y="4572000"/>
            <a:ext cx="457200" cy="457200"/>
          </a:xfrm>
          <a:prstGeom prst="ellipse">
            <a:avLst/>
          </a:prstGeom>
          <a:solidFill>
            <a:srgbClr val="E8F2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TextBox 22">
            <a:extLst>
              <a:ext uri="{FF2B5EF4-FFF2-40B4-BE49-F238E27FC236}">
                <a16:creationId xmlns:a16="http://schemas.microsoft.com/office/drawing/2014/main" id="{618B8F02-A914-49F3-F643-F579EEFBFAD0}"/>
              </a:ext>
            </a:extLst>
          </p:cNvPr>
          <p:cNvSpPr txBox="1"/>
          <p:nvPr/>
        </p:nvSpPr>
        <p:spPr>
          <a:xfrm>
            <a:off x="838200" y="4660900"/>
            <a:ext cx="457200" cy="307777"/>
          </a:xfrm>
          <a:prstGeom prst="rect">
            <a:avLst/>
          </a:prstGeom>
          <a:noFill/>
        </p:spPr>
        <p:txBody>
          <a:bodyPr vert="horz" wrap="square" lIns="0" tIns="0" rIns="0" bIns="0" rtlCol="0">
            <a:noAutofit/>
          </a:bodyPr>
          <a:lstStyle/>
          <a:p>
            <a:pPr algn="ctr"/>
            <a:r>
              <a:rPr lang="en-US" sz="1400" b="1">
                <a:solidFill>
                  <a:srgbClr val="0078D4"/>
                </a:solidFill>
                <a:latin typeface="Segoe UI" panose="020B0502040204020203" pitchFamily="34" charset="0"/>
              </a:rPr>
              <a:t>5</a:t>
            </a:r>
            <a:endParaRPr lang="en-US" sz="1400" b="1" dirty="0" err="1">
              <a:solidFill>
                <a:srgbClr val="0078D4"/>
              </a:solidFill>
              <a:latin typeface="Segoe UI" panose="020B0502040204020203" pitchFamily="34" charset="0"/>
            </a:endParaRPr>
          </a:p>
        </p:txBody>
      </p:sp>
      <p:sp>
        <p:nvSpPr>
          <p:cNvPr id="24" name="TextBox 23">
            <a:extLst>
              <a:ext uri="{FF2B5EF4-FFF2-40B4-BE49-F238E27FC236}">
                <a16:creationId xmlns:a16="http://schemas.microsoft.com/office/drawing/2014/main" id="{2169F957-103C-3051-6E4A-7C33DD475243}"/>
              </a:ext>
            </a:extLst>
          </p:cNvPr>
          <p:cNvSpPr txBox="1"/>
          <p:nvPr/>
        </p:nvSpPr>
        <p:spPr>
          <a:xfrm>
            <a:off x="1574800" y="4622800"/>
            <a:ext cx="9321800" cy="307777"/>
          </a:xfrm>
          <a:prstGeom prst="rect">
            <a:avLst/>
          </a:prstGeom>
          <a:noFill/>
        </p:spPr>
        <p:txBody>
          <a:bodyPr vert="horz" wrap="square" lIns="0" tIns="0" rIns="0" bIns="0" rtlCol="0">
            <a:noAutofit/>
          </a:bodyPr>
          <a:lstStyle/>
          <a:p>
            <a:r>
              <a:rPr lang="en-US" sz="1600">
                <a:solidFill>
                  <a:srgbClr val="303132"/>
                </a:solidFill>
                <a:latin typeface="Segoe UI" panose="020B0502040204020203" pitchFamily="34" charset="0"/>
              </a:rPr>
              <a:t>Demo, participant next steps, and discussion</a:t>
            </a:r>
            <a:endParaRPr lang="en-US" sz="1600" dirty="0" err="1">
              <a:solidFill>
                <a:srgbClr val="303132"/>
              </a:solidFill>
              <a:latin typeface="Segoe UI" panose="020B0502040204020203" pitchFamily="34" charset="0"/>
            </a:endParaRPr>
          </a:p>
        </p:txBody>
      </p:sp>
      <p:sp>
        <p:nvSpPr>
          <p:cNvPr id="25" name="Rectangle 24">
            <a:extLst>
              <a:ext uri="{FF2B5EF4-FFF2-40B4-BE49-F238E27FC236}">
                <a16:creationId xmlns:a16="http://schemas.microsoft.com/office/drawing/2014/main" id="{B5D68CD5-0FE3-2ECD-FDD8-65AD27D0DBE1}"/>
              </a:ext>
            </a:extLst>
          </p:cNvPr>
          <p:cNvSpPr/>
          <p:nvPr/>
        </p:nvSpPr>
        <p:spPr bwMode="auto">
          <a:xfrm>
            <a:off x="1574800" y="5118100"/>
            <a:ext cx="9321800" cy="12700"/>
          </a:xfrm>
          <a:prstGeom prst="rect">
            <a:avLst/>
          </a:prstGeom>
          <a:solidFill>
            <a:srgbClr val="E5E5E5"/>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rgbClr val="FFFFFF"/>
                </a:solidFill>
                <a:ea typeface="Segoe UI" pitchFamily="34" charset="0"/>
                <a:cs typeface="Segoe UI" pitchFamily="34" charset="0"/>
              </a:rPr>
              <a:t>Produce sample evaluation criteria through the lab or demo</a:t>
            </a: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56307009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CD0C98-F6BE-FC32-EE5E-05E0D7D42C59}"/>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B2AFE291-98D1-2BA3-AB04-9FF5B72431B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TextBox 3">
            <a:extLst>
              <a:ext uri="{FF2B5EF4-FFF2-40B4-BE49-F238E27FC236}">
                <a16:creationId xmlns:a16="http://schemas.microsoft.com/office/drawing/2014/main" id="{42759FE2-A0AA-B345-428C-09746A6A8643}"/>
              </a:ext>
            </a:extLst>
          </p:cNvPr>
          <p:cNvSpPr txBox="1"/>
          <p:nvPr/>
        </p:nvSpPr>
        <p:spPr>
          <a:xfrm>
            <a:off x="660400" y="2616200"/>
            <a:ext cx="10871200" cy="307777"/>
          </a:xfrm>
          <a:prstGeom prst="rect">
            <a:avLst/>
          </a:prstGeom>
          <a:noFill/>
        </p:spPr>
        <p:txBody>
          <a:bodyPr vert="horz" wrap="square" lIns="0" tIns="0" rIns="0" bIns="0" rtlCol="0">
            <a:noAutofit/>
          </a:bodyPr>
          <a:lstStyle/>
          <a:p>
            <a:r>
              <a:rPr lang="en-US" sz="3100">
                <a:solidFill>
                  <a:srgbClr val="FFFFFF"/>
                </a:solidFill>
                <a:latin typeface="Segoe UI" panose="020B0502040204020203" pitchFamily="34" charset="0"/>
              </a:rPr>
              <a:t>AgentOps Foundations</a:t>
            </a:r>
            <a:endParaRPr lang="en-US" sz="3100" dirty="0" err="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D9A5CA76-2711-B299-ADE3-2A09D9D66FC1}"/>
              </a:ext>
            </a:extLst>
          </p:cNvPr>
          <p:cNvSpPr txBox="1"/>
          <p:nvPr/>
        </p:nvSpPr>
        <p:spPr>
          <a:xfrm>
            <a:off x="660400" y="3403600"/>
            <a:ext cx="10871200" cy="307777"/>
          </a:xfrm>
          <a:prstGeom prst="rect">
            <a:avLst/>
          </a:prstGeom>
          <a:noFill/>
        </p:spPr>
        <p:txBody>
          <a:bodyPr vert="horz" wrap="square" lIns="0" tIns="0" rIns="0" bIns="0" rtlCol="0">
            <a:noAutofit/>
          </a:bodyPr>
          <a:lstStyle/>
          <a:p>
            <a:r>
              <a:rPr lang="en-US" sz="1400">
                <a:solidFill>
                  <a:srgbClr val="F0E4D6"/>
                </a:solidFill>
                <a:latin typeface="Segoe UI" panose="020B0502040204020203" pitchFamily="34" charset="0"/>
              </a:rPr>
              <a:t>Why AI operations need a new discipline</a:t>
            </a:r>
            <a:endParaRPr lang="en-US" sz="1400" dirty="0" err="1">
              <a:solidFill>
                <a:srgbClr val="F0E4D6"/>
              </a:solidFill>
              <a:latin typeface="Segoe UI" panose="020B0502040204020203" pitchFamily="34" charset="0"/>
            </a:endParaRPr>
          </a:p>
        </p:txBody>
      </p:sp>
      <p:sp>
        <p:nvSpPr>
          <p:cNvPr id="6" name="Rectangle 5">
            <a:extLst>
              <a:ext uri="{FF2B5EF4-FFF2-40B4-BE49-F238E27FC236}">
                <a16:creationId xmlns:a16="http://schemas.microsoft.com/office/drawing/2014/main" id="{A5EE6221-EE53-9569-A1E9-CFC7032CC431}"/>
              </a:ext>
            </a:extLst>
          </p:cNvPr>
          <p:cNvSpPr/>
          <p:nvPr/>
        </p:nvSpPr>
        <p:spPr bwMode="auto">
          <a:xfrm>
            <a:off x="660400" y="5943600"/>
            <a:ext cx="10871200" cy="12700"/>
          </a:xfrm>
          <a:prstGeom prst="rect">
            <a:avLst/>
          </a:prstGeom>
          <a:solidFill>
            <a:srgbClr val="FFFFFF">
              <a:alpha val="55000"/>
            </a:srgbClr>
          </a:soli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61165902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D61399-8176-DD1C-71EF-E979209E50B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7E4B797A-B086-BF28-8615-7F1DF7920E5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DF67E429-7D51-5795-8205-B45F39BDF570}"/>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6617C24E-F4F6-F0F6-AA70-65CC08AC0B14}"/>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The production gap</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1EF004FF-6954-CD1E-AB39-0D3BDCC4D514}"/>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The bottleneck moved from building the first demo to proving the next version is safe to release.</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663ECED8-7728-3B0E-DB24-05A8C58E54FB}"/>
              </a:ext>
            </a:extLst>
          </p:cNvPr>
          <p:cNvSpPr/>
          <p:nvPr/>
        </p:nvSpPr>
        <p:spPr bwMode="auto">
          <a:xfrm>
            <a:off x="660400" y="1422400"/>
            <a:ext cx="5207000" cy="4368800"/>
          </a:xfrm>
          <a:prstGeom prst="roundRect">
            <a:avLst/>
          </a:prstGeom>
          <a:solidFill>
            <a:srgbClr val="FDEBEB"/>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6D552541-822E-B5E1-EA37-4CA31706A727}"/>
              </a:ext>
            </a:extLst>
          </p:cNvPr>
          <p:cNvSpPr/>
          <p:nvPr/>
        </p:nvSpPr>
        <p:spPr bwMode="auto">
          <a:xfrm>
            <a:off x="6324600" y="1422400"/>
            <a:ext cx="5207000" cy="4368800"/>
          </a:xfrm>
          <a:prstGeom prst="roundRect">
            <a:avLst/>
          </a:prstGeom>
          <a:solidFill>
            <a:srgbClr val="EDF8ED"/>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Left Card Header Base">
            <a:extLst>
              <a:ext uri="{FF2B5EF4-FFF2-40B4-BE49-F238E27FC236}">
                <a16:creationId xmlns:a16="http://schemas.microsoft.com/office/drawing/2014/main" id="{CF5BB221-A9A9-30E9-47A8-1973BF33C9A5}"/>
              </a:ext>
            </a:extLst>
          </p:cNvPr>
          <p:cNvSpPr/>
          <p:nvPr/>
        </p:nvSpPr>
        <p:spPr bwMode="auto">
          <a:xfrm>
            <a:off x="660400" y="1422400"/>
            <a:ext cx="5207000" cy="609600"/>
          </a:xfrm>
          <a:prstGeom prst="roundRect">
            <a:avLst/>
          </a:prstGeom>
          <a:solidFill>
            <a:srgbClr val="C4192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Right Card Header Base">
            <a:extLst>
              <a:ext uri="{FF2B5EF4-FFF2-40B4-BE49-F238E27FC236}">
                <a16:creationId xmlns:a16="http://schemas.microsoft.com/office/drawing/2014/main" id="{3EB3BFF7-C257-EAF4-24FC-3A79E8D4217C}"/>
              </a:ext>
            </a:extLst>
          </p:cNvPr>
          <p:cNvSpPr/>
          <p:nvPr/>
        </p:nvSpPr>
        <p:spPr bwMode="auto">
          <a:xfrm>
            <a:off x="6324600" y="1422400"/>
            <a:ext cx="5207000" cy="609600"/>
          </a:xfrm>
          <a:prstGeom prst="round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Oval 12">
            <a:extLst>
              <a:ext uri="{FF2B5EF4-FFF2-40B4-BE49-F238E27FC236}">
                <a16:creationId xmlns:a16="http://schemas.microsoft.com/office/drawing/2014/main" id="{95845987-BF29-A97B-3716-D4BC3C08BFF4}"/>
              </a:ext>
            </a:extLst>
          </p:cNvPr>
          <p:cNvSpPr/>
          <p:nvPr/>
        </p:nvSpPr>
        <p:spPr bwMode="auto">
          <a:xfrm>
            <a:off x="977900" y="2413000"/>
            <a:ext cx="127000" cy="127000"/>
          </a:xfrm>
          <a:prstGeom prst="ellipse">
            <a:avLst/>
          </a:prstGeom>
          <a:solidFill>
            <a:srgbClr val="C4192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TextBox 13">
            <a:extLst>
              <a:ext uri="{FF2B5EF4-FFF2-40B4-BE49-F238E27FC236}">
                <a16:creationId xmlns:a16="http://schemas.microsoft.com/office/drawing/2014/main" id="{41AF28E8-92CD-CE4D-5420-3EE9C2979939}"/>
              </a:ext>
            </a:extLst>
          </p:cNvPr>
          <p:cNvSpPr txBox="1"/>
          <p:nvPr/>
        </p:nvSpPr>
        <p:spPr>
          <a:xfrm>
            <a:off x="1244600" y="23241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 prompt and model return useful answers</a:t>
            </a:r>
            <a:endParaRPr lang="en-US" sz="1400" dirty="0" err="1">
              <a:solidFill>
                <a:srgbClr val="303132"/>
              </a:solidFill>
              <a:latin typeface="Segoe UI" panose="020B0502040204020203" pitchFamily="34" charset="0"/>
            </a:endParaRPr>
          </a:p>
        </p:txBody>
      </p:sp>
      <p:sp>
        <p:nvSpPr>
          <p:cNvPr id="15" name="Oval 14">
            <a:extLst>
              <a:ext uri="{FF2B5EF4-FFF2-40B4-BE49-F238E27FC236}">
                <a16:creationId xmlns:a16="http://schemas.microsoft.com/office/drawing/2014/main" id="{1982E1A1-3A90-FFF2-5820-B271793667F9}"/>
              </a:ext>
            </a:extLst>
          </p:cNvPr>
          <p:cNvSpPr/>
          <p:nvPr/>
        </p:nvSpPr>
        <p:spPr bwMode="auto">
          <a:xfrm>
            <a:off x="977900" y="3022600"/>
            <a:ext cx="127000" cy="127000"/>
          </a:xfrm>
          <a:prstGeom prst="ellipse">
            <a:avLst/>
          </a:prstGeom>
          <a:solidFill>
            <a:srgbClr val="C4192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TextBox 15">
            <a:extLst>
              <a:ext uri="{FF2B5EF4-FFF2-40B4-BE49-F238E27FC236}">
                <a16:creationId xmlns:a16="http://schemas.microsoft.com/office/drawing/2014/main" id="{8B97E263-74F3-0417-B670-EDCFB97A364F}"/>
              </a:ext>
            </a:extLst>
          </p:cNvPr>
          <p:cNvSpPr txBox="1"/>
          <p:nvPr/>
        </p:nvSpPr>
        <p:spPr>
          <a:xfrm>
            <a:off x="1244600" y="29337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Manual testing covers the happy path</a:t>
            </a:r>
            <a:endParaRPr lang="en-US" sz="1400" dirty="0" err="1">
              <a:solidFill>
                <a:srgbClr val="303132"/>
              </a:solidFill>
              <a:latin typeface="Segoe UI" panose="020B0502040204020203" pitchFamily="34" charset="0"/>
            </a:endParaRPr>
          </a:p>
        </p:txBody>
      </p:sp>
      <p:sp>
        <p:nvSpPr>
          <p:cNvPr id="17" name="Oval 16">
            <a:extLst>
              <a:ext uri="{FF2B5EF4-FFF2-40B4-BE49-F238E27FC236}">
                <a16:creationId xmlns:a16="http://schemas.microsoft.com/office/drawing/2014/main" id="{453046E8-38DE-91C0-B5AF-351C2294F482}"/>
              </a:ext>
            </a:extLst>
          </p:cNvPr>
          <p:cNvSpPr/>
          <p:nvPr/>
        </p:nvSpPr>
        <p:spPr bwMode="auto">
          <a:xfrm>
            <a:off x="977900" y="3632200"/>
            <a:ext cx="127000" cy="127000"/>
          </a:xfrm>
          <a:prstGeom prst="ellipse">
            <a:avLst/>
          </a:prstGeom>
          <a:solidFill>
            <a:srgbClr val="C4192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8CC4714B-289A-D7E4-8EAE-330A50B83C54}"/>
              </a:ext>
            </a:extLst>
          </p:cNvPr>
          <p:cNvSpPr txBox="1"/>
          <p:nvPr/>
        </p:nvSpPr>
        <p:spPr>
          <a:xfrm>
            <a:off x="1244600" y="35433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 small team can debug by inspection</a:t>
            </a:r>
            <a:endParaRPr lang="en-US" sz="1400" dirty="0" err="1">
              <a:solidFill>
                <a:srgbClr val="303132"/>
              </a:solidFill>
              <a:latin typeface="Segoe UI" panose="020B0502040204020203" pitchFamily="34" charset="0"/>
            </a:endParaRPr>
          </a:p>
        </p:txBody>
      </p:sp>
      <p:sp>
        <p:nvSpPr>
          <p:cNvPr id="19" name="Oval 18">
            <a:extLst>
              <a:ext uri="{FF2B5EF4-FFF2-40B4-BE49-F238E27FC236}">
                <a16:creationId xmlns:a16="http://schemas.microsoft.com/office/drawing/2014/main" id="{0FEE27A5-36F8-15DC-F3C7-015D3F360E60}"/>
              </a:ext>
            </a:extLst>
          </p:cNvPr>
          <p:cNvSpPr/>
          <p:nvPr/>
        </p:nvSpPr>
        <p:spPr bwMode="auto">
          <a:xfrm>
            <a:off x="977900" y="4241800"/>
            <a:ext cx="127000" cy="127000"/>
          </a:xfrm>
          <a:prstGeom prst="ellipse">
            <a:avLst/>
          </a:prstGeom>
          <a:solidFill>
            <a:srgbClr val="C4192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1E46E1E8-5CB1-ED4F-FD5C-708E73F80112}"/>
              </a:ext>
            </a:extLst>
          </p:cNvPr>
          <p:cNvSpPr txBox="1"/>
          <p:nvPr/>
        </p:nvSpPr>
        <p:spPr>
          <a:xfrm>
            <a:off x="1244600" y="41529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Changes are made without release evidence</a:t>
            </a:r>
            <a:endParaRPr lang="en-US" sz="1400" dirty="0" err="1">
              <a:solidFill>
                <a:srgbClr val="303132"/>
              </a:solidFill>
              <a:latin typeface="Segoe UI" panose="020B0502040204020203" pitchFamily="34" charset="0"/>
            </a:endParaRPr>
          </a:p>
        </p:txBody>
      </p:sp>
      <p:sp>
        <p:nvSpPr>
          <p:cNvPr id="21" name="Oval 20">
            <a:extLst>
              <a:ext uri="{FF2B5EF4-FFF2-40B4-BE49-F238E27FC236}">
                <a16:creationId xmlns:a16="http://schemas.microsoft.com/office/drawing/2014/main" id="{360076D8-E0FF-EDAC-FC50-CF5EC8A3D923}"/>
              </a:ext>
            </a:extLst>
          </p:cNvPr>
          <p:cNvSpPr/>
          <p:nvPr/>
        </p:nvSpPr>
        <p:spPr bwMode="auto">
          <a:xfrm>
            <a:off x="6642100" y="2413000"/>
            <a:ext cx="127000" cy="127000"/>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2" name="TextBox 21">
            <a:extLst>
              <a:ext uri="{FF2B5EF4-FFF2-40B4-BE49-F238E27FC236}">
                <a16:creationId xmlns:a16="http://schemas.microsoft.com/office/drawing/2014/main" id="{06CFF5F3-FEEC-C8EB-D66F-293632E9E79A}"/>
              </a:ext>
            </a:extLst>
          </p:cNvPr>
          <p:cNvSpPr txBox="1"/>
          <p:nvPr/>
        </p:nvSpPr>
        <p:spPr>
          <a:xfrm>
            <a:off x="6908800" y="23241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Quality and safety thresholds are explicit</a:t>
            </a:r>
            <a:endParaRPr lang="en-US" sz="1400" dirty="0" err="1">
              <a:solidFill>
                <a:srgbClr val="303132"/>
              </a:solidFill>
              <a:latin typeface="Segoe UI" panose="020B0502040204020203" pitchFamily="34" charset="0"/>
            </a:endParaRPr>
          </a:p>
        </p:txBody>
      </p:sp>
      <p:sp>
        <p:nvSpPr>
          <p:cNvPr id="23" name="Oval 22">
            <a:extLst>
              <a:ext uri="{FF2B5EF4-FFF2-40B4-BE49-F238E27FC236}">
                <a16:creationId xmlns:a16="http://schemas.microsoft.com/office/drawing/2014/main" id="{D094F3C8-15D8-8AA1-9B4E-EB802A794C26}"/>
              </a:ext>
            </a:extLst>
          </p:cNvPr>
          <p:cNvSpPr/>
          <p:nvPr/>
        </p:nvSpPr>
        <p:spPr bwMode="auto">
          <a:xfrm>
            <a:off x="6642100" y="3022600"/>
            <a:ext cx="127000" cy="127000"/>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4" name="TextBox 23">
            <a:extLst>
              <a:ext uri="{FF2B5EF4-FFF2-40B4-BE49-F238E27FC236}">
                <a16:creationId xmlns:a16="http://schemas.microsoft.com/office/drawing/2014/main" id="{7A33E7A5-9F21-0649-4B5E-D412691E5A86}"/>
              </a:ext>
            </a:extLst>
          </p:cNvPr>
          <p:cNvSpPr txBox="1"/>
          <p:nvPr/>
        </p:nvSpPr>
        <p:spPr>
          <a:xfrm>
            <a:off x="6908800" y="29337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Tool calls and side effects are controlled</a:t>
            </a:r>
            <a:endParaRPr lang="en-US" sz="1400" dirty="0" err="1">
              <a:solidFill>
                <a:srgbClr val="303132"/>
              </a:solidFill>
              <a:latin typeface="Segoe UI" panose="020B0502040204020203" pitchFamily="34" charset="0"/>
            </a:endParaRPr>
          </a:p>
        </p:txBody>
      </p:sp>
      <p:sp>
        <p:nvSpPr>
          <p:cNvPr id="25" name="Oval 24">
            <a:extLst>
              <a:ext uri="{FF2B5EF4-FFF2-40B4-BE49-F238E27FC236}">
                <a16:creationId xmlns:a16="http://schemas.microsoft.com/office/drawing/2014/main" id="{EE15D787-AF83-05FC-4C4E-EE0A952D6B38}"/>
              </a:ext>
            </a:extLst>
          </p:cNvPr>
          <p:cNvSpPr/>
          <p:nvPr/>
        </p:nvSpPr>
        <p:spPr bwMode="auto">
          <a:xfrm>
            <a:off x="6642100" y="3632200"/>
            <a:ext cx="127000" cy="127000"/>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6" name="TextBox 25">
            <a:extLst>
              <a:ext uri="{FF2B5EF4-FFF2-40B4-BE49-F238E27FC236}">
                <a16:creationId xmlns:a16="http://schemas.microsoft.com/office/drawing/2014/main" id="{81979AE9-9199-9E07-18A1-A00775E40F8D}"/>
              </a:ext>
            </a:extLst>
          </p:cNvPr>
          <p:cNvSpPr txBox="1"/>
          <p:nvPr/>
        </p:nvSpPr>
        <p:spPr>
          <a:xfrm>
            <a:off x="6908800" y="35433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Every release is traceable to evidence</a:t>
            </a:r>
            <a:endParaRPr lang="en-US" sz="1400" dirty="0" err="1">
              <a:solidFill>
                <a:srgbClr val="303132"/>
              </a:solidFill>
              <a:latin typeface="Segoe UI" panose="020B0502040204020203" pitchFamily="34" charset="0"/>
            </a:endParaRPr>
          </a:p>
        </p:txBody>
      </p:sp>
      <p:sp>
        <p:nvSpPr>
          <p:cNvPr id="27" name="Oval 26">
            <a:extLst>
              <a:ext uri="{FF2B5EF4-FFF2-40B4-BE49-F238E27FC236}">
                <a16:creationId xmlns:a16="http://schemas.microsoft.com/office/drawing/2014/main" id="{23689DE3-C879-0733-3F01-4A6D11D2B181}"/>
              </a:ext>
            </a:extLst>
          </p:cNvPr>
          <p:cNvSpPr/>
          <p:nvPr/>
        </p:nvSpPr>
        <p:spPr bwMode="auto">
          <a:xfrm>
            <a:off x="6642100" y="4241800"/>
            <a:ext cx="127000" cy="127000"/>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8" name="TextBox 27">
            <a:extLst>
              <a:ext uri="{FF2B5EF4-FFF2-40B4-BE49-F238E27FC236}">
                <a16:creationId xmlns:a16="http://schemas.microsoft.com/office/drawing/2014/main" id="{1D5BA5DA-3992-806A-C516-4D6ED10605DF}"/>
              </a:ext>
            </a:extLst>
          </p:cNvPr>
          <p:cNvSpPr txBox="1"/>
          <p:nvPr/>
        </p:nvSpPr>
        <p:spPr>
          <a:xfrm>
            <a:off x="6908800" y="41529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Owners can diagnose and contain failures</a:t>
            </a:r>
            <a:endParaRPr lang="en-US" sz="1400" dirty="0" err="1">
              <a:solidFill>
                <a:srgbClr val="303132"/>
              </a:solidFill>
              <a:latin typeface="Segoe UI" panose="020B0502040204020203" pitchFamily="34" charset="0"/>
            </a:endParaRPr>
          </a:p>
        </p:txBody>
      </p:sp>
      <p:sp>
        <p:nvSpPr>
          <p:cNvPr id="29" name="Left Card Header Base Square Edge">
            <a:extLst>
              <a:ext uri="{FF2B5EF4-FFF2-40B4-BE49-F238E27FC236}">
                <a16:creationId xmlns:a16="http://schemas.microsoft.com/office/drawing/2014/main" id="{630EF56C-FBD3-C7F1-E56B-D926864C60EF}"/>
              </a:ext>
            </a:extLst>
          </p:cNvPr>
          <p:cNvSpPr/>
          <p:nvPr/>
        </p:nvSpPr>
        <p:spPr bwMode="auto">
          <a:xfrm>
            <a:off x="660400" y="1727200"/>
            <a:ext cx="5207000" cy="304800"/>
          </a:xfrm>
          <a:prstGeom prst="rect">
            <a:avLst/>
          </a:prstGeom>
          <a:solidFill>
            <a:srgbClr val="C4192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48150305-92FC-9178-9828-C90A256C020F}"/>
              </a:ext>
            </a:extLst>
          </p:cNvPr>
          <p:cNvSpPr txBox="1"/>
          <p:nvPr/>
        </p:nvSpPr>
        <p:spPr>
          <a:xfrm>
            <a:off x="965200" y="1587500"/>
            <a:ext cx="4597400" cy="307777"/>
          </a:xfrm>
          <a:prstGeom prst="rect">
            <a:avLst/>
          </a:prstGeom>
          <a:noFill/>
        </p:spPr>
        <p:txBody>
          <a:bodyPr vert="horz" wrap="square" lIns="0" tIns="0" rIns="0" bIns="0" rtlCol="0">
            <a:noAutofit/>
          </a:bodyPr>
          <a:lstStyle/>
          <a:p>
            <a:r>
              <a:rPr lang="en-US" b="1">
                <a:solidFill>
                  <a:srgbClr val="FFFFFF"/>
                </a:solidFill>
                <a:latin typeface="Segoe UI" panose="020B0502040204020203" pitchFamily="34" charset="0"/>
              </a:rPr>
              <a:t>A prototype can work</a:t>
            </a:r>
            <a:endParaRPr lang="en-US" b="1" dirty="0" err="1">
              <a:solidFill>
                <a:srgbClr val="FFFFFF"/>
              </a:solidFill>
              <a:latin typeface="Segoe UI" panose="020B0502040204020203" pitchFamily="34" charset="0"/>
            </a:endParaRPr>
          </a:p>
        </p:txBody>
      </p:sp>
      <p:sp>
        <p:nvSpPr>
          <p:cNvPr id="30" name="Right Card Header Base Square Edge">
            <a:extLst>
              <a:ext uri="{FF2B5EF4-FFF2-40B4-BE49-F238E27FC236}">
                <a16:creationId xmlns:a16="http://schemas.microsoft.com/office/drawing/2014/main" id="{B2366773-F5F4-2393-D491-B15E807792A9}"/>
              </a:ext>
            </a:extLst>
          </p:cNvPr>
          <p:cNvSpPr/>
          <p:nvPr/>
        </p:nvSpPr>
        <p:spPr bwMode="auto">
          <a:xfrm>
            <a:off x="6324600" y="1727200"/>
            <a:ext cx="5207000" cy="3048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E706B525-93D5-2ADB-9F8D-E990ECCE532E}"/>
              </a:ext>
            </a:extLst>
          </p:cNvPr>
          <p:cNvSpPr txBox="1"/>
          <p:nvPr/>
        </p:nvSpPr>
        <p:spPr>
          <a:xfrm>
            <a:off x="6629400" y="1587500"/>
            <a:ext cx="4597400" cy="307777"/>
          </a:xfrm>
          <a:prstGeom prst="rect">
            <a:avLst/>
          </a:prstGeom>
          <a:noFill/>
        </p:spPr>
        <p:txBody>
          <a:bodyPr vert="horz" wrap="square" lIns="0" tIns="0" rIns="0" bIns="0" rtlCol="0">
            <a:noAutofit/>
          </a:bodyPr>
          <a:lstStyle/>
          <a:p>
            <a:r>
              <a:rPr lang="en-US" b="1">
                <a:solidFill>
                  <a:srgbClr val="FFFFFF"/>
                </a:solidFill>
                <a:latin typeface="Segoe UI" panose="020B0502040204020203" pitchFamily="34" charset="0"/>
              </a:rPr>
              <a:t>Production needs proof</a:t>
            </a:r>
            <a:endParaRPr lang="en-US" b="1"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24102884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38A637-C174-267A-9BDC-A2CC005A82C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EAFF72A3-7794-2F2B-03BF-2E644B48016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D810B945-471C-428B-6E38-C35E5146AEB1}"/>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0BE39FF6-E871-CE9D-6C9B-A9D64E470E41}"/>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Building blocks of a production agent</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EC50AE3C-5DE4-383F-481F-C4DE69689CEB}"/>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Each tier adds components and operational complexity.</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CE4D8614-B2ED-BE7A-F671-36F3544D9E8F}"/>
              </a:ext>
            </a:extLst>
          </p:cNvPr>
          <p:cNvSpPr/>
          <p:nvPr/>
        </p:nvSpPr>
        <p:spPr bwMode="auto">
          <a:xfrm>
            <a:off x="660400" y="1549400"/>
            <a:ext cx="3471333" cy="1714500"/>
          </a:xfrm>
          <a:prstGeom prst="roundRect">
            <a:avLst/>
          </a:prstGeom>
          <a:solidFill>
            <a:srgbClr val="E8F2F8"/>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107B3D00-C490-D6BA-033B-4C815B383063}"/>
              </a:ext>
            </a:extLst>
          </p:cNvPr>
          <p:cNvSpPr/>
          <p:nvPr/>
        </p:nvSpPr>
        <p:spPr bwMode="auto">
          <a:xfrm>
            <a:off x="660400" y="1549400"/>
            <a:ext cx="3471333" cy="609600"/>
          </a:xfrm>
          <a:prstGeom prst="round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9257E61E-F01B-65B2-A853-689C46D6FA48}"/>
              </a:ext>
            </a:extLst>
          </p:cNvPr>
          <p:cNvSpPr/>
          <p:nvPr/>
        </p:nvSpPr>
        <p:spPr bwMode="auto">
          <a:xfrm>
            <a:off x="660400" y="1854200"/>
            <a:ext cx="3471333" cy="304800"/>
          </a:xfrm>
          <a:prstGeom prst="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TextBox 9">
            <a:extLst>
              <a:ext uri="{FF2B5EF4-FFF2-40B4-BE49-F238E27FC236}">
                <a16:creationId xmlns:a16="http://schemas.microsoft.com/office/drawing/2014/main" id="{9D9A5DE8-2173-8B6A-D74C-3ED438D2E48D}"/>
              </a:ext>
            </a:extLst>
          </p:cNvPr>
          <p:cNvSpPr txBox="1"/>
          <p:nvPr/>
        </p:nvSpPr>
        <p:spPr>
          <a:xfrm>
            <a:off x="863600"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Prompts</a:t>
            </a:r>
            <a:endParaRPr lang="en-US" sz="1600" b="1" dirty="0" err="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6175FDC4-1F73-B134-5860-70CD0DAE60F4}"/>
              </a:ext>
            </a:extLst>
          </p:cNvPr>
          <p:cNvSpPr txBox="1"/>
          <p:nvPr/>
        </p:nvSpPr>
        <p:spPr>
          <a:xfrm>
            <a:off x="863600"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System prompt, model, versioning, quality evaluation, and cost.</a:t>
            </a:r>
            <a:endParaRPr lang="en-US" sz="1400" dirty="0" err="1">
              <a:solidFill>
                <a:srgbClr val="30313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279CD4C9-8907-B199-161C-856B5C5F5CDE}"/>
              </a:ext>
            </a:extLst>
          </p:cNvPr>
          <p:cNvSpPr/>
          <p:nvPr/>
        </p:nvSpPr>
        <p:spPr bwMode="auto">
          <a:xfrm>
            <a:off x="4360333" y="1549400"/>
            <a:ext cx="3471334" cy="1714500"/>
          </a:xfrm>
          <a:prstGeom prst="roundRect">
            <a:avLst/>
          </a:prstGeom>
          <a:solidFill>
            <a:srgbClr val="EDF8ED"/>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A7CD246E-6DDF-DAB9-A208-5FCE480E863C}"/>
              </a:ext>
            </a:extLst>
          </p:cNvPr>
          <p:cNvSpPr/>
          <p:nvPr/>
        </p:nvSpPr>
        <p:spPr bwMode="auto">
          <a:xfrm>
            <a:off x="4360333" y="1549400"/>
            <a:ext cx="3471334" cy="609600"/>
          </a:xfrm>
          <a:prstGeom prst="round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B83EAB3A-AA27-C2DD-BBFD-4AFC6E7ED98F}"/>
              </a:ext>
            </a:extLst>
          </p:cNvPr>
          <p:cNvSpPr/>
          <p:nvPr/>
        </p:nvSpPr>
        <p:spPr bwMode="auto">
          <a:xfrm>
            <a:off x="4360333" y="1854200"/>
            <a:ext cx="3471334" cy="304800"/>
          </a:xfrm>
          <a:prstGeom prst="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EA246B02-76E6-C4BF-622D-A9618522106C}"/>
              </a:ext>
            </a:extLst>
          </p:cNvPr>
          <p:cNvSpPr txBox="1"/>
          <p:nvPr/>
        </p:nvSpPr>
        <p:spPr>
          <a:xfrm>
            <a:off x="4563533"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RAG</a:t>
            </a:r>
            <a:endParaRPr lang="en-US" sz="1600" b="1" dirty="0" err="1">
              <a:solidFill>
                <a:srgbClr val="FFFFFF"/>
              </a:solidFill>
              <a:latin typeface="Segoe UI" panose="020B0502040204020203" pitchFamily="34" charset="0"/>
            </a:endParaRPr>
          </a:p>
        </p:txBody>
      </p:sp>
      <p:sp>
        <p:nvSpPr>
          <p:cNvPr id="16" name="TextBox 15">
            <a:extLst>
              <a:ext uri="{FF2B5EF4-FFF2-40B4-BE49-F238E27FC236}">
                <a16:creationId xmlns:a16="http://schemas.microsoft.com/office/drawing/2014/main" id="{4FA7E76F-05FC-477D-06D4-E49580692B87}"/>
              </a:ext>
            </a:extLst>
          </p:cNvPr>
          <p:cNvSpPr txBox="1"/>
          <p:nvPr/>
        </p:nvSpPr>
        <p:spPr>
          <a:xfrm>
            <a:off x="4563533"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Knowledge sources, freshness, permissions, and groundedness.</a:t>
            </a:r>
            <a:endParaRPr lang="en-US" sz="1400" dirty="0" err="1">
              <a:solidFill>
                <a:srgbClr val="303132"/>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5AA49BFC-355B-14C9-6B0C-64311164D7FE}"/>
              </a:ext>
            </a:extLst>
          </p:cNvPr>
          <p:cNvSpPr/>
          <p:nvPr/>
        </p:nvSpPr>
        <p:spPr bwMode="auto">
          <a:xfrm>
            <a:off x="8060267" y="1549400"/>
            <a:ext cx="3471333" cy="1714500"/>
          </a:xfrm>
          <a:prstGeom prst="roundRect">
            <a:avLst/>
          </a:prstGeom>
          <a:solidFill>
            <a:srgbClr val="FCF3E9"/>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A17031A7-7D0B-19BF-E02A-BBCF49F68F09}"/>
              </a:ext>
            </a:extLst>
          </p:cNvPr>
          <p:cNvSpPr/>
          <p:nvPr/>
        </p:nvSpPr>
        <p:spPr bwMode="auto">
          <a:xfrm>
            <a:off x="8060267" y="1549400"/>
            <a:ext cx="3471333" cy="609600"/>
          </a:xfrm>
          <a:prstGeom prst="round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00AB405B-761E-4460-22C6-043D7D3C58AA}"/>
              </a:ext>
            </a:extLst>
          </p:cNvPr>
          <p:cNvSpPr/>
          <p:nvPr/>
        </p:nvSpPr>
        <p:spPr bwMode="auto">
          <a:xfrm>
            <a:off x="8060267" y="1854200"/>
            <a:ext cx="3471333" cy="304800"/>
          </a:xfrm>
          <a:prstGeom prst="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7BBD0432-64A8-4DF6-0DB2-567F8456D36B}"/>
              </a:ext>
            </a:extLst>
          </p:cNvPr>
          <p:cNvSpPr txBox="1"/>
          <p:nvPr/>
        </p:nvSpPr>
        <p:spPr>
          <a:xfrm>
            <a:off x="8263467"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Tools</a:t>
            </a:r>
            <a:endParaRPr lang="en-US" sz="16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83ABBF16-F0FF-FA66-82EE-980AC490D777}"/>
              </a:ext>
            </a:extLst>
          </p:cNvPr>
          <p:cNvSpPr txBox="1"/>
          <p:nvPr/>
        </p:nvSpPr>
        <p:spPr>
          <a:xfrm>
            <a:off x="8263467"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MCP servers, guardrails, authentication, side effects, and failure modes.</a:t>
            </a:r>
            <a:endParaRPr lang="en-US" sz="1400" dirty="0" err="1">
              <a:solidFill>
                <a:srgbClr val="30313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93B5E0DD-D063-9745-2592-35120E94483D}"/>
              </a:ext>
            </a:extLst>
          </p:cNvPr>
          <p:cNvSpPr/>
          <p:nvPr/>
        </p:nvSpPr>
        <p:spPr bwMode="auto">
          <a:xfrm>
            <a:off x="2510367" y="3517900"/>
            <a:ext cx="3471333" cy="1714500"/>
          </a:xfrm>
          <a:prstGeom prst="roundRect">
            <a:avLst/>
          </a:prstGeom>
          <a:solidFill>
            <a:srgbClr val="F8EF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FFED63B1-15A2-804A-7976-BBE209EF9AF9}"/>
              </a:ext>
            </a:extLst>
          </p:cNvPr>
          <p:cNvSpPr/>
          <p:nvPr/>
        </p:nvSpPr>
        <p:spPr bwMode="auto">
          <a:xfrm>
            <a:off x="2510367" y="3517900"/>
            <a:ext cx="3471333" cy="609600"/>
          </a:xfrm>
          <a:prstGeom prst="round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386054B0-C5AA-E99C-E210-373462B1C357}"/>
              </a:ext>
            </a:extLst>
          </p:cNvPr>
          <p:cNvSpPr/>
          <p:nvPr/>
        </p:nvSpPr>
        <p:spPr bwMode="auto">
          <a:xfrm>
            <a:off x="2510367" y="3822700"/>
            <a:ext cx="3471333" cy="304800"/>
          </a:xfrm>
          <a:prstGeom prst="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5" name="TextBox 24">
            <a:extLst>
              <a:ext uri="{FF2B5EF4-FFF2-40B4-BE49-F238E27FC236}">
                <a16:creationId xmlns:a16="http://schemas.microsoft.com/office/drawing/2014/main" id="{1982B88E-0B32-DE4C-3547-DD0ED77B4491}"/>
              </a:ext>
            </a:extLst>
          </p:cNvPr>
          <p:cNvSpPr txBox="1"/>
          <p:nvPr/>
        </p:nvSpPr>
        <p:spPr>
          <a:xfrm>
            <a:off x="2713567" y="36830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Autonomy</a:t>
            </a:r>
            <a:endParaRPr lang="en-US" sz="1600" b="1" dirty="0" err="1">
              <a:solidFill>
                <a:srgbClr val="FFFFFF"/>
              </a:solidFill>
              <a:latin typeface="Segoe UI" panose="020B0502040204020203" pitchFamily="34" charset="0"/>
            </a:endParaRPr>
          </a:p>
        </p:txBody>
      </p:sp>
      <p:sp>
        <p:nvSpPr>
          <p:cNvPr id="26" name="TextBox 25">
            <a:extLst>
              <a:ext uri="{FF2B5EF4-FFF2-40B4-BE49-F238E27FC236}">
                <a16:creationId xmlns:a16="http://schemas.microsoft.com/office/drawing/2014/main" id="{285B9E4C-65A4-0F39-5163-99AF8159905E}"/>
              </a:ext>
            </a:extLst>
          </p:cNvPr>
          <p:cNvSpPr txBox="1"/>
          <p:nvPr/>
        </p:nvSpPr>
        <p:spPr>
          <a:xfrm>
            <a:off x="2713567" y="43180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Memory, orchestration, approval points, traces, and loop prevention.</a:t>
            </a:r>
            <a:endParaRPr lang="en-US" sz="1400" dirty="0" err="1">
              <a:solidFill>
                <a:srgbClr val="303132"/>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B086388F-8733-55B4-1427-05A07719FF93}"/>
              </a:ext>
            </a:extLst>
          </p:cNvPr>
          <p:cNvSpPr/>
          <p:nvPr/>
        </p:nvSpPr>
        <p:spPr bwMode="auto">
          <a:xfrm>
            <a:off x="6210300" y="3517900"/>
            <a:ext cx="3471334" cy="1714500"/>
          </a:xfrm>
          <a:prstGeom prst="roundRect">
            <a:avLst/>
          </a:prstGeom>
          <a:solidFill>
            <a:srgbClr val="F5F5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8" name="Rectangle: Rounded Corners 27">
            <a:extLst>
              <a:ext uri="{FF2B5EF4-FFF2-40B4-BE49-F238E27FC236}">
                <a16:creationId xmlns:a16="http://schemas.microsoft.com/office/drawing/2014/main" id="{29AA1CD4-0618-7802-CFFC-265A6815C949}"/>
              </a:ext>
            </a:extLst>
          </p:cNvPr>
          <p:cNvSpPr/>
          <p:nvPr/>
        </p:nvSpPr>
        <p:spPr bwMode="auto">
          <a:xfrm>
            <a:off x="6210300" y="3517900"/>
            <a:ext cx="3471334" cy="609600"/>
          </a:xfrm>
          <a:prstGeom prst="round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9" name="Rectangle 28">
            <a:extLst>
              <a:ext uri="{FF2B5EF4-FFF2-40B4-BE49-F238E27FC236}">
                <a16:creationId xmlns:a16="http://schemas.microsoft.com/office/drawing/2014/main" id="{FB1EF6D7-589C-30D6-BA2A-88B65BC762C0}"/>
              </a:ext>
            </a:extLst>
          </p:cNvPr>
          <p:cNvSpPr/>
          <p:nvPr/>
        </p:nvSpPr>
        <p:spPr bwMode="auto">
          <a:xfrm>
            <a:off x="6210300" y="3822700"/>
            <a:ext cx="3471334" cy="304800"/>
          </a:xfrm>
          <a:prstGeom prst="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0" name="TextBox 29">
            <a:extLst>
              <a:ext uri="{FF2B5EF4-FFF2-40B4-BE49-F238E27FC236}">
                <a16:creationId xmlns:a16="http://schemas.microsoft.com/office/drawing/2014/main" id="{E37CE198-12C6-BE0F-218D-394EAA0BB285}"/>
              </a:ext>
            </a:extLst>
          </p:cNvPr>
          <p:cNvSpPr txBox="1"/>
          <p:nvPr/>
        </p:nvSpPr>
        <p:spPr>
          <a:xfrm>
            <a:off x="6413500" y="36830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Multi-agent</a:t>
            </a:r>
            <a:endParaRPr lang="en-US" sz="1600" b="1" dirty="0" err="1">
              <a:solidFill>
                <a:srgbClr val="FFFFFF"/>
              </a:solidFill>
              <a:latin typeface="Segoe UI" panose="020B0502040204020203" pitchFamily="34" charset="0"/>
            </a:endParaRPr>
          </a:p>
        </p:txBody>
      </p:sp>
      <p:sp>
        <p:nvSpPr>
          <p:cNvPr id="31" name="TextBox 30">
            <a:extLst>
              <a:ext uri="{FF2B5EF4-FFF2-40B4-BE49-F238E27FC236}">
                <a16:creationId xmlns:a16="http://schemas.microsoft.com/office/drawing/2014/main" id="{87148460-740E-3B1C-5C5B-A51A60FCFF5B}"/>
              </a:ext>
            </a:extLst>
          </p:cNvPr>
          <p:cNvSpPr txBox="1"/>
          <p:nvPr/>
        </p:nvSpPr>
        <p:spPr>
          <a:xfrm>
            <a:off x="6413500" y="43180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Orchestrators, sub-agents, coordination, emergent behavior, and cost spikes.</a:t>
            </a:r>
            <a:endParaRPr lang="en-US" sz="1400" dirty="0" err="1">
              <a:solidFill>
                <a:srgbClr val="303132"/>
              </a:solidFill>
              <a:latin typeface="Segoe UI" panose="020B0502040204020203" pitchFamily="34" charset="0"/>
            </a:endParaRPr>
          </a:p>
        </p:txBody>
      </p:sp>
    </p:spTree>
    <p:extLst>
      <p:ext uri="{BB962C8B-B14F-4D97-AF65-F5344CB8AC3E}">
        <p14:creationId xmlns:p14="http://schemas.microsoft.com/office/powerpoint/2010/main" val="9905167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BF0B41-1488-591A-80A3-E5CEE615354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E51AEE7C-229A-9692-9E6D-BD96D06BC636}"/>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584CACF9-576A-2CFD-11D3-39981B9D5959}"/>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EB29FC4E-C9C4-AA2C-C9F9-64213EEB5A4D}"/>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Microsoft Foundry is the control plane</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57993ED5-40BA-B8A0-DFF7-0B69DBF96860}"/>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AgentOps connects Foundry signals to release decisions and post-deployment action.</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E626865E-06F3-7A49-E805-E556BD5FDAD5}"/>
              </a:ext>
            </a:extLst>
          </p:cNvPr>
          <p:cNvSpPr/>
          <p:nvPr/>
        </p:nvSpPr>
        <p:spPr bwMode="auto">
          <a:xfrm>
            <a:off x="660400" y="2006600"/>
            <a:ext cx="3471333" cy="2286000"/>
          </a:xfrm>
          <a:prstGeom prst="roundRect">
            <a:avLst/>
          </a:prstGeom>
          <a:solidFill>
            <a:srgbClr val="E8F2F8"/>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D6D9CF5C-7565-DB8B-087C-2511B59275A5}"/>
              </a:ext>
            </a:extLst>
          </p:cNvPr>
          <p:cNvSpPr/>
          <p:nvPr/>
        </p:nvSpPr>
        <p:spPr bwMode="auto">
          <a:xfrm>
            <a:off x="660400" y="2006600"/>
            <a:ext cx="3471333" cy="609600"/>
          </a:xfrm>
          <a:prstGeom prst="round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545FF9B4-4AF1-BEA8-F04C-C4EC87D5C870}"/>
              </a:ext>
            </a:extLst>
          </p:cNvPr>
          <p:cNvSpPr/>
          <p:nvPr/>
        </p:nvSpPr>
        <p:spPr bwMode="auto">
          <a:xfrm>
            <a:off x="660400" y="2311400"/>
            <a:ext cx="3471333" cy="304800"/>
          </a:xfrm>
          <a:prstGeom prst="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TextBox 9">
            <a:extLst>
              <a:ext uri="{FF2B5EF4-FFF2-40B4-BE49-F238E27FC236}">
                <a16:creationId xmlns:a16="http://schemas.microsoft.com/office/drawing/2014/main" id="{EF86522B-93EB-F238-7081-5C4BEE6CC461}"/>
              </a:ext>
            </a:extLst>
          </p:cNvPr>
          <p:cNvSpPr txBox="1"/>
          <p:nvPr/>
        </p:nvSpPr>
        <p:spPr>
          <a:xfrm>
            <a:off x="863600" y="21717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Surfaces</a:t>
            </a:r>
            <a:endParaRPr lang="en-US" sz="1600" b="1" dirty="0" err="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782733D8-E324-5FD8-BDF1-8ADC08746ADF}"/>
              </a:ext>
            </a:extLst>
          </p:cNvPr>
          <p:cNvSpPr txBox="1"/>
          <p:nvPr/>
        </p:nvSpPr>
        <p:spPr>
          <a:xfrm>
            <a:off x="863600" y="28067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Portal, SDK, Azure CLI and REST, plus GitHub Actions.</a:t>
            </a:r>
            <a:endParaRPr lang="en-US" sz="1400" dirty="0" err="1">
              <a:solidFill>
                <a:srgbClr val="30313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DD3D57B6-749B-D108-115C-BC7114F43879}"/>
              </a:ext>
            </a:extLst>
          </p:cNvPr>
          <p:cNvSpPr/>
          <p:nvPr/>
        </p:nvSpPr>
        <p:spPr bwMode="auto">
          <a:xfrm>
            <a:off x="4360333" y="2006600"/>
            <a:ext cx="3471334" cy="2286000"/>
          </a:xfrm>
          <a:prstGeom prst="roundRect">
            <a:avLst/>
          </a:prstGeom>
          <a:solidFill>
            <a:srgbClr val="F8EF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912929BF-D2C9-19FF-185A-248101EAF2A3}"/>
              </a:ext>
            </a:extLst>
          </p:cNvPr>
          <p:cNvSpPr/>
          <p:nvPr/>
        </p:nvSpPr>
        <p:spPr bwMode="auto">
          <a:xfrm>
            <a:off x="4360333" y="2006600"/>
            <a:ext cx="3471334" cy="609600"/>
          </a:xfrm>
          <a:prstGeom prst="round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63DF84BE-BA0E-BF2F-B48B-CF03D8699B3E}"/>
              </a:ext>
            </a:extLst>
          </p:cNvPr>
          <p:cNvSpPr/>
          <p:nvPr/>
        </p:nvSpPr>
        <p:spPr bwMode="auto">
          <a:xfrm>
            <a:off x="4360333" y="2311400"/>
            <a:ext cx="3471334" cy="304800"/>
          </a:xfrm>
          <a:prstGeom prst="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12C156D1-732F-CBFE-3CCE-AA742C52AF91}"/>
              </a:ext>
            </a:extLst>
          </p:cNvPr>
          <p:cNvSpPr txBox="1"/>
          <p:nvPr/>
        </p:nvSpPr>
        <p:spPr>
          <a:xfrm>
            <a:off x="4563533" y="21717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Capabilities</a:t>
            </a:r>
            <a:endParaRPr lang="en-US" sz="1600" b="1" dirty="0" err="1">
              <a:solidFill>
                <a:srgbClr val="FFFFFF"/>
              </a:solidFill>
              <a:latin typeface="Segoe UI" panose="020B0502040204020203" pitchFamily="34" charset="0"/>
            </a:endParaRPr>
          </a:p>
        </p:txBody>
      </p:sp>
      <p:sp>
        <p:nvSpPr>
          <p:cNvPr id="16" name="TextBox 15">
            <a:extLst>
              <a:ext uri="{FF2B5EF4-FFF2-40B4-BE49-F238E27FC236}">
                <a16:creationId xmlns:a16="http://schemas.microsoft.com/office/drawing/2014/main" id="{30F890FC-BA11-0F31-3A95-4FE172BB4E4D}"/>
              </a:ext>
            </a:extLst>
          </p:cNvPr>
          <p:cNvSpPr txBox="1"/>
          <p:nvPr/>
        </p:nvSpPr>
        <p:spPr>
          <a:xfrm>
            <a:off x="4563533" y="28067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Agent versions, evaluators, red teaming, tracing, and Content Safety.</a:t>
            </a:r>
            <a:endParaRPr lang="en-US" sz="1400" dirty="0" err="1">
              <a:solidFill>
                <a:srgbClr val="303132"/>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3CC3D646-E060-7D74-154D-3D8AA0AA6955}"/>
              </a:ext>
            </a:extLst>
          </p:cNvPr>
          <p:cNvSpPr/>
          <p:nvPr/>
        </p:nvSpPr>
        <p:spPr bwMode="auto">
          <a:xfrm>
            <a:off x="8060267" y="2006600"/>
            <a:ext cx="3471333" cy="2286000"/>
          </a:xfrm>
          <a:prstGeom prst="roundRect">
            <a:avLst/>
          </a:prstGeom>
          <a:solidFill>
            <a:srgbClr val="EDF8ED"/>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B7263B9E-8CD6-DF58-CD24-90B478B185B3}"/>
              </a:ext>
            </a:extLst>
          </p:cNvPr>
          <p:cNvSpPr/>
          <p:nvPr/>
        </p:nvSpPr>
        <p:spPr bwMode="auto">
          <a:xfrm>
            <a:off x="8060267" y="2006600"/>
            <a:ext cx="3471333" cy="609600"/>
          </a:xfrm>
          <a:prstGeom prst="round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7853ECC1-88E9-C198-E225-8DB377BD4E5D}"/>
              </a:ext>
            </a:extLst>
          </p:cNvPr>
          <p:cNvSpPr/>
          <p:nvPr/>
        </p:nvSpPr>
        <p:spPr bwMode="auto">
          <a:xfrm>
            <a:off x="8060267" y="2311400"/>
            <a:ext cx="3471333" cy="304800"/>
          </a:xfrm>
          <a:prstGeom prst="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36BEC00C-960B-A138-61CB-F3BA8C7CD92F}"/>
              </a:ext>
            </a:extLst>
          </p:cNvPr>
          <p:cNvSpPr txBox="1"/>
          <p:nvPr/>
        </p:nvSpPr>
        <p:spPr>
          <a:xfrm>
            <a:off x="8263467" y="21717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Runtime</a:t>
            </a:r>
            <a:endParaRPr lang="en-US" sz="16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47F2C019-B866-1A80-DBC5-C9F8E37F6CE8}"/>
              </a:ext>
            </a:extLst>
          </p:cNvPr>
          <p:cNvSpPr txBox="1"/>
          <p:nvPr/>
        </p:nvSpPr>
        <p:spPr>
          <a:xfrm>
            <a:off x="8263467" y="28067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Foundry projects, model deployments, tools, App Insights, and Log Analytics.</a:t>
            </a:r>
            <a:endParaRPr lang="en-US" sz="1400" dirty="0" err="1">
              <a:solidFill>
                <a:srgbClr val="303132"/>
              </a:solidFill>
              <a:latin typeface="Segoe UI" panose="020B0502040204020203" pitchFamily="34" charset="0"/>
            </a:endParaRPr>
          </a:p>
        </p:txBody>
      </p:sp>
    </p:spTree>
    <p:extLst>
      <p:ext uri="{BB962C8B-B14F-4D97-AF65-F5344CB8AC3E}">
        <p14:creationId xmlns:p14="http://schemas.microsoft.com/office/powerpoint/2010/main" val="21063842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F1AB65-A6D6-A664-9794-51F57634DEA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7E30F1D6-0670-61DC-930C-6967ADFB1BA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F0BA33DF-BD90-8F7D-331C-3D92F67E0FB7}"/>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6C531833-7261-6E32-9B3F-14F9F12C5300}"/>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Production readiness checklist</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93917A18-9D83-C919-6E5A-2EFD42494514}"/>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Turn "I think it works" into "we have evidence for this release."</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9552F229-4FEB-FFF9-0419-ABCA3305FDB5}"/>
              </a:ext>
            </a:extLst>
          </p:cNvPr>
          <p:cNvSpPr/>
          <p:nvPr/>
        </p:nvSpPr>
        <p:spPr bwMode="auto">
          <a:xfrm>
            <a:off x="660400" y="1549400"/>
            <a:ext cx="3471333" cy="1714500"/>
          </a:xfrm>
          <a:prstGeom prst="roundRect">
            <a:avLst/>
          </a:prstGeom>
          <a:solidFill>
            <a:srgbClr val="E8F2F8"/>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58B6E8AA-5F13-5B9A-6C08-F292A5369603}"/>
              </a:ext>
            </a:extLst>
          </p:cNvPr>
          <p:cNvSpPr/>
          <p:nvPr/>
        </p:nvSpPr>
        <p:spPr bwMode="auto">
          <a:xfrm>
            <a:off x="660400" y="1549400"/>
            <a:ext cx="3471333" cy="609600"/>
          </a:xfrm>
          <a:prstGeom prst="round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C12DF6AB-4AEC-0EC4-996F-68518530FF5C}"/>
              </a:ext>
            </a:extLst>
          </p:cNvPr>
          <p:cNvSpPr/>
          <p:nvPr/>
        </p:nvSpPr>
        <p:spPr bwMode="auto">
          <a:xfrm>
            <a:off x="660400" y="1854200"/>
            <a:ext cx="3471333" cy="304800"/>
          </a:xfrm>
          <a:prstGeom prst="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TextBox 9">
            <a:extLst>
              <a:ext uri="{FF2B5EF4-FFF2-40B4-BE49-F238E27FC236}">
                <a16:creationId xmlns:a16="http://schemas.microsoft.com/office/drawing/2014/main" id="{CE0B14D9-E3EF-6C3B-9536-70612DF8BAF5}"/>
              </a:ext>
            </a:extLst>
          </p:cNvPr>
          <p:cNvSpPr txBox="1"/>
          <p:nvPr/>
        </p:nvSpPr>
        <p:spPr>
          <a:xfrm>
            <a:off x="863600"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Target</a:t>
            </a:r>
            <a:endParaRPr lang="en-US" sz="1600" b="1" dirty="0" err="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87DC5883-F82B-5BF7-48DF-5F2646B00DC4}"/>
              </a:ext>
            </a:extLst>
          </p:cNvPr>
          <p:cNvSpPr txBox="1"/>
          <p:nvPr/>
        </p:nvSpPr>
        <p:spPr>
          <a:xfrm>
            <a:off x="863600"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The production target and agent version are explicit.</a:t>
            </a:r>
            <a:endParaRPr lang="en-US" sz="1400" dirty="0" err="1">
              <a:solidFill>
                <a:srgbClr val="30313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F85207C2-9035-B44D-7DA9-832B055EA2B2}"/>
              </a:ext>
            </a:extLst>
          </p:cNvPr>
          <p:cNvSpPr/>
          <p:nvPr/>
        </p:nvSpPr>
        <p:spPr bwMode="auto">
          <a:xfrm>
            <a:off x="4360333" y="1549400"/>
            <a:ext cx="3471334" cy="1714500"/>
          </a:xfrm>
          <a:prstGeom prst="roundRect">
            <a:avLst/>
          </a:prstGeom>
          <a:solidFill>
            <a:srgbClr val="EDF8ED"/>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1082C1DA-D230-4C44-B3FF-377D0B754EC0}"/>
              </a:ext>
            </a:extLst>
          </p:cNvPr>
          <p:cNvSpPr/>
          <p:nvPr/>
        </p:nvSpPr>
        <p:spPr bwMode="auto">
          <a:xfrm>
            <a:off x="4360333" y="1549400"/>
            <a:ext cx="3471334" cy="609600"/>
          </a:xfrm>
          <a:prstGeom prst="round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9801336F-DE66-CD3E-0958-EC15EF0FF6FC}"/>
              </a:ext>
            </a:extLst>
          </p:cNvPr>
          <p:cNvSpPr/>
          <p:nvPr/>
        </p:nvSpPr>
        <p:spPr bwMode="auto">
          <a:xfrm>
            <a:off x="4360333" y="1854200"/>
            <a:ext cx="3471334" cy="304800"/>
          </a:xfrm>
          <a:prstGeom prst="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A7DB6893-268D-6999-29FD-98179D468760}"/>
              </a:ext>
            </a:extLst>
          </p:cNvPr>
          <p:cNvSpPr txBox="1"/>
          <p:nvPr/>
        </p:nvSpPr>
        <p:spPr>
          <a:xfrm>
            <a:off x="4563533"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Evaluation</a:t>
            </a:r>
            <a:endParaRPr lang="en-US" sz="1600" b="1" dirty="0" err="1">
              <a:solidFill>
                <a:srgbClr val="FFFFFF"/>
              </a:solidFill>
              <a:latin typeface="Segoe UI" panose="020B0502040204020203" pitchFamily="34" charset="0"/>
            </a:endParaRPr>
          </a:p>
        </p:txBody>
      </p:sp>
      <p:sp>
        <p:nvSpPr>
          <p:cNvPr id="16" name="TextBox 15">
            <a:extLst>
              <a:ext uri="{FF2B5EF4-FFF2-40B4-BE49-F238E27FC236}">
                <a16:creationId xmlns:a16="http://schemas.microsoft.com/office/drawing/2014/main" id="{34FE51E8-9DC6-D15B-4600-2B4A75F6B9F7}"/>
              </a:ext>
            </a:extLst>
          </p:cNvPr>
          <p:cNvSpPr txBox="1"/>
          <p:nvPr/>
        </p:nvSpPr>
        <p:spPr>
          <a:xfrm>
            <a:off x="4563533"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 representative dataset and release thresholds exist.</a:t>
            </a:r>
            <a:endParaRPr lang="en-US" sz="1400" dirty="0" err="1">
              <a:solidFill>
                <a:srgbClr val="303132"/>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95AD26A0-23B3-1868-75A4-56C00496E293}"/>
              </a:ext>
            </a:extLst>
          </p:cNvPr>
          <p:cNvSpPr/>
          <p:nvPr/>
        </p:nvSpPr>
        <p:spPr bwMode="auto">
          <a:xfrm>
            <a:off x="8060267" y="1549400"/>
            <a:ext cx="3471333" cy="1714500"/>
          </a:xfrm>
          <a:prstGeom prst="roundRect">
            <a:avLst/>
          </a:prstGeom>
          <a:solidFill>
            <a:srgbClr val="FCF3E9"/>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B021E792-A703-32C0-A6AC-4D8314D565EA}"/>
              </a:ext>
            </a:extLst>
          </p:cNvPr>
          <p:cNvSpPr/>
          <p:nvPr/>
        </p:nvSpPr>
        <p:spPr bwMode="auto">
          <a:xfrm>
            <a:off x="8060267" y="1549400"/>
            <a:ext cx="3471333" cy="609600"/>
          </a:xfrm>
          <a:prstGeom prst="round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940D6674-38DB-B00A-5054-F9FD3DD8B281}"/>
              </a:ext>
            </a:extLst>
          </p:cNvPr>
          <p:cNvSpPr/>
          <p:nvPr/>
        </p:nvSpPr>
        <p:spPr bwMode="auto">
          <a:xfrm>
            <a:off x="8060267" y="1854200"/>
            <a:ext cx="3471333" cy="304800"/>
          </a:xfrm>
          <a:prstGeom prst="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1500D34E-333B-3C33-0E9C-3D2C29707556}"/>
              </a:ext>
            </a:extLst>
          </p:cNvPr>
          <p:cNvSpPr txBox="1"/>
          <p:nvPr/>
        </p:nvSpPr>
        <p:spPr>
          <a:xfrm>
            <a:off x="8263467"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Gates</a:t>
            </a:r>
            <a:endParaRPr lang="en-US" sz="16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83D0DF58-06AF-A928-B24E-176DFB8D9EDD}"/>
              </a:ext>
            </a:extLst>
          </p:cNvPr>
          <p:cNvSpPr txBox="1"/>
          <p:nvPr/>
        </p:nvSpPr>
        <p:spPr>
          <a:xfrm>
            <a:off x="8263467"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CI/CD blocks regressions and stores evidence.</a:t>
            </a:r>
            <a:endParaRPr lang="en-US" sz="1400" dirty="0" err="1">
              <a:solidFill>
                <a:srgbClr val="30313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C0592B93-7C7B-7D4A-D344-F2310D8B7E50}"/>
              </a:ext>
            </a:extLst>
          </p:cNvPr>
          <p:cNvSpPr/>
          <p:nvPr/>
        </p:nvSpPr>
        <p:spPr bwMode="auto">
          <a:xfrm>
            <a:off x="660400" y="3517900"/>
            <a:ext cx="3471333" cy="1714500"/>
          </a:xfrm>
          <a:prstGeom prst="roundRect">
            <a:avLst/>
          </a:prstGeom>
          <a:solidFill>
            <a:srgbClr val="F8EF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A10F080-943E-82BB-1C5C-3A9F793BB710}"/>
              </a:ext>
            </a:extLst>
          </p:cNvPr>
          <p:cNvSpPr/>
          <p:nvPr/>
        </p:nvSpPr>
        <p:spPr bwMode="auto">
          <a:xfrm>
            <a:off x="660400" y="3517900"/>
            <a:ext cx="3471333" cy="609600"/>
          </a:xfrm>
          <a:prstGeom prst="round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CAA3B275-6912-4AFC-1F3A-030688DE31B4}"/>
              </a:ext>
            </a:extLst>
          </p:cNvPr>
          <p:cNvSpPr/>
          <p:nvPr/>
        </p:nvSpPr>
        <p:spPr bwMode="auto">
          <a:xfrm>
            <a:off x="660400" y="3822700"/>
            <a:ext cx="3471333" cy="304800"/>
          </a:xfrm>
          <a:prstGeom prst="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5" name="TextBox 24">
            <a:extLst>
              <a:ext uri="{FF2B5EF4-FFF2-40B4-BE49-F238E27FC236}">
                <a16:creationId xmlns:a16="http://schemas.microsoft.com/office/drawing/2014/main" id="{59ED981A-808D-E857-07C0-7BCA4420D0CF}"/>
              </a:ext>
            </a:extLst>
          </p:cNvPr>
          <p:cNvSpPr txBox="1"/>
          <p:nvPr/>
        </p:nvSpPr>
        <p:spPr>
          <a:xfrm>
            <a:off x="863600" y="36830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Telemetry</a:t>
            </a:r>
            <a:endParaRPr lang="en-US" sz="1600" b="1" dirty="0" err="1">
              <a:solidFill>
                <a:srgbClr val="FFFFFF"/>
              </a:solidFill>
              <a:latin typeface="Segoe UI" panose="020B0502040204020203" pitchFamily="34" charset="0"/>
            </a:endParaRPr>
          </a:p>
        </p:txBody>
      </p:sp>
      <p:sp>
        <p:nvSpPr>
          <p:cNvPr id="26" name="TextBox 25">
            <a:extLst>
              <a:ext uri="{FF2B5EF4-FFF2-40B4-BE49-F238E27FC236}">
                <a16:creationId xmlns:a16="http://schemas.microsoft.com/office/drawing/2014/main" id="{1A170A72-031E-F72C-8481-14B34150FB1F}"/>
              </a:ext>
            </a:extLst>
          </p:cNvPr>
          <p:cNvSpPr txBox="1"/>
          <p:nvPr/>
        </p:nvSpPr>
        <p:spPr>
          <a:xfrm>
            <a:off x="863600" y="43180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Traces, metrics, logs, and release correlation are wired.</a:t>
            </a:r>
            <a:endParaRPr lang="en-US" sz="1400" dirty="0" err="1">
              <a:solidFill>
                <a:srgbClr val="303132"/>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EF97515E-BE9B-6C43-1025-FAD14F4742DD}"/>
              </a:ext>
            </a:extLst>
          </p:cNvPr>
          <p:cNvSpPr/>
          <p:nvPr/>
        </p:nvSpPr>
        <p:spPr bwMode="auto">
          <a:xfrm>
            <a:off x="4360333" y="3517900"/>
            <a:ext cx="3471334" cy="1714500"/>
          </a:xfrm>
          <a:prstGeom prst="roundRect">
            <a:avLst/>
          </a:prstGeom>
          <a:solidFill>
            <a:srgbClr val="FFEEEE"/>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8" name="Rectangle: Rounded Corners 27">
            <a:extLst>
              <a:ext uri="{FF2B5EF4-FFF2-40B4-BE49-F238E27FC236}">
                <a16:creationId xmlns:a16="http://schemas.microsoft.com/office/drawing/2014/main" id="{E4B6AE73-AC79-9E68-705E-102D5A601431}"/>
              </a:ext>
            </a:extLst>
          </p:cNvPr>
          <p:cNvSpPr/>
          <p:nvPr/>
        </p:nvSpPr>
        <p:spPr bwMode="auto">
          <a:xfrm>
            <a:off x="4360333" y="3517900"/>
            <a:ext cx="3471334" cy="609600"/>
          </a:xfrm>
          <a:prstGeom prst="roundRect">
            <a:avLst/>
          </a:prstGeom>
          <a:solidFill>
            <a:srgbClr val="C4192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9" name="Rectangle 28">
            <a:extLst>
              <a:ext uri="{FF2B5EF4-FFF2-40B4-BE49-F238E27FC236}">
                <a16:creationId xmlns:a16="http://schemas.microsoft.com/office/drawing/2014/main" id="{3976C419-99EF-EBD0-82C2-5B38035B10C9}"/>
              </a:ext>
            </a:extLst>
          </p:cNvPr>
          <p:cNvSpPr/>
          <p:nvPr/>
        </p:nvSpPr>
        <p:spPr bwMode="auto">
          <a:xfrm>
            <a:off x="4360333" y="3822700"/>
            <a:ext cx="3471334" cy="304800"/>
          </a:xfrm>
          <a:prstGeom prst="rect">
            <a:avLst/>
          </a:prstGeom>
          <a:solidFill>
            <a:srgbClr val="C4192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0" name="TextBox 29">
            <a:extLst>
              <a:ext uri="{FF2B5EF4-FFF2-40B4-BE49-F238E27FC236}">
                <a16:creationId xmlns:a16="http://schemas.microsoft.com/office/drawing/2014/main" id="{88129266-8A15-EAE7-E022-A581159FA6C4}"/>
              </a:ext>
            </a:extLst>
          </p:cNvPr>
          <p:cNvSpPr txBox="1"/>
          <p:nvPr/>
        </p:nvSpPr>
        <p:spPr>
          <a:xfrm>
            <a:off x="4563533" y="36830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Safety</a:t>
            </a:r>
            <a:endParaRPr lang="en-US" sz="1600" b="1" dirty="0" err="1">
              <a:solidFill>
                <a:srgbClr val="FFFFFF"/>
              </a:solidFill>
              <a:latin typeface="Segoe UI" panose="020B0502040204020203" pitchFamily="34" charset="0"/>
            </a:endParaRPr>
          </a:p>
        </p:txBody>
      </p:sp>
      <p:sp>
        <p:nvSpPr>
          <p:cNvPr id="31" name="TextBox 30">
            <a:extLst>
              <a:ext uri="{FF2B5EF4-FFF2-40B4-BE49-F238E27FC236}">
                <a16:creationId xmlns:a16="http://schemas.microsoft.com/office/drawing/2014/main" id="{3596DDDD-E31C-3261-DD11-843EB1A48013}"/>
              </a:ext>
            </a:extLst>
          </p:cNvPr>
          <p:cNvSpPr txBox="1"/>
          <p:nvPr/>
        </p:nvSpPr>
        <p:spPr>
          <a:xfrm>
            <a:off x="4563533" y="43180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Safety tests and red-team findings are tracked.</a:t>
            </a:r>
            <a:endParaRPr lang="en-US" sz="1400" dirty="0" err="1">
              <a:solidFill>
                <a:srgbClr val="303132"/>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5F65D795-28BE-69DF-ECB2-A07E90BF2FAF}"/>
              </a:ext>
            </a:extLst>
          </p:cNvPr>
          <p:cNvSpPr/>
          <p:nvPr/>
        </p:nvSpPr>
        <p:spPr bwMode="auto">
          <a:xfrm>
            <a:off x="8060267" y="3517900"/>
            <a:ext cx="3471333" cy="1714500"/>
          </a:xfrm>
          <a:prstGeom prst="roundRect">
            <a:avLst/>
          </a:prstGeom>
          <a:solidFill>
            <a:srgbClr val="F5F5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3" name="Rectangle: Rounded Corners 32">
            <a:extLst>
              <a:ext uri="{FF2B5EF4-FFF2-40B4-BE49-F238E27FC236}">
                <a16:creationId xmlns:a16="http://schemas.microsoft.com/office/drawing/2014/main" id="{4B8B9DB9-A24D-84E6-ED80-85DB4B60FD55}"/>
              </a:ext>
            </a:extLst>
          </p:cNvPr>
          <p:cNvSpPr/>
          <p:nvPr/>
        </p:nvSpPr>
        <p:spPr bwMode="auto">
          <a:xfrm>
            <a:off x="8060267" y="3517900"/>
            <a:ext cx="3471333" cy="609600"/>
          </a:xfrm>
          <a:prstGeom prst="round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E223EB9B-F85B-3E71-2FE2-607C271A7936}"/>
              </a:ext>
            </a:extLst>
          </p:cNvPr>
          <p:cNvSpPr/>
          <p:nvPr/>
        </p:nvSpPr>
        <p:spPr bwMode="auto">
          <a:xfrm>
            <a:off x="8060267" y="3822700"/>
            <a:ext cx="3471333" cy="304800"/>
          </a:xfrm>
          <a:prstGeom prst="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6291098C-C602-2F8A-F036-41A5F762C0C5}"/>
              </a:ext>
            </a:extLst>
          </p:cNvPr>
          <p:cNvSpPr txBox="1"/>
          <p:nvPr/>
        </p:nvSpPr>
        <p:spPr>
          <a:xfrm>
            <a:off x="8263467" y="36830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Ownership</a:t>
            </a:r>
            <a:endParaRPr lang="en-US" sz="1600" b="1" dirty="0" err="1">
              <a:solidFill>
                <a:srgbClr val="FFFFFF"/>
              </a:solidFill>
              <a:latin typeface="Segoe UI" panose="020B0502040204020203" pitchFamily="34" charset="0"/>
            </a:endParaRPr>
          </a:p>
        </p:txBody>
      </p:sp>
      <p:sp>
        <p:nvSpPr>
          <p:cNvPr id="36" name="TextBox 35">
            <a:extLst>
              <a:ext uri="{FF2B5EF4-FFF2-40B4-BE49-F238E27FC236}">
                <a16:creationId xmlns:a16="http://schemas.microsoft.com/office/drawing/2014/main" id="{419E7FCC-5D10-2C1D-B95A-CB432D03B3FD}"/>
              </a:ext>
            </a:extLst>
          </p:cNvPr>
          <p:cNvSpPr txBox="1"/>
          <p:nvPr/>
        </p:nvSpPr>
        <p:spPr>
          <a:xfrm>
            <a:off x="8263467" y="43180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Release evidence is reviewable and owners know how to respond.</a:t>
            </a:r>
            <a:endParaRPr lang="en-US" sz="1400" dirty="0" err="1">
              <a:solidFill>
                <a:srgbClr val="303132"/>
              </a:solidFill>
              <a:latin typeface="Segoe UI" panose="020B0502040204020203" pitchFamily="34" charset="0"/>
            </a:endParaRPr>
          </a:p>
        </p:txBody>
      </p:sp>
    </p:spTree>
    <p:extLst>
      <p:ext uri="{BB962C8B-B14F-4D97-AF65-F5344CB8AC3E}">
        <p14:creationId xmlns:p14="http://schemas.microsoft.com/office/powerpoint/2010/main" val="24087486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E20ABF9-B714-86D0-CD06-A045BA526E7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51066520-A66E-ADC9-EB23-850626DD5D9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6E8A71DD-C925-0B6C-00F0-2BEDE973E298}"/>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6E9A8CFE-2B14-5772-1234-37589D042DD3}"/>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AgentOps operating model</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391F5F38-E653-25B1-F02E-EEBDEFF3D292}"/>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Four practices create release evidence and operational confidence.</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FD82ED41-83C9-94A4-1F9E-4CB086D51E4E}"/>
              </a:ext>
            </a:extLst>
          </p:cNvPr>
          <p:cNvSpPr/>
          <p:nvPr/>
        </p:nvSpPr>
        <p:spPr bwMode="auto">
          <a:xfrm>
            <a:off x="660400" y="2006600"/>
            <a:ext cx="2546350" cy="2286000"/>
          </a:xfrm>
          <a:prstGeom prst="roundRect">
            <a:avLst/>
          </a:prstGeom>
          <a:solidFill>
            <a:srgbClr val="E8F2F8"/>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D85B7136-0006-799F-D721-BD10376B8281}"/>
              </a:ext>
            </a:extLst>
          </p:cNvPr>
          <p:cNvSpPr/>
          <p:nvPr/>
        </p:nvSpPr>
        <p:spPr bwMode="auto">
          <a:xfrm>
            <a:off x="660400" y="2006600"/>
            <a:ext cx="2546350" cy="609600"/>
          </a:xfrm>
          <a:prstGeom prst="round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79AA45E0-D1E0-45CD-6094-8FB1A5239315}"/>
              </a:ext>
            </a:extLst>
          </p:cNvPr>
          <p:cNvSpPr/>
          <p:nvPr/>
        </p:nvSpPr>
        <p:spPr bwMode="auto">
          <a:xfrm>
            <a:off x="660400" y="2311400"/>
            <a:ext cx="2546350" cy="304800"/>
          </a:xfrm>
          <a:prstGeom prst="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TextBox 9">
            <a:extLst>
              <a:ext uri="{FF2B5EF4-FFF2-40B4-BE49-F238E27FC236}">
                <a16:creationId xmlns:a16="http://schemas.microsoft.com/office/drawing/2014/main" id="{9FD30284-6FFE-374B-0837-776371E6FE06}"/>
              </a:ext>
            </a:extLst>
          </p:cNvPr>
          <p:cNvSpPr txBox="1"/>
          <p:nvPr/>
        </p:nvSpPr>
        <p:spPr>
          <a:xfrm>
            <a:off x="86360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Evaluate</a:t>
            </a:r>
            <a:endParaRPr lang="en-US" sz="1600" b="1" dirty="0" err="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04679252-2467-99CB-BAE2-E7F6CA0B1138}"/>
              </a:ext>
            </a:extLst>
          </p:cNvPr>
          <p:cNvSpPr txBox="1"/>
          <p:nvPr/>
        </p:nvSpPr>
        <p:spPr>
          <a:xfrm>
            <a:off x="86360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Golden datasets, rubrics, red teaming, and thresholds.</a:t>
            </a:r>
            <a:endParaRPr lang="en-US" sz="1400" dirty="0" err="1">
              <a:solidFill>
                <a:srgbClr val="30313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C8BBD8C0-2C67-2F12-0223-CF544438CDCD}"/>
              </a:ext>
            </a:extLst>
          </p:cNvPr>
          <p:cNvSpPr/>
          <p:nvPr/>
        </p:nvSpPr>
        <p:spPr bwMode="auto">
          <a:xfrm>
            <a:off x="3435350" y="2006600"/>
            <a:ext cx="2546350" cy="2286000"/>
          </a:xfrm>
          <a:prstGeom prst="roundRect">
            <a:avLst/>
          </a:prstGeom>
          <a:solidFill>
            <a:srgbClr val="EDF8ED"/>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7FDDC69E-F958-ED8F-9A5C-B9298F40FE90}"/>
              </a:ext>
            </a:extLst>
          </p:cNvPr>
          <p:cNvSpPr/>
          <p:nvPr/>
        </p:nvSpPr>
        <p:spPr bwMode="auto">
          <a:xfrm>
            <a:off x="3435350" y="2006600"/>
            <a:ext cx="2546350" cy="609600"/>
          </a:xfrm>
          <a:prstGeom prst="round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83D5078A-2A14-4895-0242-3854CF795FAA}"/>
              </a:ext>
            </a:extLst>
          </p:cNvPr>
          <p:cNvSpPr/>
          <p:nvPr/>
        </p:nvSpPr>
        <p:spPr bwMode="auto">
          <a:xfrm>
            <a:off x="3435350" y="2311400"/>
            <a:ext cx="2546350" cy="304800"/>
          </a:xfrm>
          <a:prstGeom prst="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1A3CE85B-9FC4-6E54-D228-B44D4D1C944E}"/>
              </a:ext>
            </a:extLst>
          </p:cNvPr>
          <p:cNvSpPr txBox="1"/>
          <p:nvPr/>
        </p:nvSpPr>
        <p:spPr>
          <a:xfrm>
            <a:off x="363855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Ship</a:t>
            </a:r>
            <a:endParaRPr lang="en-US" sz="1600" b="1" dirty="0" err="1">
              <a:solidFill>
                <a:srgbClr val="FFFFFF"/>
              </a:solidFill>
              <a:latin typeface="Segoe UI" panose="020B0502040204020203" pitchFamily="34" charset="0"/>
            </a:endParaRPr>
          </a:p>
        </p:txBody>
      </p:sp>
      <p:sp>
        <p:nvSpPr>
          <p:cNvPr id="16" name="TextBox 15">
            <a:extLst>
              <a:ext uri="{FF2B5EF4-FFF2-40B4-BE49-F238E27FC236}">
                <a16:creationId xmlns:a16="http://schemas.microsoft.com/office/drawing/2014/main" id="{BFDF0F3D-7970-7A82-49F2-F2404BE175AF}"/>
              </a:ext>
            </a:extLst>
          </p:cNvPr>
          <p:cNvSpPr txBox="1"/>
          <p:nvPr/>
        </p:nvSpPr>
        <p:spPr>
          <a:xfrm>
            <a:off x="363855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CI/CD gates, approvals, promotion, and canary rollout.</a:t>
            </a:r>
            <a:endParaRPr lang="en-US" sz="1400" dirty="0" err="1">
              <a:solidFill>
                <a:srgbClr val="303132"/>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B9AA2088-3D42-1DFB-964E-885067C98997}"/>
              </a:ext>
            </a:extLst>
          </p:cNvPr>
          <p:cNvSpPr/>
          <p:nvPr/>
        </p:nvSpPr>
        <p:spPr bwMode="auto">
          <a:xfrm>
            <a:off x="6210300" y="2006600"/>
            <a:ext cx="2546350" cy="2286000"/>
          </a:xfrm>
          <a:prstGeom prst="roundRect">
            <a:avLst/>
          </a:prstGeom>
          <a:solidFill>
            <a:srgbClr val="F8EF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0FA946AD-22EF-456E-3902-C3E2596CF817}"/>
              </a:ext>
            </a:extLst>
          </p:cNvPr>
          <p:cNvSpPr/>
          <p:nvPr/>
        </p:nvSpPr>
        <p:spPr bwMode="auto">
          <a:xfrm>
            <a:off x="6210300" y="2006600"/>
            <a:ext cx="2546350" cy="609600"/>
          </a:xfrm>
          <a:prstGeom prst="round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7D68EE67-F5E9-5899-BEEB-8BE857F8CC0E}"/>
              </a:ext>
            </a:extLst>
          </p:cNvPr>
          <p:cNvSpPr/>
          <p:nvPr/>
        </p:nvSpPr>
        <p:spPr bwMode="auto">
          <a:xfrm>
            <a:off x="6210300" y="2311400"/>
            <a:ext cx="2546350" cy="304800"/>
          </a:xfrm>
          <a:prstGeom prst="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87F2731C-BCD6-51C9-DD66-EA290649A311}"/>
              </a:ext>
            </a:extLst>
          </p:cNvPr>
          <p:cNvSpPr txBox="1"/>
          <p:nvPr/>
        </p:nvSpPr>
        <p:spPr>
          <a:xfrm>
            <a:off x="641350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Observe</a:t>
            </a:r>
            <a:endParaRPr lang="en-US" sz="16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DAE4947E-6CE0-0C06-6AE7-AA217F10B730}"/>
              </a:ext>
            </a:extLst>
          </p:cNvPr>
          <p:cNvSpPr txBox="1"/>
          <p:nvPr/>
        </p:nvSpPr>
        <p:spPr>
          <a:xfrm>
            <a:off x="641350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Traces, metrics, safety signals, feedback, cost, and latency.</a:t>
            </a:r>
            <a:endParaRPr lang="en-US" sz="1400" dirty="0" err="1">
              <a:solidFill>
                <a:srgbClr val="30313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7CE4F12B-6A18-4C88-4691-6619DB243AF8}"/>
              </a:ext>
            </a:extLst>
          </p:cNvPr>
          <p:cNvSpPr/>
          <p:nvPr/>
        </p:nvSpPr>
        <p:spPr bwMode="auto">
          <a:xfrm>
            <a:off x="8985250" y="2006600"/>
            <a:ext cx="2546350" cy="2286000"/>
          </a:xfrm>
          <a:prstGeom prst="roundRect">
            <a:avLst/>
          </a:prstGeom>
          <a:solidFill>
            <a:srgbClr val="FCF3E9"/>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91CB1997-2AA4-17A3-DFB8-934E2A3B54C1}"/>
              </a:ext>
            </a:extLst>
          </p:cNvPr>
          <p:cNvSpPr/>
          <p:nvPr/>
        </p:nvSpPr>
        <p:spPr bwMode="auto">
          <a:xfrm>
            <a:off x="8985250" y="2006600"/>
            <a:ext cx="2546350" cy="609600"/>
          </a:xfrm>
          <a:prstGeom prst="round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CB601C55-96CA-E22E-1AA2-DC4AC21671B5}"/>
              </a:ext>
            </a:extLst>
          </p:cNvPr>
          <p:cNvSpPr/>
          <p:nvPr/>
        </p:nvSpPr>
        <p:spPr bwMode="auto">
          <a:xfrm>
            <a:off x="8985250" y="2311400"/>
            <a:ext cx="2546350" cy="304800"/>
          </a:xfrm>
          <a:prstGeom prst="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5" name="TextBox 24">
            <a:extLst>
              <a:ext uri="{FF2B5EF4-FFF2-40B4-BE49-F238E27FC236}">
                <a16:creationId xmlns:a16="http://schemas.microsoft.com/office/drawing/2014/main" id="{28246AC2-2FDA-B21A-2CC1-1E82C68595B9}"/>
              </a:ext>
            </a:extLst>
          </p:cNvPr>
          <p:cNvSpPr txBox="1"/>
          <p:nvPr/>
        </p:nvSpPr>
        <p:spPr>
          <a:xfrm>
            <a:off x="918845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Operate</a:t>
            </a:r>
            <a:endParaRPr lang="en-US" sz="1600" b="1" dirty="0" err="1">
              <a:solidFill>
                <a:srgbClr val="FFFFFF"/>
              </a:solidFill>
              <a:latin typeface="Segoe UI" panose="020B0502040204020203" pitchFamily="34" charset="0"/>
            </a:endParaRPr>
          </a:p>
        </p:txBody>
      </p:sp>
      <p:sp>
        <p:nvSpPr>
          <p:cNvPr id="26" name="TextBox 25">
            <a:extLst>
              <a:ext uri="{FF2B5EF4-FFF2-40B4-BE49-F238E27FC236}">
                <a16:creationId xmlns:a16="http://schemas.microsoft.com/office/drawing/2014/main" id="{F96C617F-DE90-7232-28D4-572B6A6BAC6D}"/>
              </a:ext>
            </a:extLst>
          </p:cNvPr>
          <p:cNvSpPr txBox="1"/>
          <p:nvPr/>
        </p:nvSpPr>
        <p:spPr>
          <a:xfrm>
            <a:off x="918845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Incidents, runbooks, model lifecycle, cost, capacity, and improvement.</a:t>
            </a:r>
            <a:endParaRPr lang="en-US" sz="1400" dirty="0" err="1">
              <a:solidFill>
                <a:srgbClr val="303132"/>
              </a:solidFill>
              <a:latin typeface="Segoe UI" panose="020B0502040204020203" pitchFamily="34" charset="0"/>
            </a:endParaRPr>
          </a:p>
        </p:txBody>
      </p:sp>
    </p:spTree>
    <p:extLst>
      <p:ext uri="{BB962C8B-B14F-4D97-AF65-F5344CB8AC3E}">
        <p14:creationId xmlns:p14="http://schemas.microsoft.com/office/powerpoint/2010/main" val="344624098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A98166-AA1B-011A-8570-D4CC820FD48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ED6DA6F0-6911-C4A0-86F5-E5ED7DCCCA7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037C1B53-3161-65B3-F165-ED10E02CA2C6}"/>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2BD0A813-090A-72D7-7D78-CD1B67E8ADB4}"/>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AgentOps maturity model</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CB0E5E64-CE85-65C3-1487-5678CF4D980A}"/>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Start by moving one production-candidate agent up one level.</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E55DB3CC-BA6D-CE78-52BA-39CE7B596018}"/>
              </a:ext>
            </a:extLst>
          </p:cNvPr>
          <p:cNvSpPr/>
          <p:nvPr/>
        </p:nvSpPr>
        <p:spPr bwMode="auto">
          <a:xfrm>
            <a:off x="660400" y="2146300"/>
            <a:ext cx="2317750" cy="20320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68858137-A28E-4D8D-2F6D-8219CF75D992}"/>
              </a:ext>
            </a:extLst>
          </p:cNvPr>
          <p:cNvSpPr txBox="1"/>
          <p:nvPr/>
        </p:nvSpPr>
        <p:spPr>
          <a:xfrm>
            <a:off x="81280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Initial</a:t>
            </a:r>
            <a:endParaRPr lang="en-US" sz="1700" b="1" dirty="0" err="1">
              <a:solidFill>
                <a:srgbClr val="FFFFFF"/>
              </a:solidFill>
              <a:latin typeface="Segoe UI" panose="020B0502040204020203" pitchFamily="34" charset="0"/>
            </a:endParaRPr>
          </a:p>
        </p:txBody>
      </p:sp>
      <p:sp>
        <p:nvSpPr>
          <p:cNvPr id="9" name="TextBox 8">
            <a:extLst>
              <a:ext uri="{FF2B5EF4-FFF2-40B4-BE49-F238E27FC236}">
                <a16:creationId xmlns:a16="http://schemas.microsoft.com/office/drawing/2014/main" id="{50B6DCFF-94FC-4E05-F197-BA0AF5E28E5E}"/>
              </a:ext>
            </a:extLst>
          </p:cNvPr>
          <p:cNvSpPr txBox="1"/>
          <p:nvPr/>
        </p:nvSpPr>
        <p:spPr>
          <a:xfrm>
            <a:off x="81280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Ad hoc demos and scattered logs</a:t>
            </a:r>
            <a:endParaRPr lang="en-US" sz="1400" dirty="0" err="1">
              <a:solidFill>
                <a:srgbClr val="FFFFFF"/>
              </a:solidFill>
              <a:latin typeface="Segoe UI" panose="020B0502040204020203" pitchFamily="34" charset="0"/>
            </a:endParaRPr>
          </a:p>
        </p:txBody>
      </p:sp>
      <p:sp>
        <p:nvSpPr>
          <p:cNvPr id="10" name="Arrow: Right 9">
            <a:extLst>
              <a:ext uri="{FF2B5EF4-FFF2-40B4-BE49-F238E27FC236}">
                <a16:creationId xmlns:a16="http://schemas.microsoft.com/office/drawing/2014/main" id="{7A4BC075-E90E-84FA-9FCE-59E7AA8C22D6}"/>
              </a:ext>
            </a:extLst>
          </p:cNvPr>
          <p:cNvSpPr/>
          <p:nvPr/>
        </p:nvSpPr>
        <p:spPr bwMode="auto">
          <a:xfrm>
            <a:off x="306705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774A9E83-A0A0-35FE-1640-A3C863180478}"/>
              </a:ext>
            </a:extLst>
          </p:cNvPr>
          <p:cNvSpPr/>
          <p:nvPr/>
        </p:nvSpPr>
        <p:spPr bwMode="auto">
          <a:xfrm>
            <a:off x="3511550" y="2146300"/>
            <a:ext cx="2317750" cy="2032000"/>
          </a:xfrm>
          <a:prstGeom prst="round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63127EA2-B255-8BEE-EE73-0C3D4509A26B}"/>
              </a:ext>
            </a:extLst>
          </p:cNvPr>
          <p:cNvSpPr txBox="1"/>
          <p:nvPr/>
        </p:nvSpPr>
        <p:spPr>
          <a:xfrm>
            <a:off x="366395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Defined</a:t>
            </a:r>
            <a:endParaRPr lang="en-US" sz="1700" b="1" dirty="0" err="1">
              <a:solidFill>
                <a:srgbClr val="FFFFFF"/>
              </a:solidFill>
              <a:latin typeface="Segoe UI" panose="020B0502040204020203" pitchFamily="34" charset="0"/>
            </a:endParaRPr>
          </a:p>
        </p:txBody>
      </p:sp>
      <p:sp>
        <p:nvSpPr>
          <p:cNvPr id="13" name="TextBox 12">
            <a:extLst>
              <a:ext uri="{FF2B5EF4-FFF2-40B4-BE49-F238E27FC236}">
                <a16:creationId xmlns:a16="http://schemas.microsoft.com/office/drawing/2014/main" id="{53F93C97-4B43-DE12-CCE9-CDC7FEC8C678}"/>
              </a:ext>
            </a:extLst>
          </p:cNvPr>
          <p:cNvSpPr txBox="1"/>
          <p:nvPr/>
        </p:nvSpPr>
        <p:spPr>
          <a:xfrm>
            <a:off x="366395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Versioned assets and evaluation datasets</a:t>
            </a:r>
            <a:endParaRPr lang="en-US" sz="1400" dirty="0" err="1">
              <a:solidFill>
                <a:srgbClr val="FFFFFF"/>
              </a:solidFill>
              <a:latin typeface="Segoe UI" panose="020B0502040204020203" pitchFamily="34" charset="0"/>
            </a:endParaRPr>
          </a:p>
        </p:txBody>
      </p:sp>
      <p:sp>
        <p:nvSpPr>
          <p:cNvPr id="14" name="Arrow: Right 13">
            <a:extLst>
              <a:ext uri="{FF2B5EF4-FFF2-40B4-BE49-F238E27FC236}">
                <a16:creationId xmlns:a16="http://schemas.microsoft.com/office/drawing/2014/main" id="{2E7ACF04-3B82-252D-A6F9-4776A179ED7D}"/>
              </a:ext>
            </a:extLst>
          </p:cNvPr>
          <p:cNvSpPr/>
          <p:nvPr/>
        </p:nvSpPr>
        <p:spPr bwMode="auto">
          <a:xfrm>
            <a:off x="591820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E41F3609-A2CD-945F-A9F8-AECD96B238E2}"/>
              </a:ext>
            </a:extLst>
          </p:cNvPr>
          <p:cNvSpPr/>
          <p:nvPr/>
        </p:nvSpPr>
        <p:spPr bwMode="auto">
          <a:xfrm>
            <a:off x="6362700" y="2146300"/>
            <a:ext cx="2317750" cy="2032000"/>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TextBox 15">
            <a:extLst>
              <a:ext uri="{FF2B5EF4-FFF2-40B4-BE49-F238E27FC236}">
                <a16:creationId xmlns:a16="http://schemas.microsoft.com/office/drawing/2014/main" id="{BCDF711E-D274-8B85-224D-AA67F38A8AA5}"/>
              </a:ext>
            </a:extLst>
          </p:cNvPr>
          <p:cNvSpPr txBox="1"/>
          <p:nvPr/>
        </p:nvSpPr>
        <p:spPr>
          <a:xfrm>
            <a:off x="651510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Managed</a:t>
            </a:r>
            <a:endParaRPr lang="en-US" sz="1700" b="1" dirty="0" err="1">
              <a:solidFill>
                <a:srgbClr val="FFFFFF"/>
              </a:solidFill>
              <a:latin typeface="Segoe UI" panose="020B0502040204020203" pitchFamily="34" charset="0"/>
            </a:endParaRPr>
          </a:p>
        </p:txBody>
      </p:sp>
      <p:sp>
        <p:nvSpPr>
          <p:cNvPr id="17" name="TextBox 16">
            <a:extLst>
              <a:ext uri="{FF2B5EF4-FFF2-40B4-BE49-F238E27FC236}">
                <a16:creationId xmlns:a16="http://schemas.microsoft.com/office/drawing/2014/main" id="{CE48B38D-8E5B-4549-5E1D-446D2BBBD114}"/>
              </a:ext>
            </a:extLst>
          </p:cNvPr>
          <p:cNvSpPr txBox="1"/>
          <p:nvPr/>
        </p:nvSpPr>
        <p:spPr>
          <a:xfrm>
            <a:off x="651510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Quality gates, continuous evaluation, and runbooks</a:t>
            </a:r>
            <a:endParaRPr lang="en-US" sz="1400" dirty="0" err="1">
              <a:solidFill>
                <a:srgbClr val="FFFFFF"/>
              </a:solidFill>
              <a:latin typeface="Segoe UI" panose="020B0502040204020203" pitchFamily="34" charset="0"/>
            </a:endParaRPr>
          </a:p>
        </p:txBody>
      </p:sp>
      <p:sp>
        <p:nvSpPr>
          <p:cNvPr id="18" name="Arrow: Right 17">
            <a:extLst>
              <a:ext uri="{FF2B5EF4-FFF2-40B4-BE49-F238E27FC236}">
                <a16:creationId xmlns:a16="http://schemas.microsoft.com/office/drawing/2014/main" id="{E5DF0E7A-C41B-E7D2-D240-5B70125100F2}"/>
              </a:ext>
            </a:extLst>
          </p:cNvPr>
          <p:cNvSpPr/>
          <p:nvPr/>
        </p:nvSpPr>
        <p:spPr bwMode="auto">
          <a:xfrm>
            <a:off x="876935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0C2820FA-9AB9-54E4-FA75-1F9CA9021134}"/>
              </a:ext>
            </a:extLst>
          </p:cNvPr>
          <p:cNvSpPr/>
          <p:nvPr/>
        </p:nvSpPr>
        <p:spPr bwMode="auto">
          <a:xfrm>
            <a:off x="9213850" y="2146300"/>
            <a:ext cx="2317750" cy="2032000"/>
          </a:xfrm>
          <a:prstGeom prst="roundRect">
            <a:avLst/>
          </a:prstGeom>
          <a:solidFill>
            <a:srgbClr val="5C2D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69ED437B-03BA-D417-8B14-DD0F91A93174}"/>
              </a:ext>
            </a:extLst>
          </p:cNvPr>
          <p:cNvSpPr txBox="1"/>
          <p:nvPr/>
        </p:nvSpPr>
        <p:spPr>
          <a:xfrm>
            <a:off x="936625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Optimized</a:t>
            </a:r>
            <a:endParaRPr lang="en-US" sz="17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3623A0ED-7235-1E6B-8038-3943CF34A587}"/>
              </a:ext>
            </a:extLst>
          </p:cNvPr>
          <p:cNvSpPr txBox="1"/>
          <p:nvPr/>
        </p:nvSpPr>
        <p:spPr>
          <a:xfrm>
            <a:off x="936625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Drift and cost guardrails, canary, and feedback loop</a:t>
            </a:r>
            <a:endParaRPr lang="en-US" sz="1400"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9723000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ABB398-2622-1B7F-1C4B-FE645C11CB9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2DCCC287-9621-B5DE-7276-832026D586E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A56846F6-B9F3-3EE6-91E5-65E2ACB65D59}"/>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3943F321-8C78-215A-B6C8-37E5FCBABABB}"/>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AgentOps reference architecture</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6155BDE2-7DB1-FBF7-283F-4851AAD2BA5E}"/>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The inner loop creates evidence; the outer loop promotes and operates the agent.</a:t>
            </a:r>
            <a:endParaRPr lang="en-US" sz="1400" dirty="0" err="1">
              <a:solidFill>
                <a:srgbClr val="777777"/>
              </a:solidFill>
              <a:latin typeface="Segoe UI" panose="020B0502040204020203" pitchFamily="34" charset="0"/>
            </a:endParaRPr>
          </a:p>
        </p:txBody>
      </p:sp>
      <p:pic>
        <p:nvPicPr>
          <p:cNvPr id="8" name="Picture 7">
            <a:extLst>
              <a:ext uri="{FF2B5EF4-FFF2-40B4-BE49-F238E27FC236}">
                <a16:creationId xmlns:a16="http://schemas.microsoft.com/office/drawing/2014/main" id="{97031C71-292D-A382-C89C-BF5A618F3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000" y="1511300"/>
            <a:ext cx="10414000" cy="4813300"/>
          </a:xfrm>
          <a:prstGeom prst="rect">
            <a:avLst/>
          </a:prstGeom>
        </p:spPr>
      </p:pic>
    </p:spTree>
    <p:extLst>
      <p:ext uri="{BB962C8B-B14F-4D97-AF65-F5344CB8AC3E}">
        <p14:creationId xmlns:p14="http://schemas.microsoft.com/office/powerpoint/2010/main" val="58295822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657795F-8C46-CC39-4AE5-D4B1DF83EDB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9ADBA443-7E57-5331-2D0F-D2CD1D675E2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TextBox 3">
            <a:extLst>
              <a:ext uri="{FF2B5EF4-FFF2-40B4-BE49-F238E27FC236}">
                <a16:creationId xmlns:a16="http://schemas.microsoft.com/office/drawing/2014/main" id="{F7BB3EAE-BA4C-7F5C-50D6-A168C8EE4C31}"/>
              </a:ext>
            </a:extLst>
          </p:cNvPr>
          <p:cNvSpPr txBox="1"/>
          <p:nvPr/>
        </p:nvSpPr>
        <p:spPr>
          <a:xfrm>
            <a:off x="660400" y="2616200"/>
            <a:ext cx="10871200" cy="307777"/>
          </a:xfrm>
          <a:prstGeom prst="rect">
            <a:avLst/>
          </a:prstGeom>
          <a:noFill/>
        </p:spPr>
        <p:txBody>
          <a:bodyPr vert="horz" wrap="square" lIns="0" tIns="0" rIns="0" bIns="0" rtlCol="0">
            <a:noAutofit/>
          </a:bodyPr>
          <a:lstStyle/>
          <a:p>
            <a:r>
              <a:rPr lang="en-US" sz="3100">
                <a:solidFill>
                  <a:srgbClr val="FFFFFF"/>
                </a:solidFill>
                <a:latin typeface="Segoe UI" panose="020B0502040204020203" pitchFamily="34" charset="0"/>
              </a:rPr>
              <a:t>Evaluate</a:t>
            </a:r>
            <a:endParaRPr lang="en-US" sz="3100" dirty="0" err="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59E814FC-C412-7E5C-A2FC-F6FFC404817F}"/>
              </a:ext>
            </a:extLst>
          </p:cNvPr>
          <p:cNvSpPr txBox="1"/>
          <p:nvPr/>
        </p:nvSpPr>
        <p:spPr>
          <a:xfrm>
            <a:off x="660400" y="3403600"/>
            <a:ext cx="10871200" cy="307777"/>
          </a:xfrm>
          <a:prstGeom prst="rect">
            <a:avLst/>
          </a:prstGeom>
          <a:noFill/>
        </p:spPr>
        <p:txBody>
          <a:bodyPr vert="horz" wrap="square" lIns="0" tIns="0" rIns="0" bIns="0" rtlCol="0">
            <a:noAutofit/>
          </a:bodyPr>
          <a:lstStyle/>
          <a:p>
            <a:r>
              <a:rPr lang="en-US" sz="1400">
                <a:solidFill>
                  <a:srgbClr val="F0E4D6"/>
                </a:solidFill>
                <a:latin typeface="Segoe UI" panose="020B0502040204020203" pitchFamily="34" charset="0"/>
              </a:rPr>
              <a:t>The release signal for agentic systems</a:t>
            </a:r>
            <a:endParaRPr lang="en-US" sz="1400" dirty="0" err="1">
              <a:solidFill>
                <a:srgbClr val="F0E4D6"/>
              </a:solidFill>
              <a:latin typeface="Segoe UI" panose="020B0502040204020203" pitchFamily="34" charset="0"/>
            </a:endParaRPr>
          </a:p>
        </p:txBody>
      </p:sp>
      <p:sp>
        <p:nvSpPr>
          <p:cNvPr id="6" name="Rectangle 5">
            <a:extLst>
              <a:ext uri="{FF2B5EF4-FFF2-40B4-BE49-F238E27FC236}">
                <a16:creationId xmlns:a16="http://schemas.microsoft.com/office/drawing/2014/main" id="{4972CEF0-5235-0FA4-74AD-9BF3B6E15884}"/>
              </a:ext>
            </a:extLst>
          </p:cNvPr>
          <p:cNvSpPr/>
          <p:nvPr/>
        </p:nvSpPr>
        <p:spPr bwMode="auto">
          <a:xfrm>
            <a:off x="660400" y="5943600"/>
            <a:ext cx="10871200" cy="12700"/>
          </a:xfrm>
          <a:prstGeom prst="rect">
            <a:avLst/>
          </a:prstGeom>
          <a:solidFill>
            <a:srgbClr val="777777"/>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19770608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1A2BC4-5881-FDB7-46C9-9950F1F8E7B9}"/>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75A8E950-F07B-679B-31F4-592CE53575F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09C1E481-21B3-25B4-4D29-7AA6C1C9E282}"/>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8CD4620A-2656-4730-E3B3-DA4331517360}"/>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Evaluation strategy</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C37F66A6-B74A-B4A2-1FA3-B4B1D76657E7}"/>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Evaluation is a release signal that grows as production teaches you new failure modes.</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9E7CC06A-1FB2-B790-9E2C-8F06F1DA8751}"/>
              </a:ext>
            </a:extLst>
          </p:cNvPr>
          <p:cNvSpPr/>
          <p:nvPr/>
        </p:nvSpPr>
        <p:spPr bwMode="auto">
          <a:xfrm>
            <a:off x="660400" y="2146300"/>
            <a:ext cx="2317750" cy="20320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9BF405BF-BDE1-6919-3476-F3264ADE1600}"/>
              </a:ext>
            </a:extLst>
          </p:cNvPr>
          <p:cNvSpPr txBox="1"/>
          <p:nvPr/>
        </p:nvSpPr>
        <p:spPr>
          <a:xfrm>
            <a:off x="81280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Select</a:t>
            </a:r>
            <a:endParaRPr lang="en-US" sz="1700" b="1" dirty="0" err="1">
              <a:solidFill>
                <a:srgbClr val="FFFFFF"/>
              </a:solidFill>
              <a:latin typeface="Segoe UI" panose="020B0502040204020203" pitchFamily="34" charset="0"/>
            </a:endParaRPr>
          </a:p>
        </p:txBody>
      </p:sp>
      <p:sp>
        <p:nvSpPr>
          <p:cNvPr id="9" name="TextBox 8">
            <a:extLst>
              <a:ext uri="{FF2B5EF4-FFF2-40B4-BE49-F238E27FC236}">
                <a16:creationId xmlns:a16="http://schemas.microsoft.com/office/drawing/2014/main" id="{588E75DE-6D87-D064-E6E9-B1412A613E13}"/>
              </a:ext>
            </a:extLst>
          </p:cNvPr>
          <p:cNvSpPr txBox="1"/>
          <p:nvPr/>
        </p:nvSpPr>
        <p:spPr>
          <a:xfrm>
            <a:off x="81280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Choose a baseline model and representative journeys</a:t>
            </a:r>
            <a:endParaRPr lang="en-US" sz="1400" dirty="0" err="1">
              <a:solidFill>
                <a:srgbClr val="FFFFFF"/>
              </a:solidFill>
              <a:latin typeface="Segoe UI" panose="020B0502040204020203" pitchFamily="34" charset="0"/>
            </a:endParaRPr>
          </a:p>
        </p:txBody>
      </p:sp>
      <p:sp>
        <p:nvSpPr>
          <p:cNvPr id="10" name="Arrow: Right 9">
            <a:extLst>
              <a:ext uri="{FF2B5EF4-FFF2-40B4-BE49-F238E27FC236}">
                <a16:creationId xmlns:a16="http://schemas.microsoft.com/office/drawing/2014/main" id="{8A110FEC-40CC-F9DD-03E2-5266065F50BE}"/>
              </a:ext>
            </a:extLst>
          </p:cNvPr>
          <p:cNvSpPr/>
          <p:nvPr/>
        </p:nvSpPr>
        <p:spPr bwMode="auto">
          <a:xfrm>
            <a:off x="306705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C2F800D5-95EA-7B5B-0278-BEEC9E3C551B}"/>
              </a:ext>
            </a:extLst>
          </p:cNvPr>
          <p:cNvSpPr/>
          <p:nvPr/>
        </p:nvSpPr>
        <p:spPr bwMode="auto">
          <a:xfrm>
            <a:off x="3511550" y="2146300"/>
            <a:ext cx="2317750" cy="2032000"/>
          </a:xfrm>
          <a:prstGeom prst="round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2F7D264A-5695-3D39-F315-C6672AEFACDF}"/>
              </a:ext>
            </a:extLst>
          </p:cNvPr>
          <p:cNvSpPr txBox="1"/>
          <p:nvPr/>
        </p:nvSpPr>
        <p:spPr>
          <a:xfrm>
            <a:off x="366395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Evaluate</a:t>
            </a:r>
            <a:endParaRPr lang="en-US" sz="1700" b="1" dirty="0" err="1">
              <a:solidFill>
                <a:srgbClr val="FFFFFF"/>
              </a:solidFill>
              <a:latin typeface="Segoe UI" panose="020B0502040204020203" pitchFamily="34" charset="0"/>
            </a:endParaRPr>
          </a:p>
        </p:txBody>
      </p:sp>
      <p:sp>
        <p:nvSpPr>
          <p:cNvPr id="13" name="TextBox 12">
            <a:extLst>
              <a:ext uri="{FF2B5EF4-FFF2-40B4-BE49-F238E27FC236}">
                <a16:creationId xmlns:a16="http://schemas.microsoft.com/office/drawing/2014/main" id="{9417F16B-DB5E-D4BB-678C-C0BB0DBE2E6B}"/>
              </a:ext>
            </a:extLst>
          </p:cNvPr>
          <p:cNvSpPr txBox="1"/>
          <p:nvPr/>
        </p:nvSpPr>
        <p:spPr>
          <a:xfrm>
            <a:off x="366395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Measure quality, grounding, behavior, latency, and cost</a:t>
            </a:r>
            <a:endParaRPr lang="en-US" sz="1400" dirty="0" err="1">
              <a:solidFill>
                <a:srgbClr val="FFFFFF"/>
              </a:solidFill>
              <a:latin typeface="Segoe UI" panose="020B0502040204020203" pitchFamily="34" charset="0"/>
            </a:endParaRPr>
          </a:p>
        </p:txBody>
      </p:sp>
      <p:sp>
        <p:nvSpPr>
          <p:cNvPr id="14" name="Arrow: Right 13">
            <a:extLst>
              <a:ext uri="{FF2B5EF4-FFF2-40B4-BE49-F238E27FC236}">
                <a16:creationId xmlns:a16="http://schemas.microsoft.com/office/drawing/2014/main" id="{4524BE07-FD34-E38F-A715-BCD7744C9FC2}"/>
              </a:ext>
            </a:extLst>
          </p:cNvPr>
          <p:cNvSpPr/>
          <p:nvPr/>
        </p:nvSpPr>
        <p:spPr bwMode="auto">
          <a:xfrm>
            <a:off x="591820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D15CF2DB-D7DA-78D2-3AFF-38E8EAB404B7}"/>
              </a:ext>
            </a:extLst>
          </p:cNvPr>
          <p:cNvSpPr/>
          <p:nvPr/>
        </p:nvSpPr>
        <p:spPr bwMode="auto">
          <a:xfrm>
            <a:off x="6362700" y="2146300"/>
            <a:ext cx="2317750" cy="2032000"/>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TextBox 15">
            <a:extLst>
              <a:ext uri="{FF2B5EF4-FFF2-40B4-BE49-F238E27FC236}">
                <a16:creationId xmlns:a16="http://schemas.microsoft.com/office/drawing/2014/main" id="{88BCBECE-3C00-1A52-9110-D596BF893278}"/>
              </a:ext>
            </a:extLst>
          </p:cNvPr>
          <p:cNvSpPr txBox="1"/>
          <p:nvPr/>
        </p:nvSpPr>
        <p:spPr>
          <a:xfrm>
            <a:off x="651510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Compare</a:t>
            </a:r>
            <a:endParaRPr lang="en-US" sz="1700" b="1" dirty="0" err="1">
              <a:solidFill>
                <a:srgbClr val="FFFFFF"/>
              </a:solidFill>
              <a:latin typeface="Segoe UI" panose="020B0502040204020203" pitchFamily="34" charset="0"/>
            </a:endParaRPr>
          </a:p>
        </p:txBody>
      </p:sp>
      <p:sp>
        <p:nvSpPr>
          <p:cNvPr id="17" name="TextBox 16">
            <a:extLst>
              <a:ext uri="{FF2B5EF4-FFF2-40B4-BE49-F238E27FC236}">
                <a16:creationId xmlns:a16="http://schemas.microsoft.com/office/drawing/2014/main" id="{BDA31FB9-E4FB-5918-2831-C75771D23F2F}"/>
              </a:ext>
            </a:extLst>
          </p:cNvPr>
          <p:cNvSpPr txBox="1"/>
          <p:nvPr/>
        </p:nvSpPr>
        <p:spPr>
          <a:xfrm>
            <a:off x="651510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Check thresholds, baselines, and the previous version</a:t>
            </a:r>
            <a:endParaRPr lang="en-US" sz="1400" dirty="0" err="1">
              <a:solidFill>
                <a:srgbClr val="FFFFFF"/>
              </a:solidFill>
              <a:latin typeface="Segoe UI" panose="020B0502040204020203" pitchFamily="34" charset="0"/>
            </a:endParaRPr>
          </a:p>
        </p:txBody>
      </p:sp>
      <p:sp>
        <p:nvSpPr>
          <p:cNvPr id="18" name="Arrow: Right 17">
            <a:extLst>
              <a:ext uri="{FF2B5EF4-FFF2-40B4-BE49-F238E27FC236}">
                <a16:creationId xmlns:a16="http://schemas.microsoft.com/office/drawing/2014/main" id="{354EF5C1-D008-DE18-0A53-CE6015D408D1}"/>
              </a:ext>
            </a:extLst>
          </p:cNvPr>
          <p:cNvSpPr/>
          <p:nvPr/>
        </p:nvSpPr>
        <p:spPr bwMode="auto">
          <a:xfrm>
            <a:off x="876935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47838843-8CD7-E720-BB1B-E6BDD4AFDE3E}"/>
              </a:ext>
            </a:extLst>
          </p:cNvPr>
          <p:cNvSpPr/>
          <p:nvPr/>
        </p:nvSpPr>
        <p:spPr bwMode="auto">
          <a:xfrm>
            <a:off x="9213850" y="2146300"/>
            <a:ext cx="2317750" cy="2032000"/>
          </a:xfrm>
          <a:prstGeom prst="roundRect">
            <a:avLst/>
          </a:prstGeom>
          <a:solidFill>
            <a:srgbClr val="5C2D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AF21020D-3369-C7D9-6756-890B3D9F70EC}"/>
              </a:ext>
            </a:extLst>
          </p:cNvPr>
          <p:cNvSpPr txBox="1"/>
          <p:nvPr/>
        </p:nvSpPr>
        <p:spPr>
          <a:xfrm>
            <a:off x="936625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Learn</a:t>
            </a:r>
            <a:endParaRPr lang="en-US" sz="17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AD38D45B-BEB0-EFA5-C1C6-75731F1850C2}"/>
              </a:ext>
            </a:extLst>
          </p:cNvPr>
          <p:cNvSpPr txBox="1"/>
          <p:nvPr/>
        </p:nvSpPr>
        <p:spPr>
          <a:xfrm>
            <a:off x="936625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Promote reviewed production traces into regression cases</a:t>
            </a:r>
            <a:endParaRPr lang="en-US" sz="1400"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245332559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453AD1-63AE-723D-EA9E-1754DEA6535D}"/>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9C5194D5-5E1A-170B-44AE-2227AD3CAFCB}"/>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97D266D-2864-A1B8-ED9F-CA8718145E88}"/>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2DD7219F-3A74-CE01-280F-0D22C5C1FAD6}"/>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Evaluation scorecard</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3C19611D-3759-8F86-34D6-8FB5936B9A20}"/>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A release decision needs multiple signals, not one aggregate score.</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86FBE018-2AB9-B328-F7DF-82DC399B821C}"/>
              </a:ext>
            </a:extLst>
          </p:cNvPr>
          <p:cNvSpPr/>
          <p:nvPr/>
        </p:nvSpPr>
        <p:spPr bwMode="auto">
          <a:xfrm>
            <a:off x="660400" y="1549400"/>
            <a:ext cx="3471333" cy="1714500"/>
          </a:xfrm>
          <a:prstGeom prst="roundRect">
            <a:avLst/>
          </a:prstGeom>
          <a:solidFill>
            <a:srgbClr val="E8F2F8"/>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06B42CAA-82A6-FE1E-C812-6746201227D6}"/>
              </a:ext>
            </a:extLst>
          </p:cNvPr>
          <p:cNvSpPr/>
          <p:nvPr/>
        </p:nvSpPr>
        <p:spPr bwMode="auto">
          <a:xfrm>
            <a:off x="660400" y="1549400"/>
            <a:ext cx="3471333" cy="609600"/>
          </a:xfrm>
          <a:prstGeom prst="round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E658A868-1F70-A709-EBEF-FB14131A2D86}"/>
              </a:ext>
            </a:extLst>
          </p:cNvPr>
          <p:cNvSpPr/>
          <p:nvPr/>
        </p:nvSpPr>
        <p:spPr bwMode="auto">
          <a:xfrm>
            <a:off x="660400" y="1854200"/>
            <a:ext cx="3471333" cy="304800"/>
          </a:xfrm>
          <a:prstGeom prst="rect">
            <a:avLst/>
          </a:prstGeom>
          <a:solidFill>
            <a:srgbClr val="0078D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TextBox 9">
            <a:extLst>
              <a:ext uri="{FF2B5EF4-FFF2-40B4-BE49-F238E27FC236}">
                <a16:creationId xmlns:a16="http://schemas.microsoft.com/office/drawing/2014/main" id="{D0E97D29-5664-072D-7C34-AC43E6BFF05E}"/>
              </a:ext>
            </a:extLst>
          </p:cNvPr>
          <p:cNvSpPr txBox="1"/>
          <p:nvPr/>
        </p:nvSpPr>
        <p:spPr>
          <a:xfrm>
            <a:off x="863600"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Quality</a:t>
            </a:r>
            <a:endParaRPr lang="en-US" sz="1600" b="1" dirty="0" err="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D4FDC98B-622B-EA0F-7366-BC44F1626AD7}"/>
              </a:ext>
            </a:extLst>
          </p:cNvPr>
          <p:cNvSpPr txBox="1"/>
          <p:nvPr/>
        </p:nvSpPr>
        <p:spPr>
          <a:xfrm>
            <a:off x="863600"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Does the response solve the user task and follow the rubric?</a:t>
            </a:r>
            <a:endParaRPr lang="en-US" sz="1400" dirty="0" err="1">
              <a:solidFill>
                <a:srgbClr val="30313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DBD8C239-24F2-9C3D-E42E-213C98D5DF6A}"/>
              </a:ext>
            </a:extLst>
          </p:cNvPr>
          <p:cNvSpPr/>
          <p:nvPr/>
        </p:nvSpPr>
        <p:spPr bwMode="auto">
          <a:xfrm>
            <a:off x="4360333" y="1549400"/>
            <a:ext cx="3471334" cy="1714500"/>
          </a:xfrm>
          <a:prstGeom prst="roundRect">
            <a:avLst/>
          </a:prstGeom>
          <a:solidFill>
            <a:srgbClr val="EDF8ED"/>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83F77FF2-FAE2-34ED-F66B-1E6CF4583AD0}"/>
              </a:ext>
            </a:extLst>
          </p:cNvPr>
          <p:cNvSpPr/>
          <p:nvPr/>
        </p:nvSpPr>
        <p:spPr bwMode="auto">
          <a:xfrm>
            <a:off x="4360333" y="1549400"/>
            <a:ext cx="3471334" cy="609600"/>
          </a:xfrm>
          <a:prstGeom prst="round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0C3CDEED-CC74-1D46-26B3-A86D26ED3920}"/>
              </a:ext>
            </a:extLst>
          </p:cNvPr>
          <p:cNvSpPr/>
          <p:nvPr/>
        </p:nvSpPr>
        <p:spPr bwMode="auto">
          <a:xfrm>
            <a:off x="4360333" y="1854200"/>
            <a:ext cx="3471334" cy="304800"/>
          </a:xfrm>
          <a:prstGeom prst="rect">
            <a:avLst/>
          </a:prstGeom>
          <a:solidFill>
            <a:srgbClr val="107C10"/>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E4EC378C-5C51-7376-54B8-434B95C44831}"/>
              </a:ext>
            </a:extLst>
          </p:cNvPr>
          <p:cNvSpPr txBox="1"/>
          <p:nvPr/>
        </p:nvSpPr>
        <p:spPr>
          <a:xfrm>
            <a:off x="4563533"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Grounding</a:t>
            </a:r>
            <a:endParaRPr lang="en-US" sz="1600" b="1" dirty="0" err="1">
              <a:solidFill>
                <a:srgbClr val="FFFFFF"/>
              </a:solidFill>
              <a:latin typeface="Segoe UI" panose="020B0502040204020203" pitchFamily="34" charset="0"/>
            </a:endParaRPr>
          </a:p>
        </p:txBody>
      </p:sp>
      <p:sp>
        <p:nvSpPr>
          <p:cNvPr id="16" name="TextBox 15">
            <a:extLst>
              <a:ext uri="{FF2B5EF4-FFF2-40B4-BE49-F238E27FC236}">
                <a16:creationId xmlns:a16="http://schemas.microsoft.com/office/drawing/2014/main" id="{43848E1B-4975-CDC6-6F7F-08B13EFB72EB}"/>
              </a:ext>
            </a:extLst>
          </p:cNvPr>
          <p:cNvSpPr txBox="1"/>
          <p:nvPr/>
        </p:nvSpPr>
        <p:spPr>
          <a:xfrm>
            <a:off x="4563533"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Are claims supported by approved sources and retrieved context?</a:t>
            </a:r>
            <a:endParaRPr lang="en-US" sz="1400" dirty="0" err="1">
              <a:solidFill>
                <a:srgbClr val="303132"/>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DCFE9128-2C0C-DBDF-D5E4-3098472C4ADF}"/>
              </a:ext>
            </a:extLst>
          </p:cNvPr>
          <p:cNvSpPr/>
          <p:nvPr/>
        </p:nvSpPr>
        <p:spPr bwMode="auto">
          <a:xfrm>
            <a:off x="8060267" y="1549400"/>
            <a:ext cx="3471333" cy="1714500"/>
          </a:xfrm>
          <a:prstGeom prst="roundRect">
            <a:avLst/>
          </a:prstGeom>
          <a:solidFill>
            <a:srgbClr val="F8EF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187B957A-2DDF-0E14-234B-6110417234DC}"/>
              </a:ext>
            </a:extLst>
          </p:cNvPr>
          <p:cNvSpPr/>
          <p:nvPr/>
        </p:nvSpPr>
        <p:spPr bwMode="auto">
          <a:xfrm>
            <a:off x="8060267" y="1549400"/>
            <a:ext cx="3471333" cy="609600"/>
          </a:xfrm>
          <a:prstGeom prst="round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3F37AE47-A8E6-34F1-2431-00E2A1057A29}"/>
              </a:ext>
            </a:extLst>
          </p:cNvPr>
          <p:cNvSpPr/>
          <p:nvPr/>
        </p:nvSpPr>
        <p:spPr bwMode="auto">
          <a:xfrm>
            <a:off x="8060267" y="1854200"/>
            <a:ext cx="3471333" cy="304800"/>
          </a:xfrm>
          <a:prstGeom prst="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4853E642-B754-1C42-C616-3B8D0A2F2416}"/>
              </a:ext>
            </a:extLst>
          </p:cNvPr>
          <p:cNvSpPr txBox="1"/>
          <p:nvPr/>
        </p:nvSpPr>
        <p:spPr>
          <a:xfrm>
            <a:off x="8263467" y="17145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Behavior</a:t>
            </a:r>
            <a:endParaRPr lang="en-US" sz="16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DE82E54A-82CF-2D8E-57D3-7746966045F4}"/>
              </a:ext>
            </a:extLst>
          </p:cNvPr>
          <p:cNvSpPr txBox="1"/>
          <p:nvPr/>
        </p:nvSpPr>
        <p:spPr>
          <a:xfrm>
            <a:off x="8263467" y="23495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Did the agent resolve intent and call the correct tools?</a:t>
            </a:r>
            <a:endParaRPr lang="en-US" sz="1400" dirty="0" err="1">
              <a:solidFill>
                <a:srgbClr val="30313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CF34D726-F0B1-8650-BFBB-76D1FFC8705C}"/>
              </a:ext>
            </a:extLst>
          </p:cNvPr>
          <p:cNvSpPr/>
          <p:nvPr/>
        </p:nvSpPr>
        <p:spPr bwMode="auto">
          <a:xfrm>
            <a:off x="2510367" y="3517900"/>
            <a:ext cx="3471333" cy="1714500"/>
          </a:xfrm>
          <a:prstGeom prst="roundRect">
            <a:avLst/>
          </a:prstGeom>
          <a:solidFill>
            <a:srgbClr val="FCF3E9"/>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EDC0896B-4355-D2FE-0688-531B845FDD84}"/>
              </a:ext>
            </a:extLst>
          </p:cNvPr>
          <p:cNvSpPr/>
          <p:nvPr/>
        </p:nvSpPr>
        <p:spPr bwMode="auto">
          <a:xfrm>
            <a:off x="2510367" y="3517900"/>
            <a:ext cx="3471333" cy="609600"/>
          </a:xfrm>
          <a:prstGeom prst="round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157D69E-5A3E-355D-D367-FD6787594C53}"/>
              </a:ext>
            </a:extLst>
          </p:cNvPr>
          <p:cNvSpPr/>
          <p:nvPr/>
        </p:nvSpPr>
        <p:spPr bwMode="auto">
          <a:xfrm>
            <a:off x="2510367" y="3822700"/>
            <a:ext cx="3471333" cy="304800"/>
          </a:xfrm>
          <a:prstGeom prst="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5" name="TextBox 24">
            <a:extLst>
              <a:ext uri="{FF2B5EF4-FFF2-40B4-BE49-F238E27FC236}">
                <a16:creationId xmlns:a16="http://schemas.microsoft.com/office/drawing/2014/main" id="{657D168E-495E-FF9D-60B1-34F45A4DCA5E}"/>
              </a:ext>
            </a:extLst>
          </p:cNvPr>
          <p:cNvSpPr txBox="1"/>
          <p:nvPr/>
        </p:nvSpPr>
        <p:spPr>
          <a:xfrm>
            <a:off x="2713567" y="36830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Latency</a:t>
            </a:r>
            <a:endParaRPr lang="en-US" sz="1600" b="1" dirty="0" err="1">
              <a:solidFill>
                <a:srgbClr val="FFFFFF"/>
              </a:solidFill>
              <a:latin typeface="Segoe UI" panose="020B0502040204020203" pitchFamily="34" charset="0"/>
            </a:endParaRPr>
          </a:p>
        </p:txBody>
      </p:sp>
      <p:sp>
        <p:nvSpPr>
          <p:cNvPr id="26" name="TextBox 25">
            <a:extLst>
              <a:ext uri="{FF2B5EF4-FFF2-40B4-BE49-F238E27FC236}">
                <a16:creationId xmlns:a16="http://schemas.microsoft.com/office/drawing/2014/main" id="{430DF86E-DAE3-75FD-87F7-F75434A2D351}"/>
              </a:ext>
            </a:extLst>
          </p:cNvPr>
          <p:cNvSpPr txBox="1"/>
          <p:nvPr/>
        </p:nvSpPr>
        <p:spPr>
          <a:xfrm>
            <a:off x="2713567" y="43180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Did the end-to-end journey stay within the user experience target?</a:t>
            </a:r>
            <a:endParaRPr lang="en-US" sz="1400" dirty="0" err="1">
              <a:solidFill>
                <a:srgbClr val="303132"/>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0E15DE16-8FFF-4BEF-DA6D-4746196E5273}"/>
              </a:ext>
            </a:extLst>
          </p:cNvPr>
          <p:cNvSpPr/>
          <p:nvPr/>
        </p:nvSpPr>
        <p:spPr bwMode="auto">
          <a:xfrm>
            <a:off x="6210300" y="3517900"/>
            <a:ext cx="3471334" cy="1714500"/>
          </a:xfrm>
          <a:prstGeom prst="roundRect">
            <a:avLst/>
          </a:prstGeom>
          <a:solidFill>
            <a:srgbClr val="F5F5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8" name="Rectangle: Rounded Corners 27">
            <a:extLst>
              <a:ext uri="{FF2B5EF4-FFF2-40B4-BE49-F238E27FC236}">
                <a16:creationId xmlns:a16="http://schemas.microsoft.com/office/drawing/2014/main" id="{4DB2BE68-C091-039E-5A39-90B47D8C12ED}"/>
              </a:ext>
            </a:extLst>
          </p:cNvPr>
          <p:cNvSpPr/>
          <p:nvPr/>
        </p:nvSpPr>
        <p:spPr bwMode="auto">
          <a:xfrm>
            <a:off x="6210300" y="3517900"/>
            <a:ext cx="3471334" cy="609600"/>
          </a:xfrm>
          <a:prstGeom prst="round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9" name="Rectangle 28">
            <a:extLst>
              <a:ext uri="{FF2B5EF4-FFF2-40B4-BE49-F238E27FC236}">
                <a16:creationId xmlns:a16="http://schemas.microsoft.com/office/drawing/2014/main" id="{ED6DD540-DB34-4CED-4B55-0857AD356389}"/>
              </a:ext>
            </a:extLst>
          </p:cNvPr>
          <p:cNvSpPr/>
          <p:nvPr/>
        </p:nvSpPr>
        <p:spPr bwMode="auto">
          <a:xfrm>
            <a:off x="6210300" y="3822700"/>
            <a:ext cx="3471334" cy="304800"/>
          </a:xfrm>
          <a:prstGeom prst="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0" name="TextBox 29">
            <a:extLst>
              <a:ext uri="{FF2B5EF4-FFF2-40B4-BE49-F238E27FC236}">
                <a16:creationId xmlns:a16="http://schemas.microsoft.com/office/drawing/2014/main" id="{4139D425-5653-2894-6428-6565F3BA79B7}"/>
              </a:ext>
            </a:extLst>
          </p:cNvPr>
          <p:cNvSpPr txBox="1"/>
          <p:nvPr/>
        </p:nvSpPr>
        <p:spPr>
          <a:xfrm>
            <a:off x="6413500" y="3683000"/>
            <a:ext cx="3064933"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Cost</a:t>
            </a:r>
            <a:endParaRPr lang="en-US" sz="1600" b="1" dirty="0" err="1">
              <a:solidFill>
                <a:srgbClr val="FFFFFF"/>
              </a:solidFill>
              <a:latin typeface="Segoe UI" panose="020B0502040204020203" pitchFamily="34" charset="0"/>
            </a:endParaRPr>
          </a:p>
        </p:txBody>
      </p:sp>
      <p:sp>
        <p:nvSpPr>
          <p:cNvPr id="31" name="TextBox 30">
            <a:extLst>
              <a:ext uri="{FF2B5EF4-FFF2-40B4-BE49-F238E27FC236}">
                <a16:creationId xmlns:a16="http://schemas.microsoft.com/office/drawing/2014/main" id="{2CE31C6F-3248-FE66-122C-FBE27E5A2DF0}"/>
              </a:ext>
            </a:extLst>
          </p:cNvPr>
          <p:cNvSpPr txBox="1"/>
          <p:nvPr/>
        </p:nvSpPr>
        <p:spPr>
          <a:xfrm>
            <a:off x="6413500" y="4318000"/>
            <a:ext cx="3064933"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Did token and tool-call consumption stay within the release budget?</a:t>
            </a:r>
            <a:endParaRPr lang="en-US" sz="1400" dirty="0" err="1">
              <a:solidFill>
                <a:srgbClr val="303132"/>
              </a:solidFill>
              <a:latin typeface="Segoe UI" panose="020B0502040204020203" pitchFamily="34" charset="0"/>
            </a:endParaRPr>
          </a:p>
        </p:txBody>
      </p:sp>
    </p:spTree>
    <p:extLst>
      <p:ext uri="{BB962C8B-B14F-4D97-AF65-F5344CB8AC3E}">
        <p14:creationId xmlns:p14="http://schemas.microsoft.com/office/powerpoint/2010/main" val="219041631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461CCE-6C84-B2B0-08E2-6DDA4758B46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626D8D2F-E445-A52C-A64C-A2E8415D53E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28780636-6452-F1C3-7C4F-EE0B70324946}"/>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71EAEA84-B39D-94C8-0F3E-DA42D660EA8E}"/>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Red teaming and AI safety</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CDFD3F50-3783-EF89-057E-864D1DF1B6F9}"/>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Quality asks "is the answer good?" Red teaming asks "can someone make it misbehave?"</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4435A0B5-4A41-C1AC-56E9-74B50A5DFB03}"/>
              </a:ext>
            </a:extLst>
          </p:cNvPr>
          <p:cNvSpPr/>
          <p:nvPr/>
        </p:nvSpPr>
        <p:spPr bwMode="auto">
          <a:xfrm>
            <a:off x="660400" y="2006600"/>
            <a:ext cx="2546350" cy="2286000"/>
          </a:xfrm>
          <a:prstGeom prst="roundRect">
            <a:avLst/>
          </a:prstGeom>
          <a:solidFill>
            <a:srgbClr val="FFEEEE"/>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ED87A19C-A381-7119-E0F2-0640FA670707}"/>
              </a:ext>
            </a:extLst>
          </p:cNvPr>
          <p:cNvSpPr/>
          <p:nvPr/>
        </p:nvSpPr>
        <p:spPr bwMode="auto">
          <a:xfrm>
            <a:off x="660400" y="2006600"/>
            <a:ext cx="2546350" cy="609600"/>
          </a:xfrm>
          <a:prstGeom prst="roundRect">
            <a:avLst/>
          </a:prstGeom>
          <a:solidFill>
            <a:srgbClr val="C4192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FE68118F-43BF-E517-82F5-84DDD1C1266C}"/>
              </a:ext>
            </a:extLst>
          </p:cNvPr>
          <p:cNvSpPr/>
          <p:nvPr/>
        </p:nvSpPr>
        <p:spPr bwMode="auto">
          <a:xfrm>
            <a:off x="660400" y="2311400"/>
            <a:ext cx="2546350" cy="304800"/>
          </a:xfrm>
          <a:prstGeom prst="rect">
            <a:avLst/>
          </a:prstGeom>
          <a:solidFill>
            <a:srgbClr val="C41924"/>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TextBox 9">
            <a:extLst>
              <a:ext uri="{FF2B5EF4-FFF2-40B4-BE49-F238E27FC236}">
                <a16:creationId xmlns:a16="http://schemas.microsoft.com/office/drawing/2014/main" id="{AE52B5D6-DF16-4CED-77E9-27008076148D}"/>
              </a:ext>
            </a:extLst>
          </p:cNvPr>
          <p:cNvSpPr txBox="1"/>
          <p:nvPr/>
        </p:nvSpPr>
        <p:spPr>
          <a:xfrm>
            <a:off x="86360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Harmful content</a:t>
            </a:r>
            <a:endParaRPr lang="en-US" sz="1600" b="1" dirty="0" err="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FED1FF79-4A47-2572-6B0F-1C8D1742E918}"/>
              </a:ext>
            </a:extLst>
          </p:cNvPr>
          <p:cNvSpPr txBox="1"/>
          <p:nvPr/>
        </p:nvSpPr>
        <p:spPr>
          <a:xfrm>
            <a:off x="86360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Probe unsafe, abusive, or policy-violating outputs.</a:t>
            </a:r>
            <a:endParaRPr lang="en-US" sz="1400" dirty="0" err="1">
              <a:solidFill>
                <a:srgbClr val="30313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947BA230-E9D7-FCC7-2547-26BFF577BE59}"/>
              </a:ext>
            </a:extLst>
          </p:cNvPr>
          <p:cNvSpPr/>
          <p:nvPr/>
        </p:nvSpPr>
        <p:spPr bwMode="auto">
          <a:xfrm>
            <a:off x="3435350" y="2006600"/>
            <a:ext cx="2546350" cy="2286000"/>
          </a:xfrm>
          <a:prstGeom prst="roundRect">
            <a:avLst/>
          </a:prstGeom>
          <a:solidFill>
            <a:srgbClr val="FCF3E9"/>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A07C0F19-69D3-ADD5-B364-64185DAB8E26}"/>
              </a:ext>
            </a:extLst>
          </p:cNvPr>
          <p:cNvSpPr/>
          <p:nvPr/>
        </p:nvSpPr>
        <p:spPr bwMode="auto">
          <a:xfrm>
            <a:off x="3435350" y="2006600"/>
            <a:ext cx="2546350" cy="609600"/>
          </a:xfrm>
          <a:prstGeom prst="round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87EEB67E-953F-5F15-A642-503F9EC6CCBF}"/>
              </a:ext>
            </a:extLst>
          </p:cNvPr>
          <p:cNvSpPr/>
          <p:nvPr/>
        </p:nvSpPr>
        <p:spPr bwMode="auto">
          <a:xfrm>
            <a:off x="3435350" y="2311400"/>
            <a:ext cx="2546350" cy="304800"/>
          </a:xfrm>
          <a:prstGeom prst="rect">
            <a:avLst/>
          </a:prstGeom>
          <a:solidFill>
            <a:srgbClr val="D83B0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31DD5353-FE4E-2F0D-E1DE-6EC18CAAF4E8}"/>
              </a:ext>
            </a:extLst>
          </p:cNvPr>
          <p:cNvSpPr txBox="1"/>
          <p:nvPr/>
        </p:nvSpPr>
        <p:spPr>
          <a:xfrm>
            <a:off x="363855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Jailbreak</a:t>
            </a:r>
            <a:endParaRPr lang="en-US" sz="1600" b="1" dirty="0" err="1">
              <a:solidFill>
                <a:srgbClr val="FFFFFF"/>
              </a:solidFill>
              <a:latin typeface="Segoe UI" panose="020B0502040204020203" pitchFamily="34" charset="0"/>
            </a:endParaRPr>
          </a:p>
        </p:txBody>
      </p:sp>
      <p:sp>
        <p:nvSpPr>
          <p:cNvPr id="16" name="TextBox 15">
            <a:extLst>
              <a:ext uri="{FF2B5EF4-FFF2-40B4-BE49-F238E27FC236}">
                <a16:creationId xmlns:a16="http://schemas.microsoft.com/office/drawing/2014/main" id="{4DEA7034-0044-2992-724A-ED839D721C74}"/>
              </a:ext>
            </a:extLst>
          </p:cNvPr>
          <p:cNvSpPr txBox="1"/>
          <p:nvPr/>
        </p:nvSpPr>
        <p:spPr>
          <a:xfrm>
            <a:off x="363855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Test prompt injection, role hijacking, and instruction override.</a:t>
            </a:r>
            <a:endParaRPr lang="en-US" sz="1400" dirty="0" err="1">
              <a:solidFill>
                <a:srgbClr val="303132"/>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D9E475D6-D752-A7AB-3063-6534EE38D04F}"/>
              </a:ext>
            </a:extLst>
          </p:cNvPr>
          <p:cNvSpPr/>
          <p:nvPr/>
        </p:nvSpPr>
        <p:spPr bwMode="auto">
          <a:xfrm>
            <a:off x="6210300" y="2006600"/>
            <a:ext cx="2546350" cy="2286000"/>
          </a:xfrm>
          <a:prstGeom prst="roundRect">
            <a:avLst/>
          </a:prstGeom>
          <a:solidFill>
            <a:srgbClr val="F8EF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8D86DE9B-C08C-BDF4-EFAA-19E166BE5288}"/>
              </a:ext>
            </a:extLst>
          </p:cNvPr>
          <p:cNvSpPr/>
          <p:nvPr/>
        </p:nvSpPr>
        <p:spPr bwMode="auto">
          <a:xfrm>
            <a:off x="6210300" y="2006600"/>
            <a:ext cx="2546350" cy="609600"/>
          </a:xfrm>
          <a:prstGeom prst="round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56532A2E-1A4D-376D-1E6E-60059844DC03}"/>
              </a:ext>
            </a:extLst>
          </p:cNvPr>
          <p:cNvSpPr/>
          <p:nvPr/>
        </p:nvSpPr>
        <p:spPr bwMode="auto">
          <a:xfrm>
            <a:off x="6210300" y="2311400"/>
            <a:ext cx="2546350" cy="304800"/>
          </a:xfrm>
          <a:prstGeom prst="rect">
            <a:avLst/>
          </a:prstGeom>
          <a:solidFill>
            <a:srgbClr val="5C2D91"/>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065B05B1-E7F4-03F4-ED06-7599D3A01346}"/>
              </a:ext>
            </a:extLst>
          </p:cNvPr>
          <p:cNvSpPr txBox="1"/>
          <p:nvPr/>
        </p:nvSpPr>
        <p:spPr>
          <a:xfrm>
            <a:off x="641350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Hallucination</a:t>
            </a:r>
            <a:endParaRPr lang="en-US" sz="16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6AE9D9F2-04EF-9D47-95F0-9C47BF8D79B7}"/>
              </a:ext>
            </a:extLst>
          </p:cNvPr>
          <p:cNvSpPr txBox="1"/>
          <p:nvPr/>
        </p:nvSpPr>
        <p:spPr>
          <a:xfrm>
            <a:off x="641350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Look for ungrounded claims and fabricated evidence.</a:t>
            </a:r>
            <a:endParaRPr lang="en-US" sz="1400" dirty="0" err="1">
              <a:solidFill>
                <a:srgbClr val="30313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C1605180-D1B1-808B-A020-249CAEA1FBDD}"/>
              </a:ext>
            </a:extLst>
          </p:cNvPr>
          <p:cNvSpPr/>
          <p:nvPr/>
        </p:nvSpPr>
        <p:spPr bwMode="auto">
          <a:xfrm>
            <a:off x="8985250" y="2006600"/>
            <a:ext cx="2546350" cy="2286000"/>
          </a:xfrm>
          <a:prstGeom prst="roundRect">
            <a:avLst/>
          </a:prstGeom>
          <a:solidFill>
            <a:srgbClr val="F5F5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12BEA667-751F-C1DB-C925-7DEC64E04FEB}"/>
              </a:ext>
            </a:extLst>
          </p:cNvPr>
          <p:cNvSpPr/>
          <p:nvPr/>
        </p:nvSpPr>
        <p:spPr bwMode="auto">
          <a:xfrm>
            <a:off x="8985250" y="2006600"/>
            <a:ext cx="2546350" cy="609600"/>
          </a:xfrm>
          <a:prstGeom prst="round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8BA7C1D1-B3B6-1E04-2752-3D6314CC8CB0}"/>
              </a:ext>
            </a:extLst>
          </p:cNvPr>
          <p:cNvSpPr/>
          <p:nvPr/>
        </p:nvSpPr>
        <p:spPr bwMode="auto">
          <a:xfrm>
            <a:off x="8985250" y="2311400"/>
            <a:ext cx="2546350" cy="304800"/>
          </a:xfrm>
          <a:prstGeom prst="rect">
            <a:avLst/>
          </a:prstGeom>
          <a:solidFill>
            <a:srgbClr val="243A5E"/>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5" name="TextBox 24">
            <a:extLst>
              <a:ext uri="{FF2B5EF4-FFF2-40B4-BE49-F238E27FC236}">
                <a16:creationId xmlns:a16="http://schemas.microsoft.com/office/drawing/2014/main" id="{62ADA547-EEFA-09F5-7970-9AA2DD1BC4F4}"/>
              </a:ext>
            </a:extLst>
          </p:cNvPr>
          <p:cNvSpPr txBox="1"/>
          <p:nvPr/>
        </p:nvSpPr>
        <p:spPr>
          <a:xfrm>
            <a:off x="9188450" y="2171700"/>
            <a:ext cx="2139950" cy="304800"/>
          </a:xfrm>
          <a:prstGeom prst="rect">
            <a:avLst/>
          </a:prstGeom>
          <a:noFill/>
        </p:spPr>
        <p:txBody>
          <a:bodyPr vert="horz" wrap="square" lIns="0" tIns="0" rIns="0" bIns="0" rtlCol="0">
            <a:noAutofit/>
          </a:bodyPr>
          <a:lstStyle/>
          <a:p>
            <a:r>
              <a:rPr lang="en-US" sz="1600" b="1">
                <a:solidFill>
                  <a:srgbClr val="FFFFFF"/>
                </a:solidFill>
                <a:latin typeface="Segoe UI" panose="020B0502040204020203" pitchFamily="34" charset="0"/>
              </a:rPr>
              <a:t>Data exfiltration</a:t>
            </a:r>
            <a:endParaRPr lang="en-US" sz="1600" b="1" dirty="0" err="1">
              <a:solidFill>
                <a:srgbClr val="FFFFFF"/>
              </a:solidFill>
              <a:latin typeface="Segoe UI" panose="020B0502040204020203" pitchFamily="34" charset="0"/>
            </a:endParaRPr>
          </a:p>
        </p:txBody>
      </p:sp>
      <p:sp>
        <p:nvSpPr>
          <p:cNvPr id="26" name="TextBox 25">
            <a:extLst>
              <a:ext uri="{FF2B5EF4-FFF2-40B4-BE49-F238E27FC236}">
                <a16:creationId xmlns:a16="http://schemas.microsoft.com/office/drawing/2014/main" id="{3787CDA7-D241-9A11-C2A7-BBFBC1BAC75C}"/>
              </a:ext>
            </a:extLst>
          </p:cNvPr>
          <p:cNvSpPr txBox="1"/>
          <p:nvPr/>
        </p:nvSpPr>
        <p:spPr>
          <a:xfrm>
            <a:off x="9188450" y="2806700"/>
            <a:ext cx="213995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Probe PII leakage, permission bypass, and tool abuse.</a:t>
            </a:r>
            <a:endParaRPr lang="en-US" sz="1400" dirty="0" err="1">
              <a:solidFill>
                <a:srgbClr val="303132"/>
              </a:solidFill>
              <a:latin typeface="Segoe UI" panose="020B0502040204020203" pitchFamily="34" charset="0"/>
            </a:endParaRPr>
          </a:p>
        </p:txBody>
      </p:sp>
    </p:spTree>
    <p:extLst>
      <p:ext uri="{BB962C8B-B14F-4D97-AF65-F5344CB8AC3E}">
        <p14:creationId xmlns:p14="http://schemas.microsoft.com/office/powerpoint/2010/main" val="373315240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1F85C58-2F7D-378D-33C5-4EDFAE34F46A}"/>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C11788C3-390E-7B52-237C-8034BC135B5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61716732-D092-3CE1-A70C-74040BB1F219}"/>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C1AEC9DD-995E-969F-FE24-51E2BCD84943}"/>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From evaluation to release decision</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D1FB3C9A-361F-5A46-83A6-12D75B6B530B}"/>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Promotion is earned through evidence, not assumed from development completion.</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CCF25EE7-5EB1-7A99-FE6D-A533E3CEA790}"/>
              </a:ext>
            </a:extLst>
          </p:cNvPr>
          <p:cNvSpPr/>
          <p:nvPr/>
        </p:nvSpPr>
        <p:spPr bwMode="auto">
          <a:xfrm>
            <a:off x="660400" y="2146300"/>
            <a:ext cx="2317750" cy="20320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D6720104-A85D-51BC-56B1-889AE9A0D452}"/>
              </a:ext>
            </a:extLst>
          </p:cNvPr>
          <p:cNvSpPr txBox="1"/>
          <p:nvPr/>
        </p:nvSpPr>
        <p:spPr>
          <a:xfrm>
            <a:off x="81280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Run</a:t>
            </a:r>
            <a:endParaRPr lang="en-US" sz="1700" b="1" dirty="0" err="1">
              <a:solidFill>
                <a:srgbClr val="FFFFFF"/>
              </a:solidFill>
              <a:latin typeface="Segoe UI" panose="020B0502040204020203" pitchFamily="34" charset="0"/>
            </a:endParaRPr>
          </a:p>
        </p:txBody>
      </p:sp>
      <p:sp>
        <p:nvSpPr>
          <p:cNvPr id="9" name="TextBox 8">
            <a:extLst>
              <a:ext uri="{FF2B5EF4-FFF2-40B4-BE49-F238E27FC236}">
                <a16:creationId xmlns:a16="http://schemas.microsoft.com/office/drawing/2014/main" id="{044B8B88-F52B-4AC5-0674-DFAA09090CAA}"/>
              </a:ext>
            </a:extLst>
          </p:cNvPr>
          <p:cNvSpPr txBox="1"/>
          <p:nvPr/>
        </p:nvSpPr>
        <p:spPr>
          <a:xfrm>
            <a:off x="81280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Execute the approved dataset and evaluators</a:t>
            </a:r>
            <a:endParaRPr lang="en-US" sz="1400" dirty="0" err="1">
              <a:solidFill>
                <a:srgbClr val="FFFFFF"/>
              </a:solidFill>
              <a:latin typeface="Segoe UI" panose="020B0502040204020203" pitchFamily="34" charset="0"/>
            </a:endParaRPr>
          </a:p>
        </p:txBody>
      </p:sp>
      <p:sp>
        <p:nvSpPr>
          <p:cNvPr id="10" name="Arrow: Right 9">
            <a:extLst>
              <a:ext uri="{FF2B5EF4-FFF2-40B4-BE49-F238E27FC236}">
                <a16:creationId xmlns:a16="http://schemas.microsoft.com/office/drawing/2014/main" id="{78360032-4EEF-9D75-A3C7-CC368F86B9A5}"/>
              </a:ext>
            </a:extLst>
          </p:cNvPr>
          <p:cNvSpPr/>
          <p:nvPr/>
        </p:nvSpPr>
        <p:spPr bwMode="auto">
          <a:xfrm>
            <a:off x="306705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F4DEE984-9610-C596-2CCF-5B2EBF958C64}"/>
              </a:ext>
            </a:extLst>
          </p:cNvPr>
          <p:cNvSpPr/>
          <p:nvPr/>
        </p:nvSpPr>
        <p:spPr bwMode="auto">
          <a:xfrm>
            <a:off x="3511550" y="2146300"/>
            <a:ext cx="2317750" cy="2032000"/>
          </a:xfrm>
          <a:prstGeom prst="roundRect">
            <a:avLst/>
          </a:prstGeom>
          <a:solidFill>
            <a:srgbClr val="5C2D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E9BD376C-14EE-127D-D988-D9B6558E76B2}"/>
              </a:ext>
            </a:extLst>
          </p:cNvPr>
          <p:cNvSpPr txBox="1"/>
          <p:nvPr/>
        </p:nvSpPr>
        <p:spPr>
          <a:xfrm>
            <a:off x="366395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Review</a:t>
            </a:r>
            <a:endParaRPr lang="en-US" sz="1700" b="1" dirty="0" err="1">
              <a:solidFill>
                <a:srgbClr val="FFFFFF"/>
              </a:solidFill>
              <a:latin typeface="Segoe UI" panose="020B0502040204020203" pitchFamily="34" charset="0"/>
            </a:endParaRPr>
          </a:p>
        </p:txBody>
      </p:sp>
      <p:sp>
        <p:nvSpPr>
          <p:cNvPr id="13" name="TextBox 12">
            <a:extLst>
              <a:ext uri="{FF2B5EF4-FFF2-40B4-BE49-F238E27FC236}">
                <a16:creationId xmlns:a16="http://schemas.microsoft.com/office/drawing/2014/main" id="{F38A10D8-CD8D-7914-E367-F2310615B8FF}"/>
              </a:ext>
            </a:extLst>
          </p:cNvPr>
          <p:cNvSpPr txBox="1"/>
          <p:nvPr/>
        </p:nvSpPr>
        <p:spPr>
          <a:xfrm>
            <a:off x="366395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Inspect failures, red-team findings, and outliers</a:t>
            </a:r>
            <a:endParaRPr lang="en-US" sz="1400" dirty="0" err="1">
              <a:solidFill>
                <a:srgbClr val="FFFFFF"/>
              </a:solidFill>
              <a:latin typeface="Segoe UI" panose="020B0502040204020203" pitchFamily="34" charset="0"/>
            </a:endParaRPr>
          </a:p>
        </p:txBody>
      </p:sp>
      <p:sp>
        <p:nvSpPr>
          <p:cNvPr id="14" name="Arrow: Right 13">
            <a:extLst>
              <a:ext uri="{FF2B5EF4-FFF2-40B4-BE49-F238E27FC236}">
                <a16:creationId xmlns:a16="http://schemas.microsoft.com/office/drawing/2014/main" id="{003D90F0-3759-499E-31AB-45B60CAD2A48}"/>
              </a:ext>
            </a:extLst>
          </p:cNvPr>
          <p:cNvSpPr/>
          <p:nvPr/>
        </p:nvSpPr>
        <p:spPr bwMode="auto">
          <a:xfrm>
            <a:off x="591820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30B81132-6A81-9300-C6EA-571A54851C71}"/>
              </a:ext>
            </a:extLst>
          </p:cNvPr>
          <p:cNvSpPr/>
          <p:nvPr/>
        </p:nvSpPr>
        <p:spPr bwMode="auto">
          <a:xfrm>
            <a:off x="6362700" y="2146300"/>
            <a:ext cx="2317750" cy="2032000"/>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TextBox 15">
            <a:extLst>
              <a:ext uri="{FF2B5EF4-FFF2-40B4-BE49-F238E27FC236}">
                <a16:creationId xmlns:a16="http://schemas.microsoft.com/office/drawing/2014/main" id="{ED9ACE97-FBA5-ABE3-534A-161A9F64A9BF}"/>
              </a:ext>
            </a:extLst>
          </p:cNvPr>
          <p:cNvSpPr txBox="1"/>
          <p:nvPr/>
        </p:nvSpPr>
        <p:spPr>
          <a:xfrm>
            <a:off x="651510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Gate</a:t>
            </a:r>
            <a:endParaRPr lang="en-US" sz="1700" b="1" dirty="0" err="1">
              <a:solidFill>
                <a:srgbClr val="FFFFFF"/>
              </a:solidFill>
              <a:latin typeface="Segoe UI" panose="020B0502040204020203" pitchFamily="34" charset="0"/>
            </a:endParaRPr>
          </a:p>
        </p:txBody>
      </p:sp>
      <p:sp>
        <p:nvSpPr>
          <p:cNvPr id="17" name="TextBox 16">
            <a:extLst>
              <a:ext uri="{FF2B5EF4-FFF2-40B4-BE49-F238E27FC236}">
                <a16:creationId xmlns:a16="http://schemas.microsoft.com/office/drawing/2014/main" id="{AD9CB0B6-9A28-8A9D-5611-63E385BB0BBA}"/>
              </a:ext>
            </a:extLst>
          </p:cNvPr>
          <p:cNvSpPr txBox="1"/>
          <p:nvPr/>
        </p:nvSpPr>
        <p:spPr>
          <a:xfrm>
            <a:off x="651510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Apply explicit thresholds and exception policy</a:t>
            </a:r>
            <a:endParaRPr lang="en-US" sz="1400" dirty="0" err="1">
              <a:solidFill>
                <a:srgbClr val="FFFFFF"/>
              </a:solidFill>
              <a:latin typeface="Segoe UI" panose="020B0502040204020203" pitchFamily="34" charset="0"/>
            </a:endParaRPr>
          </a:p>
        </p:txBody>
      </p:sp>
      <p:sp>
        <p:nvSpPr>
          <p:cNvPr id="18" name="Arrow: Right 17">
            <a:extLst>
              <a:ext uri="{FF2B5EF4-FFF2-40B4-BE49-F238E27FC236}">
                <a16:creationId xmlns:a16="http://schemas.microsoft.com/office/drawing/2014/main" id="{C207C5C2-FD01-24CC-C533-4328A4F1C8A4}"/>
              </a:ext>
            </a:extLst>
          </p:cNvPr>
          <p:cNvSpPr/>
          <p:nvPr/>
        </p:nvSpPr>
        <p:spPr bwMode="auto">
          <a:xfrm>
            <a:off x="8769350" y="2997200"/>
            <a:ext cx="355600" cy="3302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8F21EFD1-62A9-653D-575E-09AFC44E7ACD}"/>
              </a:ext>
            </a:extLst>
          </p:cNvPr>
          <p:cNvSpPr/>
          <p:nvPr/>
        </p:nvSpPr>
        <p:spPr bwMode="auto">
          <a:xfrm>
            <a:off x="9213850" y="2146300"/>
            <a:ext cx="2317750" cy="2032000"/>
          </a:xfrm>
          <a:prstGeom prst="round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F86DE848-6796-F0B3-A41C-9FD64752915C}"/>
              </a:ext>
            </a:extLst>
          </p:cNvPr>
          <p:cNvSpPr txBox="1"/>
          <p:nvPr/>
        </p:nvSpPr>
        <p:spPr>
          <a:xfrm>
            <a:off x="9366250" y="2451100"/>
            <a:ext cx="2012950" cy="307777"/>
          </a:xfrm>
          <a:prstGeom prst="rect">
            <a:avLst/>
          </a:prstGeom>
          <a:noFill/>
        </p:spPr>
        <p:txBody>
          <a:bodyPr vert="horz" wrap="square" lIns="0" tIns="0" rIns="0" bIns="0" rtlCol="0">
            <a:noAutofit/>
          </a:bodyPr>
          <a:lstStyle/>
          <a:p>
            <a:pPr algn="ctr"/>
            <a:r>
              <a:rPr lang="en-US" sz="1700" b="1">
                <a:solidFill>
                  <a:srgbClr val="FFFFFF"/>
                </a:solidFill>
                <a:latin typeface="Segoe UI" panose="020B0502040204020203" pitchFamily="34" charset="0"/>
              </a:rPr>
              <a:t>Record</a:t>
            </a:r>
            <a:endParaRPr lang="en-US" sz="17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8BB5C448-38A2-8CCC-E7B3-926CF5CC17DA}"/>
              </a:ext>
            </a:extLst>
          </p:cNvPr>
          <p:cNvSpPr txBox="1"/>
          <p:nvPr/>
        </p:nvSpPr>
        <p:spPr>
          <a:xfrm>
            <a:off x="9366250" y="2933700"/>
            <a:ext cx="2012950" cy="307777"/>
          </a:xfrm>
          <a:prstGeom prst="rect">
            <a:avLst/>
          </a:prstGeom>
          <a:noFill/>
        </p:spPr>
        <p:txBody>
          <a:bodyPr vert="horz" wrap="square" lIns="0" tIns="0" rIns="0" bIns="0" rtlCol="0">
            <a:noAutofit/>
          </a:bodyPr>
          <a:lstStyle/>
          <a:p>
            <a:pPr algn="ctr"/>
            <a:r>
              <a:rPr lang="en-US" sz="1400">
                <a:solidFill>
                  <a:srgbClr val="FFFFFF"/>
                </a:solidFill>
                <a:latin typeface="Segoe UI" panose="020B0502040204020203" pitchFamily="34" charset="0"/>
              </a:rPr>
              <a:t>Store the report as release evidence</a:t>
            </a:r>
            <a:endParaRPr lang="en-US" sz="1400"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75644179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9CF281-CED6-C34E-9C89-DD7D89E47F3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CBDCC2A2-6ED9-80A6-7051-069BFAFA35B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D7BD01CF-B05D-52B8-CE19-E54FDD4F6D28}"/>
              </a:ext>
            </a:extLst>
          </p:cNvPr>
          <p:cNvSpPr/>
          <p:nvPr/>
        </p:nvSpPr>
        <p:spPr bwMode="auto">
          <a:xfrm>
            <a:off x="0" y="0"/>
            <a:ext cx="12192000" cy="76200"/>
          </a:xfrm>
          <a:prstGeom prst="rect">
            <a:avLst/>
          </a:prstGeom>
          <a:solidFill>
            <a:srgbClr val="00A4EF"/>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94CC63C1-4251-ED97-DCA1-555152DFDBA0}"/>
              </a:ext>
            </a:extLst>
          </p:cNvPr>
          <p:cNvSpPr txBox="1"/>
          <p:nvPr/>
        </p:nvSpPr>
        <p:spPr>
          <a:xfrm>
            <a:off x="0" y="2311400"/>
            <a:ext cx="12192000" cy="307777"/>
          </a:xfrm>
          <a:prstGeom prst="rect">
            <a:avLst/>
          </a:prstGeom>
          <a:noFill/>
        </p:spPr>
        <p:txBody>
          <a:bodyPr vert="horz" wrap="square" lIns="0" tIns="0" rIns="0" bIns="0" rtlCol="0">
            <a:noAutofit/>
          </a:bodyPr>
          <a:lstStyle/>
          <a:p>
            <a:pPr algn="ctr"/>
            <a:r>
              <a:rPr lang="en-US" sz="2400">
                <a:solidFill>
                  <a:srgbClr val="303132"/>
                </a:solidFill>
                <a:latin typeface="Segoe UI" panose="020B0502040204020203" pitchFamily="34" charset="0"/>
              </a:rPr>
              <a:t>LAB / DEMO</a:t>
            </a:r>
            <a:endParaRPr lang="en-US" sz="2400" dirty="0" err="1">
              <a:solidFill>
                <a:srgbClr val="303132"/>
              </a:solidFill>
              <a:latin typeface="Segoe UI" panose="020B0502040204020203" pitchFamily="34" charset="0"/>
            </a:endParaRPr>
          </a:p>
        </p:txBody>
      </p:sp>
      <p:sp>
        <p:nvSpPr>
          <p:cNvPr id="6" name="TextBox 5">
            <a:extLst>
              <a:ext uri="{FF2B5EF4-FFF2-40B4-BE49-F238E27FC236}">
                <a16:creationId xmlns:a16="http://schemas.microsoft.com/office/drawing/2014/main" id="{DAC16F02-20C7-44BD-3B58-5AEB02C32D1B}"/>
              </a:ext>
            </a:extLst>
          </p:cNvPr>
          <p:cNvSpPr txBox="1"/>
          <p:nvPr/>
        </p:nvSpPr>
        <p:spPr>
          <a:xfrm>
            <a:off x="0" y="2870200"/>
            <a:ext cx="12192000" cy="307777"/>
          </a:xfrm>
          <a:prstGeom prst="rect">
            <a:avLst/>
          </a:prstGeom>
          <a:noFill/>
        </p:spPr>
        <p:txBody>
          <a:bodyPr vert="horz" wrap="square" lIns="0" tIns="0" rIns="0" bIns="0" rtlCol="0">
            <a:noAutofit/>
          </a:bodyPr>
          <a:lstStyle/>
          <a:p>
            <a:pPr algn="ctr"/>
            <a:r>
              <a:rPr lang="en-US" sz="3400" b="1">
                <a:solidFill>
                  <a:srgbClr val="243A5E"/>
                </a:solidFill>
                <a:latin typeface="Segoe UI" panose="020B0502040204020203" pitchFamily="34" charset="0"/>
              </a:rPr>
              <a:t>Evaluate</a:t>
            </a:r>
            <a:endParaRPr lang="en-US" sz="3400" b="1" dirty="0" err="1">
              <a:solidFill>
                <a:srgbClr val="243A5E"/>
              </a:solidFill>
              <a:latin typeface="Segoe UI" panose="020B0502040204020203" pitchFamily="34" charset="0"/>
            </a:endParaRPr>
          </a:p>
        </p:txBody>
      </p:sp>
      <p:sp>
        <p:nvSpPr>
          <p:cNvPr id="7" name="TextBox 6">
            <a:extLst>
              <a:ext uri="{FF2B5EF4-FFF2-40B4-BE49-F238E27FC236}">
                <a16:creationId xmlns:a16="http://schemas.microsoft.com/office/drawing/2014/main" id="{1189897B-7D10-C443-7293-66FAC19B9ED2}"/>
              </a:ext>
            </a:extLst>
          </p:cNvPr>
          <p:cNvSpPr txBox="1"/>
          <p:nvPr/>
        </p:nvSpPr>
        <p:spPr>
          <a:xfrm>
            <a:off x="1905000" y="3708400"/>
            <a:ext cx="8382000" cy="307777"/>
          </a:xfrm>
          <a:prstGeom prst="rect">
            <a:avLst/>
          </a:prstGeom>
          <a:noFill/>
        </p:spPr>
        <p:txBody>
          <a:bodyPr vert="horz" wrap="square" lIns="0" tIns="0" rIns="0" bIns="0" rtlCol="0">
            <a:noAutofit/>
          </a:bodyPr>
          <a:lstStyle/>
          <a:p>
            <a:pPr algn="ctr"/>
            <a:r>
              <a:rPr lang="en-US" sz="1600">
                <a:solidFill>
                  <a:srgbClr val="303132"/>
                </a:solidFill>
                <a:latin typeface="Segoe UI" panose="020B0502040204020203" pitchFamily="34" charset="0"/>
              </a:rPr>
              <a:t>Golden dataset, evaluator run, score comparison, and sample evaluation criteria.</a:t>
            </a:r>
            <a:endParaRPr lang="en-US" sz="1600" dirty="0" err="1">
              <a:solidFill>
                <a:srgbClr val="303132"/>
              </a:solidFill>
              <a:latin typeface="Segoe UI" panose="020B0502040204020203" pitchFamily="34" charset="0"/>
            </a:endParaRPr>
          </a:p>
        </p:txBody>
      </p:sp>
      <p:sp>
        <p:nvSpPr>
          <p:cNvPr id="8" name="TextBox 7">
            <a:extLst>
              <a:ext uri="{FF2B5EF4-FFF2-40B4-BE49-F238E27FC236}">
                <a16:creationId xmlns:a16="http://schemas.microsoft.com/office/drawing/2014/main" id="{3C1EC718-CBC6-2D15-623B-5020C61089F2}"/>
              </a:ext>
            </a:extLst>
          </p:cNvPr>
          <p:cNvSpPr txBox="1"/>
          <p:nvPr/>
        </p:nvSpPr>
        <p:spPr>
          <a:xfrm>
            <a:off x="3149600" y="4572000"/>
            <a:ext cx="1524000" cy="304800"/>
          </a:xfrm>
          <a:prstGeom prst="rect">
            <a:avLst/>
          </a:prstGeom>
          <a:noFill/>
        </p:spPr>
        <p:txBody>
          <a:bodyPr vert="horz" wrap="square" lIns="0" tIns="0" rIns="0" bIns="0" rtlCol="0">
            <a:noAutofit/>
          </a:bodyPr>
          <a:lstStyle/>
          <a:p>
            <a:pPr algn="ctr"/>
            <a:r>
              <a:rPr lang="en-US" sz="1400" b="1">
                <a:solidFill>
                  <a:srgbClr val="0078D4"/>
                </a:solidFill>
                <a:latin typeface="Segoe UI" panose="020B0502040204020203" pitchFamily="34" charset="0"/>
              </a:rPr>
              <a:t>SHOW</a:t>
            </a:r>
            <a:endParaRPr lang="en-US" sz="1400" b="1" dirty="0" err="1">
              <a:solidFill>
                <a:srgbClr val="0078D4"/>
              </a:solidFill>
              <a:latin typeface="Segoe UI" panose="020B0502040204020203" pitchFamily="34" charset="0"/>
            </a:endParaRPr>
          </a:p>
        </p:txBody>
      </p:sp>
      <p:sp>
        <p:nvSpPr>
          <p:cNvPr id="9" name="TextBox 8">
            <a:extLst>
              <a:ext uri="{FF2B5EF4-FFF2-40B4-BE49-F238E27FC236}">
                <a16:creationId xmlns:a16="http://schemas.microsoft.com/office/drawing/2014/main" id="{1A4C06C2-AA9A-E2F4-56A9-0510BB994FB9}"/>
              </a:ext>
            </a:extLst>
          </p:cNvPr>
          <p:cNvSpPr txBox="1"/>
          <p:nvPr/>
        </p:nvSpPr>
        <p:spPr>
          <a:xfrm>
            <a:off x="5334000" y="4572000"/>
            <a:ext cx="1524000" cy="304800"/>
          </a:xfrm>
          <a:prstGeom prst="rect">
            <a:avLst/>
          </a:prstGeom>
          <a:noFill/>
        </p:spPr>
        <p:txBody>
          <a:bodyPr vert="horz" wrap="square" lIns="0" tIns="0" rIns="0" bIns="0" rtlCol="0">
            <a:noAutofit/>
          </a:bodyPr>
          <a:lstStyle/>
          <a:p>
            <a:pPr algn="ctr"/>
            <a:r>
              <a:rPr lang="en-US" sz="1400" b="1">
                <a:solidFill>
                  <a:srgbClr val="5C2D91"/>
                </a:solidFill>
                <a:latin typeface="Segoe UI" panose="020B0502040204020203" pitchFamily="34" charset="0"/>
              </a:rPr>
              <a:t>EVIDENCE</a:t>
            </a:r>
            <a:endParaRPr lang="en-US" sz="1400" b="1" dirty="0" err="1">
              <a:solidFill>
                <a:srgbClr val="5C2D91"/>
              </a:solidFill>
              <a:latin typeface="Segoe UI" panose="020B0502040204020203" pitchFamily="34" charset="0"/>
            </a:endParaRPr>
          </a:p>
        </p:txBody>
      </p:sp>
      <p:sp>
        <p:nvSpPr>
          <p:cNvPr id="10" name="TextBox 9">
            <a:extLst>
              <a:ext uri="{FF2B5EF4-FFF2-40B4-BE49-F238E27FC236}">
                <a16:creationId xmlns:a16="http://schemas.microsoft.com/office/drawing/2014/main" id="{BC71974A-65F0-6CF3-6D15-54130388F818}"/>
              </a:ext>
            </a:extLst>
          </p:cNvPr>
          <p:cNvSpPr txBox="1"/>
          <p:nvPr/>
        </p:nvSpPr>
        <p:spPr>
          <a:xfrm>
            <a:off x="7518400" y="4572000"/>
            <a:ext cx="1524000" cy="304800"/>
          </a:xfrm>
          <a:prstGeom prst="rect">
            <a:avLst/>
          </a:prstGeom>
          <a:noFill/>
        </p:spPr>
        <p:txBody>
          <a:bodyPr vert="horz" wrap="square" lIns="0" tIns="0" rIns="0" bIns="0" rtlCol="0">
            <a:noAutofit/>
          </a:bodyPr>
          <a:lstStyle/>
          <a:p>
            <a:pPr algn="ctr"/>
            <a:r>
              <a:rPr lang="en-US" sz="1400" b="1">
                <a:solidFill>
                  <a:srgbClr val="107C10"/>
                </a:solidFill>
                <a:latin typeface="Segoe UI" panose="020B0502040204020203" pitchFamily="34" charset="0"/>
              </a:rPr>
              <a:t>DECISION</a:t>
            </a:r>
            <a:endParaRPr lang="en-US" sz="1400" b="1" dirty="0" err="1">
              <a:solidFill>
                <a:srgbClr val="107C10"/>
              </a:solidFill>
              <a:latin typeface="Segoe UI" panose="020B0502040204020203" pitchFamily="34" charset="0"/>
            </a:endParaRPr>
          </a:p>
        </p:txBody>
      </p:sp>
      <p:sp>
        <p:nvSpPr>
          <p:cNvPr id="11" name="Arrow: Right 10">
            <a:extLst>
              <a:ext uri="{FF2B5EF4-FFF2-40B4-BE49-F238E27FC236}">
                <a16:creationId xmlns:a16="http://schemas.microsoft.com/office/drawing/2014/main" id="{4302FD31-E2D4-4ECC-81C3-0235736FB98C}"/>
              </a:ext>
            </a:extLst>
          </p:cNvPr>
          <p:cNvSpPr/>
          <p:nvPr/>
        </p:nvSpPr>
        <p:spPr bwMode="auto">
          <a:xfrm>
            <a:off x="4749800" y="4584700"/>
            <a:ext cx="508000" cy="2540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2" name="Arrow: Right 11">
            <a:extLst>
              <a:ext uri="{FF2B5EF4-FFF2-40B4-BE49-F238E27FC236}">
                <a16:creationId xmlns:a16="http://schemas.microsoft.com/office/drawing/2014/main" id="{F32C46FB-7145-631F-0A40-44E26DE319A4}"/>
              </a:ext>
            </a:extLst>
          </p:cNvPr>
          <p:cNvSpPr/>
          <p:nvPr/>
        </p:nvSpPr>
        <p:spPr bwMode="auto">
          <a:xfrm>
            <a:off x="6934200" y="4584700"/>
            <a:ext cx="508000" cy="254000"/>
          </a:xfrm>
          <a:prstGeom prst="rightArrow">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28357619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5C9BE0-61E6-619E-813D-E1AA01CC360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F78BD60F-46DC-561A-DCEE-0DBDF648573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5F33A141-E0F3-1985-3B7C-151DE455BAB3}"/>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AA980128-A76D-669C-BAE3-74EE33C3A9FD}"/>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Start with one production-candidate agent</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220F1A14-BF6C-1321-99F5-F5ED7FF7EFE2}"/>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Your 30-day goal: move one agent from "it works in testing" to "we can operate it safely."</a:t>
            </a:r>
            <a:endParaRPr lang="en-US" sz="1400" dirty="0" err="1">
              <a:solidFill>
                <a:srgbClr val="777777"/>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882D693A-03E9-0FF4-E270-ED54E0C62027}"/>
              </a:ext>
            </a:extLst>
          </p:cNvPr>
          <p:cNvSpPr/>
          <p:nvPr/>
        </p:nvSpPr>
        <p:spPr bwMode="auto">
          <a:xfrm>
            <a:off x="889000" y="1473200"/>
            <a:ext cx="533400" cy="457200"/>
          </a:xfrm>
          <a:prstGeom prst="roundRect">
            <a:avLst/>
          </a:prstGeom>
          <a:solidFill>
            <a:srgbClr val="0078D4"/>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277EB7A4-4A8E-F49B-84C8-34C0E62237D4}"/>
              </a:ext>
            </a:extLst>
          </p:cNvPr>
          <p:cNvSpPr txBox="1"/>
          <p:nvPr/>
        </p:nvSpPr>
        <p:spPr>
          <a:xfrm>
            <a:off x="889000" y="1587500"/>
            <a:ext cx="533400" cy="307777"/>
          </a:xfrm>
          <a:prstGeom prst="rect">
            <a:avLst/>
          </a:prstGeom>
          <a:noFill/>
        </p:spPr>
        <p:txBody>
          <a:bodyPr vert="horz" wrap="square" lIns="0" tIns="0" rIns="0" bIns="0" rtlCol="0">
            <a:noAutofit/>
          </a:bodyPr>
          <a:lstStyle/>
          <a:p>
            <a:pPr algn="ctr"/>
            <a:r>
              <a:rPr lang="en-US" sz="1400" b="1">
                <a:solidFill>
                  <a:srgbClr val="FFFFFF"/>
                </a:solidFill>
                <a:latin typeface="Segoe UI" panose="020B0502040204020203" pitchFamily="34" charset="0"/>
              </a:rPr>
              <a:t>1</a:t>
            </a:r>
            <a:endParaRPr lang="en-US" sz="1400" b="1" dirty="0" err="1">
              <a:solidFill>
                <a:srgbClr val="FFFFFF"/>
              </a:solidFill>
              <a:latin typeface="Segoe UI" panose="020B0502040204020203" pitchFamily="34" charset="0"/>
            </a:endParaRPr>
          </a:p>
        </p:txBody>
      </p:sp>
      <p:sp>
        <p:nvSpPr>
          <p:cNvPr id="9" name="TextBox 8">
            <a:extLst>
              <a:ext uri="{FF2B5EF4-FFF2-40B4-BE49-F238E27FC236}">
                <a16:creationId xmlns:a16="http://schemas.microsoft.com/office/drawing/2014/main" id="{2FD8E1B6-ACDA-B664-64DB-30F89E24C0E3}"/>
              </a:ext>
            </a:extLst>
          </p:cNvPr>
          <p:cNvSpPr txBox="1"/>
          <p:nvPr/>
        </p:nvSpPr>
        <p:spPr>
          <a:xfrm>
            <a:off x="1676400" y="1536700"/>
            <a:ext cx="927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Pick one agent that is close to production.</a:t>
            </a:r>
            <a:endParaRPr lang="en-US" sz="1400" dirty="0" err="1">
              <a:solidFill>
                <a:srgbClr val="303132"/>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AC481BFA-4331-DCA1-CFB9-927CD021A08D}"/>
              </a:ext>
            </a:extLst>
          </p:cNvPr>
          <p:cNvSpPr/>
          <p:nvPr/>
        </p:nvSpPr>
        <p:spPr bwMode="auto">
          <a:xfrm>
            <a:off x="889000" y="2133600"/>
            <a:ext cx="533400" cy="457200"/>
          </a:xfrm>
          <a:prstGeom prst="roundRect">
            <a:avLst/>
          </a:prstGeom>
          <a:solidFill>
            <a:srgbClr val="107C10"/>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B6323B49-70C2-E074-8531-717AE64A40B4}"/>
              </a:ext>
            </a:extLst>
          </p:cNvPr>
          <p:cNvSpPr txBox="1"/>
          <p:nvPr/>
        </p:nvSpPr>
        <p:spPr>
          <a:xfrm>
            <a:off x="889000" y="2247900"/>
            <a:ext cx="533400" cy="307777"/>
          </a:xfrm>
          <a:prstGeom prst="rect">
            <a:avLst/>
          </a:prstGeom>
          <a:noFill/>
        </p:spPr>
        <p:txBody>
          <a:bodyPr vert="horz" wrap="square" lIns="0" tIns="0" rIns="0" bIns="0" rtlCol="0">
            <a:noAutofit/>
          </a:bodyPr>
          <a:lstStyle/>
          <a:p>
            <a:pPr algn="ctr"/>
            <a:r>
              <a:rPr lang="en-US" sz="1400" b="1">
                <a:solidFill>
                  <a:srgbClr val="FFFFFF"/>
                </a:solidFill>
                <a:latin typeface="Segoe UI" panose="020B0502040204020203" pitchFamily="34" charset="0"/>
              </a:rPr>
              <a:t>2</a:t>
            </a:r>
            <a:endParaRPr lang="en-US" sz="1400" b="1" dirty="0" err="1">
              <a:solidFill>
                <a:srgbClr val="FFFFFF"/>
              </a:solidFill>
              <a:latin typeface="Segoe UI" panose="020B0502040204020203" pitchFamily="34" charset="0"/>
            </a:endParaRPr>
          </a:p>
        </p:txBody>
      </p:sp>
      <p:sp>
        <p:nvSpPr>
          <p:cNvPr id="12" name="TextBox 11">
            <a:extLst>
              <a:ext uri="{FF2B5EF4-FFF2-40B4-BE49-F238E27FC236}">
                <a16:creationId xmlns:a16="http://schemas.microsoft.com/office/drawing/2014/main" id="{A29DEFF8-9A2F-7029-0EEA-24C471E4CB3C}"/>
              </a:ext>
            </a:extLst>
          </p:cNvPr>
          <p:cNvSpPr txBox="1"/>
          <p:nvPr/>
        </p:nvSpPr>
        <p:spPr>
          <a:xfrm>
            <a:off x="1676400" y="2197100"/>
            <a:ext cx="927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Define five to ten representative user journeys.</a:t>
            </a:r>
            <a:endParaRPr lang="en-US" sz="1400" dirty="0" err="1">
              <a:solidFill>
                <a:srgbClr val="303132"/>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AF1D958E-ABD3-6286-C886-EF6B19194D60}"/>
              </a:ext>
            </a:extLst>
          </p:cNvPr>
          <p:cNvSpPr/>
          <p:nvPr/>
        </p:nvSpPr>
        <p:spPr bwMode="auto">
          <a:xfrm>
            <a:off x="889000" y="2794000"/>
            <a:ext cx="533400" cy="457200"/>
          </a:xfrm>
          <a:prstGeom prst="roundRect">
            <a:avLst/>
          </a:prstGeom>
          <a:solidFill>
            <a:srgbClr val="D83B01"/>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TextBox 13">
            <a:extLst>
              <a:ext uri="{FF2B5EF4-FFF2-40B4-BE49-F238E27FC236}">
                <a16:creationId xmlns:a16="http://schemas.microsoft.com/office/drawing/2014/main" id="{0F2C7866-070D-CB6B-AD98-F54DF0DC25A6}"/>
              </a:ext>
            </a:extLst>
          </p:cNvPr>
          <p:cNvSpPr txBox="1"/>
          <p:nvPr/>
        </p:nvSpPr>
        <p:spPr>
          <a:xfrm>
            <a:off x="889000" y="2908300"/>
            <a:ext cx="533400" cy="307777"/>
          </a:xfrm>
          <a:prstGeom prst="rect">
            <a:avLst/>
          </a:prstGeom>
          <a:noFill/>
        </p:spPr>
        <p:txBody>
          <a:bodyPr vert="horz" wrap="square" lIns="0" tIns="0" rIns="0" bIns="0" rtlCol="0">
            <a:noAutofit/>
          </a:bodyPr>
          <a:lstStyle/>
          <a:p>
            <a:pPr algn="ctr"/>
            <a:r>
              <a:rPr lang="en-US" sz="1400" b="1">
                <a:solidFill>
                  <a:srgbClr val="FFFFFF"/>
                </a:solidFill>
                <a:latin typeface="Segoe UI" panose="020B0502040204020203" pitchFamily="34" charset="0"/>
              </a:rPr>
              <a:t>3</a:t>
            </a:r>
            <a:endParaRPr lang="en-US" sz="1400" b="1" dirty="0" err="1">
              <a:solidFill>
                <a:srgbClr val="FFFFFF"/>
              </a:solidFill>
              <a:latin typeface="Segoe UI" panose="020B0502040204020203" pitchFamily="34" charset="0"/>
            </a:endParaRPr>
          </a:p>
        </p:txBody>
      </p:sp>
      <p:sp>
        <p:nvSpPr>
          <p:cNvPr id="15" name="TextBox 14">
            <a:extLst>
              <a:ext uri="{FF2B5EF4-FFF2-40B4-BE49-F238E27FC236}">
                <a16:creationId xmlns:a16="http://schemas.microsoft.com/office/drawing/2014/main" id="{2268270C-2C17-5F45-E939-402900FFB3B2}"/>
              </a:ext>
            </a:extLst>
          </p:cNvPr>
          <p:cNvSpPr txBox="1"/>
          <p:nvPr/>
        </p:nvSpPr>
        <p:spPr>
          <a:xfrm>
            <a:off x="1676400" y="2857500"/>
            <a:ext cx="927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Create a small golden dataset and release thresholds.</a:t>
            </a:r>
            <a:endParaRPr lang="en-US" sz="1400" dirty="0" err="1">
              <a:solidFill>
                <a:srgbClr val="303132"/>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CE895525-854D-C519-BF00-21DB501ED05F}"/>
              </a:ext>
            </a:extLst>
          </p:cNvPr>
          <p:cNvSpPr/>
          <p:nvPr/>
        </p:nvSpPr>
        <p:spPr bwMode="auto">
          <a:xfrm>
            <a:off x="889000" y="3454400"/>
            <a:ext cx="533400" cy="457200"/>
          </a:xfrm>
          <a:prstGeom prst="roundRect">
            <a:avLst/>
          </a:prstGeom>
          <a:solidFill>
            <a:srgbClr val="5C2D91"/>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7" name="TextBox 16">
            <a:extLst>
              <a:ext uri="{FF2B5EF4-FFF2-40B4-BE49-F238E27FC236}">
                <a16:creationId xmlns:a16="http://schemas.microsoft.com/office/drawing/2014/main" id="{908CF4EC-2556-91DF-F8CA-4E20721318AE}"/>
              </a:ext>
            </a:extLst>
          </p:cNvPr>
          <p:cNvSpPr txBox="1"/>
          <p:nvPr/>
        </p:nvSpPr>
        <p:spPr>
          <a:xfrm>
            <a:off x="889000" y="3568700"/>
            <a:ext cx="533400" cy="307777"/>
          </a:xfrm>
          <a:prstGeom prst="rect">
            <a:avLst/>
          </a:prstGeom>
          <a:noFill/>
        </p:spPr>
        <p:txBody>
          <a:bodyPr vert="horz" wrap="square" lIns="0" tIns="0" rIns="0" bIns="0" rtlCol="0">
            <a:noAutofit/>
          </a:bodyPr>
          <a:lstStyle/>
          <a:p>
            <a:pPr algn="ctr"/>
            <a:r>
              <a:rPr lang="en-US" sz="1400" b="1">
                <a:solidFill>
                  <a:srgbClr val="FFFFFF"/>
                </a:solidFill>
                <a:latin typeface="Segoe UI" panose="020B0502040204020203" pitchFamily="34" charset="0"/>
              </a:rPr>
              <a:t>4</a:t>
            </a:r>
            <a:endParaRPr lang="en-US" sz="1400" b="1" dirty="0" err="1">
              <a:solidFill>
                <a:srgbClr val="FFFFFF"/>
              </a:solidFill>
              <a:latin typeface="Segoe UI" panose="020B0502040204020203" pitchFamily="34" charset="0"/>
            </a:endParaRPr>
          </a:p>
        </p:txBody>
      </p:sp>
      <p:sp>
        <p:nvSpPr>
          <p:cNvPr id="18" name="TextBox 17">
            <a:extLst>
              <a:ext uri="{FF2B5EF4-FFF2-40B4-BE49-F238E27FC236}">
                <a16:creationId xmlns:a16="http://schemas.microsoft.com/office/drawing/2014/main" id="{DC481477-253C-B88B-5A97-182B24155537}"/>
              </a:ext>
            </a:extLst>
          </p:cNvPr>
          <p:cNvSpPr txBox="1"/>
          <p:nvPr/>
        </p:nvSpPr>
        <p:spPr>
          <a:xfrm>
            <a:off x="1676400" y="3517900"/>
            <a:ext cx="927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Run quality, grounding, behavior, latency, and cost evaluations.</a:t>
            </a:r>
            <a:endParaRPr lang="en-US" sz="1400" dirty="0" err="1">
              <a:solidFill>
                <a:srgbClr val="303132"/>
              </a:solidFill>
              <a:latin typeface="Segoe UI" panose="020B0502040204020203" pitchFamily="34" charset="0"/>
            </a:endParaRPr>
          </a:p>
        </p:txBody>
      </p:sp>
      <p:sp>
        <p:nvSpPr>
          <p:cNvPr id="19" name="Rectangle: Rounded Corners 18">
            <a:extLst>
              <a:ext uri="{FF2B5EF4-FFF2-40B4-BE49-F238E27FC236}">
                <a16:creationId xmlns:a16="http://schemas.microsoft.com/office/drawing/2014/main" id="{5DC1FCD9-9401-DEBE-6B30-32403DA428CA}"/>
              </a:ext>
            </a:extLst>
          </p:cNvPr>
          <p:cNvSpPr/>
          <p:nvPr/>
        </p:nvSpPr>
        <p:spPr bwMode="auto">
          <a:xfrm>
            <a:off x="889000" y="4114800"/>
            <a:ext cx="533400" cy="457200"/>
          </a:xfrm>
          <a:prstGeom prst="roundRect">
            <a:avLst/>
          </a:prstGeom>
          <a:solidFill>
            <a:srgbClr val="00A4EF"/>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D6B8D798-6769-1764-D043-D5871F50B350}"/>
              </a:ext>
            </a:extLst>
          </p:cNvPr>
          <p:cNvSpPr txBox="1"/>
          <p:nvPr/>
        </p:nvSpPr>
        <p:spPr>
          <a:xfrm>
            <a:off x="889000" y="4229100"/>
            <a:ext cx="533400" cy="307777"/>
          </a:xfrm>
          <a:prstGeom prst="rect">
            <a:avLst/>
          </a:prstGeom>
          <a:noFill/>
        </p:spPr>
        <p:txBody>
          <a:bodyPr vert="horz" wrap="square" lIns="0" tIns="0" rIns="0" bIns="0" rtlCol="0">
            <a:noAutofit/>
          </a:bodyPr>
          <a:lstStyle/>
          <a:p>
            <a:pPr algn="ctr"/>
            <a:r>
              <a:rPr lang="en-US" sz="1400" b="1">
                <a:solidFill>
                  <a:srgbClr val="FFFFFF"/>
                </a:solidFill>
                <a:latin typeface="Segoe UI" panose="020B0502040204020203" pitchFamily="34" charset="0"/>
              </a:rPr>
              <a:t>5</a:t>
            </a:r>
            <a:endParaRPr lang="en-US" sz="1400" b="1" dirty="0" err="1">
              <a:solidFill>
                <a:srgbClr val="FFFFFF"/>
              </a:solidFill>
              <a:latin typeface="Segoe UI" panose="020B0502040204020203" pitchFamily="34" charset="0"/>
            </a:endParaRPr>
          </a:p>
        </p:txBody>
      </p:sp>
      <p:sp>
        <p:nvSpPr>
          <p:cNvPr id="21" name="TextBox 20">
            <a:extLst>
              <a:ext uri="{FF2B5EF4-FFF2-40B4-BE49-F238E27FC236}">
                <a16:creationId xmlns:a16="http://schemas.microsoft.com/office/drawing/2014/main" id="{7A45D894-1922-1051-CB6A-201F6ED71B01}"/>
              </a:ext>
            </a:extLst>
          </p:cNvPr>
          <p:cNvSpPr txBox="1"/>
          <p:nvPr/>
        </p:nvSpPr>
        <p:spPr>
          <a:xfrm>
            <a:off x="1676400" y="4178300"/>
            <a:ext cx="927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Add adversarial tests and track red-team findings.</a:t>
            </a:r>
            <a:endParaRPr lang="en-US" sz="1400" dirty="0" err="1">
              <a:solidFill>
                <a:srgbClr val="30313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E90C045E-7C9D-02BE-74FF-CD391140844E}"/>
              </a:ext>
            </a:extLst>
          </p:cNvPr>
          <p:cNvSpPr/>
          <p:nvPr/>
        </p:nvSpPr>
        <p:spPr bwMode="auto">
          <a:xfrm>
            <a:off x="889000" y="4775200"/>
            <a:ext cx="533400" cy="457200"/>
          </a:xfrm>
          <a:prstGeom prst="roundRect">
            <a:avLst/>
          </a:prstGeom>
          <a:solidFill>
            <a:srgbClr val="243A5E"/>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TextBox 22">
            <a:extLst>
              <a:ext uri="{FF2B5EF4-FFF2-40B4-BE49-F238E27FC236}">
                <a16:creationId xmlns:a16="http://schemas.microsoft.com/office/drawing/2014/main" id="{F44B2C1B-B5AD-C84D-AF49-1AD9247CD4D1}"/>
              </a:ext>
            </a:extLst>
          </p:cNvPr>
          <p:cNvSpPr txBox="1"/>
          <p:nvPr/>
        </p:nvSpPr>
        <p:spPr>
          <a:xfrm>
            <a:off x="889000" y="4889500"/>
            <a:ext cx="533400" cy="307777"/>
          </a:xfrm>
          <a:prstGeom prst="rect">
            <a:avLst/>
          </a:prstGeom>
          <a:noFill/>
        </p:spPr>
        <p:txBody>
          <a:bodyPr vert="horz" wrap="square" lIns="0" tIns="0" rIns="0" bIns="0" rtlCol="0">
            <a:noAutofit/>
          </a:bodyPr>
          <a:lstStyle/>
          <a:p>
            <a:pPr algn="ctr"/>
            <a:r>
              <a:rPr lang="en-US" sz="1400" b="1">
                <a:solidFill>
                  <a:srgbClr val="FFFFFF"/>
                </a:solidFill>
                <a:latin typeface="Segoe UI" panose="020B0502040204020203" pitchFamily="34" charset="0"/>
              </a:rPr>
              <a:t>6</a:t>
            </a:r>
            <a:endParaRPr lang="en-US" sz="1400" b="1" dirty="0" err="1">
              <a:solidFill>
                <a:srgbClr val="FFFFFF"/>
              </a:solidFill>
              <a:latin typeface="Segoe UI" panose="020B0502040204020203" pitchFamily="34" charset="0"/>
            </a:endParaRPr>
          </a:p>
        </p:txBody>
      </p:sp>
      <p:sp>
        <p:nvSpPr>
          <p:cNvPr id="24" name="TextBox 23">
            <a:extLst>
              <a:ext uri="{FF2B5EF4-FFF2-40B4-BE49-F238E27FC236}">
                <a16:creationId xmlns:a16="http://schemas.microsoft.com/office/drawing/2014/main" id="{6D280D43-C2B6-22A7-C4A2-E59B695926B4}"/>
              </a:ext>
            </a:extLst>
          </p:cNvPr>
          <p:cNvSpPr txBox="1"/>
          <p:nvPr/>
        </p:nvSpPr>
        <p:spPr>
          <a:xfrm>
            <a:off x="1676400" y="4838700"/>
            <a:ext cx="927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Store the evaluation report as release evidence.</a:t>
            </a:r>
            <a:endParaRPr lang="en-US" sz="1400" dirty="0" err="1">
              <a:solidFill>
                <a:srgbClr val="303132"/>
              </a:solidFill>
              <a:latin typeface="Segoe UI" panose="020B0502040204020203" pitchFamily="34" charset="0"/>
            </a:endParaRPr>
          </a:p>
        </p:txBody>
      </p:sp>
    </p:spTree>
    <p:extLst>
      <p:ext uri="{BB962C8B-B14F-4D97-AF65-F5344CB8AC3E}">
        <p14:creationId xmlns:p14="http://schemas.microsoft.com/office/powerpoint/2010/main" val="136139710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C42065-A18C-200F-A3C9-968DC323E05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7B7CF53E-F9D3-877D-06C6-D1BB157A4FE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E3DD1B1-C697-B72A-BE2A-0E981379582F}"/>
              </a:ext>
            </a:extLst>
          </p:cNvPr>
          <p:cNvSpPr/>
          <p:nvPr/>
        </p:nvSpPr>
        <p:spPr bwMode="auto">
          <a:xfrm>
            <a:off x="0" y="0"/>
            <a:ext cx="12192000" cy="76200"/>
          </a:xfrm>
          <a:prstGeom prst="rect">
            <a:avLst/>
          </a:prstGeom>
          <a:solidFill>
            <a:srgbClr val="00A4EF"/>
          </a:solidFill>
          <a:ln w="9525" cap="flat" cmpd="sng" algn="ctr">
            <a:noFill/>
            <a:prstDash val="soli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headEnd type="none" w="med" len="med"/>
                <a:tailEnd type="none" w="med" len="med"/>
              </a14:hiddenLine>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F6FE7FA0-16EC-EF8A-4447-4ABB4525CC4D}"/>
              </a:ext>
            </a:extLst>
          </p:cNvPr>
          <p:cNvSpPr txBox="1"/>
          <p:nvPr/>
        </p:nvSpPr>
        <p:spPr>
          <a:xfrm>
            <a:off x="558800" y="304800"/>
            <a:ext cx="11074400" cy="307777"/>
          </a:xfrm>
          <a:prstGeom prst="rect">
            <a:avLst/>
          </a:prstGeom>
          <a:noFill/>
        </p:spPr>
        <p:txBody>
          <a:bodyPr vert="horz" wrap="square" lIns="0" tIns="0" rIns="0" bIns="0" rtlCol="0">
            <a:noAutofit/>
          </a:bodyPr>
          <a:lstStyle/>
          <a:p>
            <a:r>
              <a:rPr lang="en-US" sz="2400" b="1">
                <a:solidFill>
                  <a:srgbClr val="243A5E"/>
                </a:solidFill>
                <a:latin typeface="Segoe UI" panose="020B0502040204020203" pitchFamily="34" charset="0"/>
              </a:rPr>
              <a:t>Resources</a:t>
            </a:r>
            <a:endParaRPr lang="en-US" sz="2400" b="1" dirty="0" err="1">
              <a:solidFill>
                <a:srgbClr val="243A5E"/>
              </a:solidFill>
              <a:latin typeface="Segoe UI" panose="020B0502040204020203" pitchFamily="34" charset="0"/>
            </a:endParaRPr>
          </a:p>
        </p:txBody>
      </p:sp>
      <p:sp>
        <p:nvSpPr>
          <p:cNvPr id="6" name="TextBox 5">
            <a:extLst>
              <a:ext uri="{FF2B5EF4-FFF2-40B4-BE49-F238E27FC236}">
                <a16:creationId xmlns:a16="http://schemas.microsoft.com/office/drawing/2014/main" id="{9C5B1D2F-2361-EFA4-9333-D20A0FA3AFB5}"/>
              </a:ext>
            </a:extLst>
          </p:cNvPr>
          <p:cNvSpPr txBox="1"/>
          <p:nvPr/>
        </p:nvSpPr>
        <p:spPr>
          <a:xfrm>
            <a:off x="558800" y="774700"/>
            <a:ext cx="11074400" cy="304800"/>
          </a:xfrm>
          <a:prstGeom prst="rect">
            <a:avLst/>
          </a:prstGeom>
          <a:noFill/>
        </p:spPr>
        <p:txBody>
          <a:bodyPr vert="horz" wrap="square" lIns="0" tIns="0" rIns="0" bIns="0" rtlCol="0">
            <a:noAutofit/>
          </a:bodyPr>
          <a:lstStyle/>
          <a:p>
            <a:r>
              <a:rPr lang="en-US" sz="1400">
                <a:solidFill>
                  <a:srgbClr val="777777"/>
                </a:solidFill>
                <a:latin typeface="Segoe UI" panose="020B0502040204020203" pitchFamily="34" charset="0"/>
              </a:rPr>
              <a:t>Further reading</a:t>
            </a:r>
            <a:endParaRPr lang="en-US" sz="1400" dirty="0" err="1">
              <a:solidFill>
                <a:srgbClr val="777777"/>
              </a:solidFill>
              <a:latin typeface="Segoe UI" panose="020B0502040204020203" pitchFamily="34" charset="0"/>
            </a:endParaRPr>
          </a:p>
        </p:txBody>
      </p:sp>
      <p:sp>
        <p:nvSpPr>
          <p:cNvPr id="7" name="Rectangle 6">
            <a:extLst>
              <a:ext uri="{FF2B5EF4-FFF2-40B4-BE49-F238E27FC236}">
                <a16:creationId xmlns:a16="http://schemas.microsoft.com/office/drawing/2014/main" id="{04A0B122-0E7E-27E0-348A-BDF57437500B}"/>
              </a:ext>
            </a:extLst>
          </p:cNvPr>
          <p:cNvSpPr/>
          <p:nvPr/>
        </p:nvSpPr>
        <p:spPr bwMode="auto">
          <a:xfrm>
            <a:off x="660400" y="1676400"/>
            <a:ext cx="10871200" cy="533400"/>
          </a:xfrm>
          <a:prstGeom prst="rect">
            <a:avLst/>
          </a:prstGeom>
          <a:solidFill>
            <a:srgbClr val="243A5E"/>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E79B8E81-A4B7-EA44-6DE6-CAB718BD1848}"/>
              </a:ext>
            </a:extLst>
          </p:cNvPr>
          <p:cNvSpPr txBox="1"/>
          <p:nvPr/>
        </p:nvSpPr>
        <p:spPr>
          <a:xfrm>
            <a:off x="889000" y="1816100"/>
            <a:ext cx="4191000" cy="307777"/>
          </a:xfrm>
          <a:prstGeom prst="rect">
            <a:avLst/>
          </a:prstGeom>
          <a:noFill/>
        </p:spPr>
        <p:txBody>
          <a:bodyPr vert="horz" wrap="square" lIns="0" tIns="0" rIns="0" bIns="0" rtlCol="0">
            <a:noAutofit/>
          </a:bodyPr>
          <a:lstStyle/>
          <a:p>
            <a:r>
              <a:rPr lang="en-US" sz="1400" b="1">
                <a:solidFill>
                  <a:srgbClr val="FFFFFF"/>
                </a:solidFill>
                <a:latin typeface="Segoe UI" panose="020B0502040204020203" pitchFamily="34" charset="0"/>
              </a:rPr>
              <a:t>Resource</a:t>
            </a:r>
            <a:endParaRPr lang="en-US" sz="1400" b="1" dirty="0" err="1">
              <a:solidFill>
                <a:srgbClr val="FFFFFF"/>
              </a:solidFill>
              <a:latin typeface="Segoe UI" panose="020B0502040204020203" pitchFamily="34" charset="0"/>
            </a:endParaRPr>
          </a:p>
        </p:txBody>
      </p:sp>
      <p:sp>
        <p:nvSpPr>
          <p:cNvPr id="9" name="TextBox 8">
            <a:extLst>
              <a:ext uri="{FF2B5EF4-FFF2-40B4-BE49-F238E27FC236}">
                <a16:creationId xmlns:a16="http://schemas.microsoft.com/office/drawing/2014/main" id="{80A439F6-7E49-8AC7-C5A4-DC0D41B13918}"/>
              </a:ext>
            </a:extLst>
          </p:cNvPr>
          <p:cNvSpPr txBox="1"/>
          <p:nvPr/>
        </p:nvSpPr>
        <p:spPr>
          <a:xfrm>
            <a:off x="5384800" y="1816100"/>
            <a:ext cx="5715000" cy="307777"/>
          </a:xfrm>
          <a:prstGeom prst="rect">
            <a:avLst/>
          </a:prstGeom>
          <a:noFill/>
        </p:spPr>
        <p:txBody>
          <a:bodyPr vert="horz" wrap="square" lIns="0" tIns="0" rIns="0" bIns="0" rtlCol="0">
            <a:noAutofit/>
          </a:bodyPr>
          <a:lstStyle/>
          <a:p>
            <a:r>
              <a:rPr lang="en-US" sz="1400" b="1">
                <a:solidFill>
                  <a:srgbClr val="FFFFFF"/>
                </a:solidFill>
                <a:latin typeface="Segoe UI" panose="020B0502040204020203" pitchFamily="34" charset="0"/>
              </a:rPr>
              <a:t>Link</a:t>
            </a:r>
            <a:endParaRPr lang="en-US" sz="1400" b="1" dirty="0" err="1">
              <a:solidFill>
                <a:srgbClr val="FFFFFF"/>
              </a:solidFill>
              <a:latin typeface="Segoe UI" panose="020B0502040204020203" pitchFamily="34" charset="0"/>
            </a:endParaRPr>
          </a:p>
        </p:txBody>
      </p:sp>
      <p:sp>
        <p:nvSpPr>
          <p:cNvPr id="10" name="Rectangle 9">
            <a:extLst>
              <a:ext uri="{FF2B5EF4-FFF2-40B4-BE49-F238E27FC236}">
                <a16:creationId xmlns:a16="http://schemas.microsoft.com/office/drawing/2014/main" id="{017A80EC-F365-9475-EF6A-E76ADA2528B3}"/>
              </a:ext>
            </a:extLst>
          </p:cNvPr>
          <p:cNvSpPr/>
          <p:nvPr/>
        </p:nvSpPr>
        <p:spPr bwMode="auto">
          <a:xfrm>
            <a:off x="660400" y="2209800"/>
            <a:ext cx="10871200" cy="584200"/>
          </a:xfrm>
          <a:prstGeom prst="rect">
            <a:avLst/>
          </a:prstGeom>
          <a:solidFill>
            <a:srgbClr val="FFFFFF"/>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1C85DCE8-F3EB-D894-12B7-D723DE7A5CD2}"/>
              </a:ext>
            </a:extLst>
          </p:cNvPr>
          <p:cNvSpPr txBox="1"/>
          <p:nvPr/>
        </p:nvSpPr>
        <p:spPr>
          <a:xfrm>
            <a:off x="889000" y="23495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Evaluation approach in Foundry</a:t>
            </a:r>
            <a:endParaRPr lang="en-US" sz="1400" dirty="0" err="1">
              <a:solidFill>
                <a:srgbClr val="303132"/>
              </a:solidFill>
              <a:latin typeface="Segoe UI" panose="020B0502040204020203" pitchFamily="34" charset="0"/>
            </a:endParaRPr>
          </a:p>
        </p:txBody>
      </p:sp>
      <p:sp>
        <p:nvSpPr>
          <p:cNvPr id="12" name="TextBox 11">
            <a:hlinkClick r:id="rId3"/>
            <a:extLst>
              <a:ext uri="{FF2B5EF4-FFF2-40B4-BE49-F238E27FC236}">
                <a16:creationId xmlns:a16="http://schemas.microsoft.com/office/drawing/2014/main" id="{8514C3EA-AC18-1C48-BF82-647DAA5F2F60}"/>
              </a:ext>
            </a:extLst>
          </p:cNvPr>
          <p:cNvSpPr txBox="1"/>
          <p:nvPr/>
        </p:nvSpPr>
        <p:spPr>
          <a:xfrm>
            <a:off x="5384800" y="2349500"/>
            <a:ext cx="5715000" cy="307777"/>
          </a:xfrm>
          <a:prstGeom prst="rect">
            <a:avLst/>
          </a:prstGeom>
          <a:noFill/>
        </p:spPr>
        <p:txBody>
          <a:bodyPr vert="horz" wrap="square" lIns="0" tIns="0" rIns="0" bIns="0" rtlCol="0">
            <a:noAutofit/>
          </a:bodyPr>
          <a:lstStyle/>
          <a:p>
            <a:r>
              <a:rPr lang="en-US" sz="1400">
                <a:solidFill>
                  <a:srgbClr val="0078D4"/>
                </a:solidFill>
                <a:latin typeface="Segoe UI" panose="020B0502040204020203" pitchFamily="34" charset="0"/>
                <a:hlinkClick r:id="rId4"/>
              </a:rPr>
              <a:t>Evaluation guide</a:t>
            </a:r>
            <a:endParaRPr lang="en-US" sz="1400" dirty="0" err="1">
              <a:solidFill>
                <a:srgbClr val="0078D4"/>
              </a:solidFill>
              <a:latin typeface="Segoe UI" panose="020B0502040204020203" pitchFamily="34" charset="0"/>
            </a:endParaRPr>
          </a:p>
        </p:txBody>
      </p:sp>
      <p:sp>
        <p:nvSpPr>
          <p:cNvPr id="13" name="Rectangle 12">
            <a:extLst>
              <a:ext uri="{FF2B5EF4-FFF2-40B4-BE49-F238E27FC236}">
                <a16:creationId xmlns:a16="http://schemas.microsoft.com/office/drawing/2014/main" id="{75C4904C-721C-2220-C57B-2AB9C9564445}"/>
              </a:ext>
            </a:extLst>
          </p:cNvPr>
          <p:cNvSpPr/>
          <p:nvPr/>
        </p:nvSpPr>
        <p:spPr bwMode="auto">
          <a:xfrm>
            <a:off x="660400" y="2870200"/>
            <a:ext cx="10871200" cy="584200"/>
          </a:xfrm>
          <a:prstGeom prst="rect">
            <a:avLst/>
          </a:prstGeom>
          <a:solidFill>
            <a:srgbClr val="F5F5F5"/>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TextBox 13">
            <a:extLst>
              <a:ext uri="{FF2B5EF4-FFF2-40B4-BE49-F238E27FC236}">
                <a16:creationId xmlns:a16="http://schemas.microsoft.com/office/drawing/2014/main" id="{DE8DC9A4-2B2D-9CCB-68D1-28E441D7260C}"/>
              </a:ext>
            </a:extLst>
          </p:cNvPr>
          <p:cNvSpPr txBox="1"/>
          <p:nvPr/>
        </p:nvSpPr>
        <p:spPr>
          <a:xfrm>
            <a:off x="889000" y="30099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Agent evaluators</a:t>
            </a:r>
            <a:endParaRPr lang="en-US" sz="1400" dirty="0" err="1">
              <a:solidFill>
                <a:srgbClr val="303132"/>
              </a:solidFill>
              <a:latin typeface="Segoe UI" panose="020B0502040204020203" pitchFamily="34" charset="0"/>
            </a:endParaRPr>
          </a:p>
        </p:txBody>
      </p:sp>
      <p:sp>
        <p:nvSpPr>
          <p:cNvPr id="15" name="TextBox 14">
            <a:hlinkClick r:id="rId5"/>
            <a:extLst>
              <a:ext uri="{FF2B5EF4-FFF2-40B4-BE49-F238E27FC236}">
                <a16:creationId xmlns:a16="http://schemas.microsoft.com/office/drawing/2014/main" id="{9D5C6556-1A4C-A40E-F66E-244BDDE0A3E2}"/>
              </a:ext>
            </a:extLst>
          </p:cNvPr>
          <p:cNvSpPr txBox="1"/>
          <p:nvPr/>
        </p:nvSpPr>
        <p:spPr>
          <a:xfrm>
            <a:off x="5384800" y="3009900"/>
            <a:ext cx="5715000" cy="307777"/>
          </a:xfrm>
          <a:prstGeom prst="rect">
            <a:avLst/>
          </a:prstGeom>
          <a:noFill/>
        </p:spPr>
        <p:txBody>
          <a:bodyPr vert="horz" wrap="square" lIns="0" tIns="0" rIns="0" bIns="0" rtlCol="0">
            <a:noAutofit/>
          </a:bodyPr>
          <a:lstStyle/>
          <a:p>
            <a:r>
              <a:rPr lang="en-US" sz="1400">
                <a:solidFill>
                  <a:srgbClr val="0078D4"/>
                </a:solidFill>
                <a:latin typeface="Segoe UI" panose="020B0502040204020203" pitchFamily="34" charset="0"/>
                <a:hlinkClick r:id="rId6"/>
              </a:rPr>
              <a:t>Evaluator guide</a:t>
            </a:r>
            <a:endParaRPr lang="en-US" sz="1400" dirty="0" err="1">
              <a:solidFill>
                <a:srgbClr val="0078D4"/>
              </a:solidFill>
              <a:latin typeface="Segoe UI" panose="020B0502040204020203" pitchFamily="34" charset="0"/>
            </a:endParaRPr>
          </a:p>
        </p:txBody>
      </p:sp>
      <p:sp>
        <p:nvSpPr>
          <p:cNvPr id="16" name="Rectangle 15">
            <a:extLst>
              <a:ext uri="{FF2B5EF4-FFF2-40B4-BE49-F238E27FC236}">
                <a16:creationId xmlns:a16="http://schemas.microsoft.com/office/drawing/2014/main" id="{8862A6D4-68C6-2757-7736-0335A5E3A2E0}"/>
              </a:ext>
            </a:extLst>
          </p:cNvPr>
          <p:cNvSpPr/>
          <p:nvPr/>
        </p:nvSpPr>
        <p:spPr bwMode="auto">
          <a:xfrm>
            <a:off x="660400" y="3530600"/>
            <a:ext cx="10871200" cy="584200"/>
          </a:xfrm>
          <a:prstGeom prst="rect">
            <a:avLst/>
          </a:prstGeom>
          <a:solidFill>
            <a:srgbClr val="FFFFFF"/>
          </a:solidFill>
          <a:ln w="95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7" name="TextBox 16">
            <a:extLst>
              <a:ext uri="{FF2B5EF4-FFF2-40B4-BE49-F238E27FC236}">
                <a16:creationId xmlns:a16="http://schemas.microsoft.com/office/drawing/2014/main" id="{D756EDC6-219E-E983-3DD7-3CB13737D6F8}"/>
              </a:ext>
            </a:extLst>
          </p:cNvPr>
          <p:cNvSpPr txBox="1"/>
          <p:nvPr/>
        </p:nvSpPr>
        <p:spPr>
          <a:xfrm>
            <a:off x="889000" y="3670300"/>
            <a:ext cx="4191000" cy="307777"/>
          </a:xfrm>
          <a:prstGeom prst="rect">
            <a:avLst/>
          </a:prstGeom>
          <a:noFill/>
        </p:spPr>
        <p:txBody>
          <a:bodyPr vert="horz" wrap="square" lIns="0" tIns="0" rIns="0" bIns="0" rtlCol="0">
            <a:noAutofit/>
          </a:bodyPr>
          <a:lstStyle/>
          <a:p>
            <a:r>
              <a:rPr lang="en-US" sz="1400">
                <a:solidFill>
                  <a:srgbClr val="303132"/>
                </a:solidFill>
                <a:latin typeface="Segoe UI" panose="020B0502040204020203" pitchFamily="34" charset="0"/>
              </a:rPr>
              <a:t>AI Red Teaming Agent</a:t>
            </a:r>
            <a:endParaRPr lang="en-US" sz="1400" dirty="0" err="1">
              <a:solidFill>
                <a:srgbClr val="303132"/>
              </a:solidFill>
              <a:latin typeface="Segoe UI" panose="020B0502040204020203" pitchFamily="34" charset="0"/>
            </a:endParaRPr>
          </a:p>
        </p:txBody>
      </p:sp>
      <p:sp>
        <p:nvSpPr>
          <p:cNvPr id="18" name="TextBox 17">
            <a:hlinkClick r:id="rId7"/>
            <a:extLst>
              <a:ext uri="{FF2B5EF4-FFF2-40B4-BE49-F238E27FC236}">
                <a16:creationId xmlns:a16="http://schemas.microsoft.com/office/drawing/2014/main" id="{628AD080-88AC-A923-C577-61A4738E0345}"/>
              </a:ext>
            </a:extLst>
          </p:cNvPr>
          <p:cNvSpPr txBox="1"/>
          <p:nvPr/>
        </p:nvSpPr>
        <p:spPr>
          <a:xfrm>
            <a:off x="5384800" y="3670300"/>
            <a:ext cx="5715000" cy="307777"/>
          </a:xfrm>
          <a:prstGeom prst="rect">
            <a:avLst/>
          </a:prstGeom>
          <a:noFill/>
        </p:spPr>
        <p:txBody>
          <a:bodyPr vert="horz" wrap="square" lIns="0" tIns="0" rIns="0" bIns="0" rtlCol="0">
            <a:noAutofit/>
          </a:bodyPr>
          <a:lstStyle/>
          <a:p>
            <a:r>
              <a:rPr lang="en-US" sz="1400">
                <a:solidFill>
                  <a:srgbClr val="0078D4"/>
                </a:solidFill>
                <a:latin typeface="Segoe UI" panose="020B0502040204020203" pitchFamily="34" charset="0"/>
                <a:hlinkClick r:id="rId8"/>
              </a:rPr>
              <a:t>Red teaming guide</a:t>
            </a:r>
            <a:endParaRPr lang="en-US" sz="1400" dirty="0" err="1">
              <a:solidFill>
                <a:srgbClr val="0078D4"/>
              </a:solidFill>
              <a:latin typeface="Segoe UI" panose="020B0502040204020203" pitchFamily="34" charset="0"/>
            </a:endParaRPr>
          </a:p>
        </p:txBody>
      </p:sp>
    </p:spTree>
    <p:extLst>
      <p:ext uri="{BB962C8B-B14F-4D97-AF65-F5344CB8AC3E}">
        <p14:creationId xmlns:p14="http://schemas.microsoft.com/office/powerpoint/2010/main" val="374501864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2F41D2-CD83-75E3-E7C1-33DD78F8DF4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84B206EB-5B2B-86C3-5AFC-BD12097D2FB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TextBox 3">
            <a:extLst>
              <a:ext uri="{FF2B5EF4-FFF2-40B4-BE49-F238E27FC236}">
                <a16:creationId xmlns:a16="http://schemas.microsoft.com/office/drawing/2014/main" id="{2F358EB6-5D63-93BA-579C-6870D63AD382}"/>
              </a:ext>
            </a:extLst>
          </p:cNvPr>
          <p:cNvSpPr txBox="1"/>
          <p:nvPr/>
        </p:nvSpPr>
        <p:spPr>
          <a:xfrm>
            <a:off x="0" y="2870200"/>
            <a:ext cx="12192000" cy="307777"/>
          </a:xfrm>
          <a:prstGeom prst="rect">
            <a:avLst/>
          </a:prstGeom>
          <a:noFill/>
        </p:spPr>
        <p:txBody>
          <a:bodyPr vert="horz" wrap="square" lIns="0" tIns="0" rIns="0" bIns="0" rtlCol="0">
            <a:noAutofit/>
          </a:bodyPr>
          <a:lstStyle/>
          <a:p>
            <a:pPr algn="ctr"/>
            <a:r>
              <a:rPr lang="en-US" sz="3000">
                <a:solidFill>
                  <a:srgbClr val="FFFFFF"/>
                </a:solidFill>
                <a:latin typeface="Segoe UI" panose="020B0502040204020203" pitchFamily="34" charset="0"/>
              </a:rPr>
              <a:t>Questions?</a:t>
            </a:r>
            <a:endParaRPr lang="en-US" sz="3000"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227574597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1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3.xml><?xml version="1.0" encoding="utf-8"?>
<a:theme xmlns:a="http://schemas.openxmlformats.org/drawingml/2006/main" name="2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2.xml><?xml version="1.0" encoding="utf-8"?>
<ct:contentTypeSchema xmlns:ct="http://schemas.microsoft.com/office/2006/metadata/contentType" xmlns:ma="http://schemas.microsoft.com/office/2006/metadata/properties/metaAttributes" ct:_="" ma:_="" ma:contentTypeName="Document" ma:contentTypeID="0x010100F1C4B09AC06B8C45B1CB67D2156BD46C" ma:contentTypeVersion="14" ma:contentTypeDescription="Create a new document." ma:contentTypeScope="" ma:versionID="88b34f71fe9b1526bc7932a9723e174b">
  <xsd:schema xmlns:xsd="http://www.w3.org/2001/XMLSchema" xmlns:xs="http://www.w3.org/2001/XMLSchema" xmlns:p="http://schemas.microsoft.com/office/2006/metadata/properties" xmlns:ns1="http://schemas.microsoft.com/sharepoint/v3" xmlns:ns2="fcb28fc0-2e3b-4764-9e63-46b62073c0cd" xmlns:ns3="19614695-0c98-4ea4-9244-f5047452aafb" targetNamespace="http://schemas.microsoft.com/office/2006/metadata/properties" ma:root="true" ma:fieldsID="9f71acc245135fb70bc040788d0c070c" ns1:_="" ns2:_="" ns3:_="">
    <xsd:import namespace="http://schemas.microsoft.com/sharepoint/v3"/>
    <xsd:import namespace="fcb28fc0-2e3b-4764-9e63-46b62073c0cd"/>
    <xsd:import namespace="19614695-0c98-4ea4-9244-f5047452aafb"/>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b28fc0-2e3b-4764-9e63-46b62073c0cd"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9614695-0c98-4ea4-9244-f5047452aaf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64f906b-8e77-4e33-9f55-fcee0003089b}" ma:internalName="TaxCatchAll" ma:showField="CatchAllData" ma:web="19614695-0c98-4ea4-9244-f5047452aaf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mso-contentType ?>
<FormTemplates xmlns="http://schemas.microsoft.com/sharepoint/v3/contenttype/forms">
  <Display>DocumentLibraryForm</Display>
  <Edit>DocumentLibraryForm</Edit>
  <New>DocumentLibraryForm</New>
</FormTemplates>
</file>

<file path=customXml/item1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0.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19614695-0c98-4ea4-9244-f5047452aafb" xsi:nil="true"/>
    <lcf76f155ced4ddcb4097134ff3c332f xmlns="fcb28fc0-2e3b-4764-9e63-46b62073c0cd">
      <Terms xmlns="http://schemas.microsoft.com/office/infopath/2007/PartnerControls"/>
    </lcf76f155ced4ddcb4097134ff3c332f>
  </documentManagement>
</p:properties>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ECCE7DC3-F525-4E76-8812-56FCA2D21E50}">
  <ds:schemaRefs>
    <ds:schemaRef ds:uri="Strauss.PersonalizationDefinition"/>
  </ds:schemaRefs>
</ds:datastoreItem>
</file>

<file path=customXml/itemProps2.xml><?xml version="1.0" encoding="utf-8"?>
<ds:datastoreItem xmlns:ds="http://schemas.openxmlformats.org/officeDocument/2006/customXml" ds:itemID="{541D4602-AC17-4CBD-B95E-D5B3D757BC54}">
  <ds:schemaRefs>
    <ds:schemaRef ds:uri="Strauss.PersonalizationDefinition"/>
  </ds:schemaRefs>
</ds:datastoreItem>
</file>

<file path=customXml/itemProps3.xml><?xml version="1.0" encoding="utf-8"?>
<ds:datastoreItem xmlns:ds="http://schemas.openxmlformats.org/officeDocument/2006/customXml" ds:itemID="{6552B3D2-5F72-49FB-8B35-AFE12BF36804}">
  <ds:schemaRefs>
    <ds:schemaRef ds:uri="Strauss.PersonalizationDefinition"/>
  </ds:schemaRefs>
</ds:datastoreItem>
</file>

<file path=customXml/itemProps4.xml><?xml version="1.0" encoding="utf-8"?>
<ds:datastoreItem xmlns:ds="http://schemas.openxmlformats.org/officeDocument/2006/customXml" ds:itemID="{D76C1D54-C31A-41C7-8796-37E3A885C9B9}">
  <ds:schemaRefs>
    <ds:schemaRef ds:uri="Strauss.PersonalizationDefinition"/>
  </ds:schemaRefs>
</ds:datastoreItem>
</file>

<file path=customXml/itemProps5.xml><?xml version="1.0" encoding="utf-8"?>
<ds:datastoreItem xmlns:ds="http://schemas.openxmlformats.org/officeDocument/2006/customXml" ds:itemID="{13A5538B-5199-4900-941A-B01E377F2065}">
  <ds:schemaRefs>
    <ds:schemaRef ds:uri="Strauss.PersonalizationDefinition"/>
  </ds:schemaRefs>
</ds:datastoreItem>
</file>

<file path=customXml/itemProps6.xml><?xml version="1.0" encoding="utf-8"?>
<ds:datastoreItem xmlns:ds="http://schemas.openxmlformats.org/officeDocument/2006/customXml" ds:itemID="{BC268A45-186B-46A3-937F-0E016CEA70C1}">
  <ds:schemaRefs>
    <ds:schemaRef ds:uri="Strauss.PersonalizationDefinition"/>
  </ds:schemaRefs>
</ds:datastoreItem>
</file>

<file path=customXml/itemProps7.xml><?xml version="1.0" encoding="utf-8"?>
<ds:datastoreItem xmlns:ds="http://schemas.openxmlformats.org/officeDocument/2006/customXml" ds:itemID="{B09E3EAE-66CA-4A91-A5FE-A34A70B099ED}">
  <ds:schemaRefs>
    <ds:schemaRef ds:uri="Strauss.PersonalizationDefinition"/>
  </ds:schemaRefs>
</ds:datastoreItem>
</file>

<file path=customXml/itemProps8.xml><?xml version="1.0" encoding="utf-8"?>
<ds:datastoreItem xmlns:ds="http://schemas.openxmlformats.org/officeDocument/2006/customXml" ds:itemID="{734F6CED-B619-41E0-BEDE-58B64D5F5EB2}">
  <ds:schemaRefs>
    <ds:schemaRef ds:uri="Strauss.PersonalizationDefinition"/>
  </ds:schemaRefs>
</ds:datastoreItem>
</file>

<file path=customXml/itemProps9.xml><?xml version="1.0" encoding="utf-8"?>
<ds:datastoreItem xmlns:ds="http://schemas.openxmlformats.org/officeDocument/2006/customXml" ds:itemID="{D55AC15F-0A03-4D96-AA43-65FC3DCE2717}">
  <ds:schemaRefs>
    <ds:schemaRef ds:uri="Strauss.PersonalizationDefinition"/>
  </ds:schemaRefs>
</ds:datastoreItem>
</file>

<file path=customXml/itemProps10.xml><?xml version="1.0" encoding="utf-8"?>
<ds:datastoreItem xmlns:ds="http://schemas.openxmlformats.org/officeDocument/2006/customXml" ds:itemID="{A09B3D8F-A36C-4B6D-871D-C53F61DFD219}">
  <ds:schemaRefs>
    <ds:schemaRef ds:uri="Strauss.PersonalizationDefinition"/>
  </ds:schemaRefs>
</ds:datastoreItem>
</file>

<file path=customXml/itemProps11.xml><?xml version="1.0" encoding="utf-8"?>
<ds:datastoreItem xmlns:ds="http://schemas.openxmlformats.org/officeDocument/2006/customXml" ds:itemID="{5C919DC8-E31E-42F0-9621-B916C2E029BA}">
  <ds:schemaRefs>
    <ds:schemaRef ds:uri="Strauss.PersonalizationDefinition"/>
  </ds:schemaRefs>
</ds:datastoreItem>
</file>

<file path=customXml/itemProps12.xml><?xml version="1.0" encoding="utf-8"?>
<ds:datastoreItem xmlns:ds="http://schemas.openxmlformats.org/officeDocument/2006/customXml" ds:itemID="{1C4BB63B-6010-498D-B379-9708D995B57C}">
  <ds:schemaRefs>
    <ds:schemaRef ds:uri="19614695-0c98-4ea4-9244-f5047452aafb"/>
    <ds:schemaRef ds:uri="fcb28fc0-2e3b-4764-9e63-46b62073c0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13.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4.xml><?xml version="1.0" encoding="utf-8"?>
<ds:datastoreItem xmlns:ds="http://schemas.openxmlformats.org/officeDocument/2006/customXml" ds:itemID="{46522A59-B026-4350-BB1A-BEB05240770F}">
  <ds:schemaRefs>
    <ds:schemaRef ds:uri="Strauss.PersonalizationDefinition"/>
  </ds:schemaRefs>
</ds:datastoreItem>
</file>

<file path=customXml/itemProps15.xml><?xml version="1.0" encoding="utf-8"?>
<ds:datastoreItem xmlns:ds="http://schemas.openxmlformats.org/officeDocument/2006/customXml" ds:itemID="{68BE9F8F-073F-46B7-B2D0-86DC8E2E9DCE}">
  <ds:schemaRefs>
    <ds:schemaRef ds:uri="Strauss.PersonalizationDefinition"/>
  </ds:schemaRefs>
</ds:datastoreItem>
</file>

<file path=customXml/itemProps16.xml><?xml version="1.0" encoding="utf-8"?>
<ds:datastoreItem xmlns:ds="http://schemas.openxmlformats.org/officeDocument/2006/customXml" ds:itemID="{DE0DC7DC-A960-4E6E-BF1B-D3D906B081A2}">
  <ds:schemaRefs>
    <ds:schemaRef ds:uri="Strauss.PersonalizationDefinition"/>
  </ds:schemaRefs>
</ds:datastoreItem>
</file>

<file path=customXml/itemProps17.xml><?xml version="1.0" encoding="utf-8"?>
<ds:datastoreItem xmlns:ds="http://schemas.openxmlformats.org/officeDocument/2006/customXml" ds:itemID="{6F485757-9F3C-4A1E-9E86-E1C1551910BA}">
  <ds:schemaRefs>
    <ds:schemaRef ds:uri="Strauss.PersonalizationDefinition"/>
  </ds:schemaRefs>
</ds:datastoreItem>
</file>

<file path=customXml/itemProps18.xml><?xml version="1.0" encoding="utf-8"?>
<ds:datastoreItem xmlns:ds="http://schemas.openxmlformats.org/officeDocument/2006/customXml" ds:itemID="{2BCFCE7B-4A43-491B-887D-365E2A1C50B2}">
  <ds:schemaRefs>
    <ds:schemaRef ds:uri="Strauss.PersonalizationDefinition"/>
  </ds:schemaRefs>
</ds:datastoreItem>
</file>

<file path=customXml/itemProps19.xml><?xml version="1.0" encoding="utf-8"?>
<ds:datastoreItem xmlns:ds="http://schemas.openxmlformats.org/officeDocument/2006/customXml" ds:itemID="{DF333A1B-0A9C-4DA8-ADAB-4378B69FDC48}">
  <ds:schemaRefs>
    <ds:schemaRef ds:uri="Strauss.PersonalizationDefinition"/>
  </ds:schemaRefs>
</ds:datastoreItem>
</file>

<file path=customXml/itemProps20.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1.xml><?xml version="1.0" encoding="utf-8"?>
<ds:datastoreItem xmlns:ds="http://schemas.openxmlformats.org/officeDocument/2006/customXml" ds:itemID="{08068EAD-DA6C-4DC8-843E-9CB0982D15F3}">
  <ds:schemaRefs>
    <ds:schemaRef ds:uri="Strauss.PersonalizationDefinition"/>
  </ds:schemaRefs>
</ds:datastoreItem>
</file>

<file path=customXml/itemProps22.xml><?xml version="1.0" encoding="utf-8"?>
<ds:datastoreItem xmlns:ds="http://schemas.openxmlformats.org/officeDocument/2006/customXml" ds:itemID="{712108F3-86F2-4B95-AF2D-FE4E45965FCC}">
  <ds:schemaRefs>
    <ds:schemaRef ds:uri="Strauss.PersonalizationDefinition"/>
  </ds:schemaRefs>
</ds:datastoreItem>
</file>

<file path=customXml/itemProps23.xml><?xml version="1.0" encoding="utf-8"?>
<ds:datastoreItem xmlns:ds="http://schemas.openxmlformats.org/officeDocument/2006/customXml" ds:itemID="{82C716E8-B770-4139-99B0-F35B9C64B90F}">
  <ds:schemaRefs>
    <ds:schemaRef ds:uri="Strauss.PersonalizationDefinition"/>
  </ds:schemaRefs>
</ds:datastoreItem>
</file>

<file path=customXml/itemProps24.xml><?xml version="1.0" encoding="utf-8"?>
<ds:datastoreItem xmlns:ds="http://schemas.openxmlformats.org/officeDocument/2006/customXml" ds:itemID="{EF4AA5EB-A638-4D3A-B852-E71E18ED4953}">
  <ds:schemaRefs>
    <ds:schemaRef ds:uri="Strauss.PersonalizationDefinition"/>
  </ds:schemaRefs>
</ds:datastoreItem>
</file>

<file path=customXml/itemProps25.xml><?xml version="1.0" encoding="utf-8"?>
<ds:datastoreItem xmlns:ds="http://schemas.openxmlformats.org/officeDocument/2006/customXml" ds:itemID="{103AB8E4-C30A-4895-9606-8D77F2E70F19}">
  <ds:schemaRefs>
    <ds:schemaRef ds:uri="Strauss.PersonalizationDefinition"/>
  </ds:schemaRefs>
</ds:datastoreItem>
</file>

<file path=customXml/itemProps26.xml><?xml version="1.0" encoding="utf-8"?>
<ds:datastoreItem xmlns:ds="http://schemas.openxmlformats.org/officeDocument/2006/customXml" ds:itemID="{4EA01338-72BB-48B6-B6A4-05B31FE21105}">
  <ds:schemaRefs>
    <ds:schemaRef ds:uri="Strauss.PersonalizationDefinition"/>
  </ds:schemaRefs>
</ds:datastoreItem>
</file>

<file path=customXml/itemProps27.xml><?xml version="1.0" encoding="utf-8"?>
<ds:datastoreItem xmlns:ds="http://schemas.openxmlformats.org/officeDocument/2006/customXml" ds:itemID="{628127A0-F2C3-45C3-BB9F-5B29A6B848BE}">
  <ds:schemaRefs>
    <ds:schemaRef ds:uri="Strauss.PersonalizationDefinition"/>
  </ds:schemaRefs>
</ds:datastoreItem>
</file>

<file path=customXml/itemProps28.xml><?xml version="1.0" encoding="utf-8"?>
<ds:datastoreItem xmlns:ds="http://schemas.openxmlformats.org/officeDocument/2006/customXml" ds:itemID="{7BE5F28F-50CA-40F1-A02E-E794FE33362D}">
  <ds:schemaRefs>
    <ds:schemaRef ds:uri="Strauss.PersonalizationDefinition"/>
  </ds:schemaRefs>
</ds:datastoreItem>
</file>

<file path=customXml/itemProps29.xml><?xml version="1.0" encoding="utf-8"?>
<ds:datastoreItem xmlns:ds="http://schemas.openxmlformats.org/officeDocument/2006/customXml" ds:itemID="{406127A5-B8F7-4F8A-95A9-8E20F72EA129}">
  <ds:schemaRefs>
    <ds:schemaRef ds:uri="Strauss.PersonalizationDefinition"/>
  </ds:schemaRefs>
</ds:datastoreItem>
</file>

<file path=customXml/itemProps30.xml><?xml version="1.0" encoding="utf-8"?>
<ds:datastoreItem xmlns:ds="http://schemas.openxmlformats.org/officeDocument/2006/customXml" ds:itemID="{B228D3F7-8445-4CE7-92DC-AC7FE2D5A2AF}">
  <ds:schemaRefs>
    <ds:schemaRef ds:uri="Strauss.PersonalizationDefinition"/>
  </ds:schemaRefs>
</ds:datastoreItem>
</file>

<file path=customXml/itemProps31.xml><?xml version="1.0" encoding="utf-8"?>
<ds:datastoreItem xmlns:ds="http://schemas.openxmlformats.org/officeDocument/2006/customXml" ds:itemID="{A0EED17B-F609-411E-840C-8A361DF5E053}">
  <ds:schemaRefs>
    <ds:schemaRef ds:uri="Strauss.PersonalizationDefinition"/>
  </ds:schemaRefs>
</ds:datastoreItem>
</file>

<file path=customXml/itemProps32.xml><?xml version="1.0" encoding="utf-8"?>
<ds:datastoreItem xmlns:ds="http://schemas.openxmlformats.org/officeDocument/2006/customXml" ds:itemID="{C1060A51-5976-4775-97EE-ABE1B1E4972A}">
  <ds:schemaRefs>
    <ds:schemaRef ds:uri="Strauss.PersonalizationDefinition"/>
  </ds:schemaRefs>
</ds:datastoreItem>
</file>

<file path=customXml/itemProps33.xml><?xml version="1.0" encoding="utf-8"?>
<ds:datastoreItem xmlns:ds="http://schemas.openxmlformats.org/officeDocument/2006/customXml" ds:itemID="{FC25CD5D-A9DA-407F-9106-47BDA14BCED9}">
  <ds:schemaRefs>
    <ds:schemaRef ds:uri="Strauss.PersonalizationDefinition"/>
  </ds:schemaRefs>
</ds:datastoreItem>
</file>

<file path=customXml/itemProps34.xml><?xml version="1.0" encoding="utf-8"?>
<ds:datastoreItem xmlns:ds="http://schemas.openxmlformats.org/officeDocument/2006/customXml" ds:itemID="{EDFBA6C8-3A38-44F0-B645-B6B0034983DA}">
  <ds:schemaRefs>
    <ds:schemaRef ds:uri="Strauss.PersonalizationDefinition"/>
  </ds:schemaRefs>
</ds:datastoreItem>
</file>

<file path=customXml/itemProps35.xml><?xml version="1.0" encoding="utf-8"?>
<ds:datastoreItem xmlns:ds="http://schemas.openxmlformats.org/officeDocument/2006/customXml" ds:itemID="{11767EAE-0FC6-472D-9D35-EB3533243F22}">
  <ds:schemaRefs>
    <ds:schemaRef ds:uri="Strauss.PersonalizationDefinition"/>
  </ds:schemaRefs>
</ds:datastoreItem>
</file>

<file path=customXml/itemProps36.xml><?xml version="1.0" encoding="utf-8"?>
<ds:datastoreItem xmlns:ds="http://schemas.openxmlformats.org/officeDocument/2006/customXml" ds:itemID="{4A3F169F-E27D-4A25-888C-4C5D83BAC082}">
  <ds:schemaRefs>
    <ds:schemaRef ds:uri="Strauss.PersonalizationDefinition"/>
  </ds:schemaRefs>
</ds:datastoreItem>
</file>

<file path=customXml/itemProps37.xml><?xml version="1.0" encoding="utf-8"?>
<ds:datastoreItem xmlns:ds="http://schemas.openxmlformats.org/officeDocument/2006/customXml" ds:itemID="{E7EBEF02-C69B-46E0-B38A-E51611CE5254}">
  <ds:schemaRefs>
    <ds:schemaRef ds:uri="Strauss.PersonalizationDefinition"/>
  </ds:schemaRefs>
</ds:datastoreItem>
</file>

<file path=customXml/itemProps38.xml><?xml version="1.0" encoding="utf-8"?>
<ds:datastoreItem xmlns:ds="http://schemas.openxmlformats.org/officeDocument/2006/customXml" ds:itemID="{4C485A9E-99A8-4277-BE90-E837A967DB2E}">
  <ds:schemaRefs>
    <ds:schemaRef ds:uri="Strauss.PersonalizationDefinition"/>
  </ds:schemaRefs>
</ds:datastoreItem>
</file>

<file path=customXml/itemProps39.xml><?xml version="1.0" encoding="utf-8"?>
<ds:datastoreItem xmlns:ds="http://schemas.openxmlformats.org/officeDocument/2006/customXml" ds:itemID="{D7FDC28F-4CBD-40ED-9D33-0A1360D5DEC4}">
  <ds:schemaRefs>
    <ds:schemaRef ds:uri="Strauss.PersonalizationDefinition"/>
  </ds:schemaRefs>
</ds:datastoreItem>
</file>

<file path=customXml/itemProps40.xml><?xml version="1.0" encoding="utf-8"?>
<ds:datastoreItem xmlns:ds="http://schemas.openxmlformats.org/officeDocument/2006/customXml" ds:itemID="{F56EB5D8-3CD5-48EE-9536-13CF2B9AC25D}">
  <ds:schemaRefs>
    <ds:schemaRef ds:uri="Strauss.PersonalizationDefinition"/>
  </ds:schemaRefs>
</ds:datastoreItem>
</file>

<file path=customXml/itemProps41.xml><?xml version="1.0" encoding="utf-8"?>
<ds:datastoreItem xmlns:ds="http://schemas.openxmlformats.org/officeDocument/2006/customXml" ds:itemID="{32920470-F086-4197-B6FE-12027DE25DCC}">
  <ds:schemaRefs>
    <ds:schemaRef ds:uri="Strauss.PersonalizationDefinition"/>
  </ds:schemaRefs>
</ds:datastoreItem>
</file>

<file path=customXml/itemProps42.xml><?xml version="1.0" encoding="utf-8"?>
<ds:datastoreItem xmlns:ds="http://schemas.openxmlformats.org/officeDocument/2006/customXml" ds:itemID="{FBC13881-F2DC-4AA3-88C8-97C40CA1EBC7}">
  <ds:schemaRefs>
    <ds:schemaRef ds:uri="Strauss.PersonalizationDefinition"/>
  </ds:schemaRefs>
</ds:datastoreItem>
</file>

<file path=customXml/itemProps43.xml><?xml version="1.0" encoding="utf-8"?>
<ds:datastoreItem xmlns:ds="http://schemas.openxmlformats.org/officeDocument/2006/customXml" ds:itemID="{7469151F-B4F3-4C21-84F8-69D9E2B09815}">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40</TotalTime>
  <Words>1748</Words>
  <Application>Microsoft Office PowerPoint</Application>
  <PresentationFormat>Widescreen</PresentationFormat>
  <Paragraphs>242</Paragraphs>
  <Slides>20</Slides>
  <Notes>20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20</vt:i4>
      </vt:variant>
    </vt:vector>
  </HeadingPairs>
  <TitlesOfParts>
    <vt:vector size="28" baseType="lpstr">
      <vt:lpstr>Arial</vt:lpstr>
      <vt:lpstr>Calibri</vt:lpstr>
      <vt:lpstr>Segoe UI</vt:lpstr>
      <vt:lpstr>Segoe UI Semibold</vt:lpstr>
      <vt:lpstr>Wingdings</vt:lpstr>
      <vt:lpstr>White Template</vt:lpstr>
      <vt:lpstr>1_White Template</vt:lpstr>
      <vt:lpstr>2_White Template</vt:lpstr>
      <vt:lpstr>Module 3.4A - AgentOps: Evaluate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Paulo Lacerda</cp:lastModifiedBy>
  <cp:revision>17</cp:revision>
  <dcterms:created xsi:type="dcterms:W3CDTF">2019-02-08T20:09:46Z</dcterms:created>
  <dcterms:modified xsi:type="dcterms:W3CDTF">2026-09-03T19:40:37Z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0x010100F1C4B09AC06B8C45B1CB67D2156BD46C</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lpwstr>10536200.0000000</vt:lpwstr>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ies>
</file>