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68" r:id="rId44"/>
    <p:sldMasterId id="2147484100" r:id="rId45"/>
    <p:sldMasterId id="2147484132" r:id="rId46"/>
  </p:sldMasterIdLst>
  <p:notesMasterIdLst>
    <p:notesMasterId r:id="rId72"/>
  </p:notesMasterIdLst>
  <p:sldIdLst>
    <p:sldId id="256" r:id="rId47"/>
    <p:sldId id="257" r:id="rId48"/>
    <p:sldId id="258" r:id="rId49"/>
    <p:sldId id="259" r:id="rId50"/>
    <p:sldId id="260" r:id="rId51"/>
    <p:sldId id="261" r:id="rId52"/>
    <p:sldId id="262" r:id="rId53"/>
    <p:sldId id="263" r:id="rId54"/>
    <p:sldId id="264" r:id="rId55"/>
    <p:sldId id="265" r:id="rId56"/>
    <p:sldId id="266" r:id="rId57"/>
    <p:sldId id="267" r:id="rId58"/>
    <p:sldId id="268" r:id="rId59"/>
    <p:sldId id="269" r:id="rId60"/>
    <p:sldId id="270" r:id="rId61"/>
    <p:sldId id="271" r:id="rId62"/>
    <p:sldId id="272" r:id="rId63"/>
    <p:sldId id="273" r:id="rId64"/>
    <p:sldId id="274" r:id="rId65"/>
    <p:sldId id="275" r:id="rId66"/>
    <p:sldId id="276" r:id="rId67"/>
    <p:sldId id="277" r:id="rId68"/>
    <p:sldId id="278" r:id="rId69"/>
    <p:sldId id="279" r:id="rId70"/>
    <p:sldId id="280" r:id="rId71"/>
  </p:sldIdLst>
  <p:sldSz cx="12192000" cy="6858000"/>
  <p:notesSz cx="6858000" cy="9144000"/>
  <p:custDataLst>
    <p:tags r:id="rId7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AA2690C-DAF2-FE5F-D13F-42FF3D10F374}" name="Brianna Farah" initials="BF" userId="S::brianna@audienz.com::f1856917-c2d4-49a7-94e9-7f0e47fabbfc" providerId="AD"/>
  <p188:author id="{EF32DA53-2C03-03EE-2EEA-AE2457C9B68C}" name="Tessa Berkley" initials="TB" userId="S::tessab@audienz.com::29198474-64f9-4b67-b7f5-57f0013c6244" providerId="AD"/>
  <p188:author id="{DA2A6E70-A1C8-B815-B98D-0253A4F2A9D8}" name="Ethan Jones" initials="EJ" userId="S::jonesethan@microsoft.com::e6ff1493-1813-43d3-b3de-17ffaf0b9612"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Tessa Berkley" initials="TB" lastIdx="18" clrIdx="0">
    <p:extLst>
      <p:ext uri="{19B8F6BF-5375-455C-9EA6-DF929625EA0E}">
        <p15:presenceInfo xmlns:p15="http://schemas.microsoft.com/office/powerpoint/2012/main" userId="S::TessaB@audienz.com::29198474-64f9-4b67-b7f5-57f0013c6244" providerId="AD"/>
      </p:ext>
    </p:extLst>
  </p:cmAuthor>
  <p:cmAuthor id="2" name="Brianna Farah" initials="BF" lastIdx="6" clrIdx="1">
    <p:extLst>
      <p:ext uri="{19B8F6BF-5375-455C-9EA6-DF929625EA0E}">
        <p15:presenceInfo xmlns:p15="http://schemas.microsoft.com/office/powerpoint/2012/main" userId="S::brianna@audienz.com::f1856917-c2d4-49a7-94e9-7f0e47fabbf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8D4"/>
    <a:srgbClr val="D3D3D3"/>
    <a:srgbClr val="6089B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551AB0-1648-4ED1-955D-C27DC14D4A14}" v="60" dt="2026-05-28T11:35:09.117"/>
  </p1510:revLst>
</p1510:revInfo>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459" autoAdjust="0"/>
  </p:normalViewPr>
  <p:slideViewPr>
    <p:cSldViewPr snapToGrid="0">
      <p:cViewPr varScale="1">
        <p:scale>
          <a:sx n="71" d="100"/>
          <a:sy n="71" d="100"/>
        </p:scale>
        <p:origin x="64" y="3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customXml" Target="../customXml/item26.xml"/><Relationship Id="rId21" Type="http://schemas.openxmlformats.org/officeDocument/2006/relationships/customXml" Target="../customXml/item21.xml"/><Relationship Id="rId42" Type="http://schemas.openxmlformats.org/officeDocument/2006/relationships/customXml" Target="../customXml/item42.xml"/><Relationship Id="rId47" Type="http://schemas.openxmlformats.org/officeDocument/2006/relationships/slide" Target="slides/slide1.xml"/><Relationship Id="rId63" Type="http://schemas.openxmlformats.org/officeDocument/2006/relationships/slide" Target="slides/slide17.xml"/><Relationship Id="rId68" Type="http://schemas.openxmlformats.org/officeDocument/2006/relationships/slide" Target="slides/slide22.xml"/><Relationship Id="rId16" Type="http://schemas.openxmlformats.org/officeDocument/2006/relationships/customXml" Target="../customXml/item16.xml"/><Relationship Id="rId11" Type="http://schemas.openxmlformats.org/officeDocument/2006/relationships/customXml" Target="../customXml/item11.xml"/><Relationship Id="rId32" Type="http://schemas.openxmlformats.org/officeDocument/2006/relationships/customXml" Target="../customXml/item32.xml"/><Relationship Id="rId37" Type="http://schemas.openxmlformats.org/officeDocument/2006/relationships/customXml" Target="../customXml/item37.xml"/><Relationship Id="rId53" Type="http://schemas.openxmlformats.org/officeDocument/2006/relationships/slide" Target="slides/slide7.xml"/><Relationship Id="rId58" Type="http://schemas.openxmlformats.org/officeDocument/2006/relationships/slide" Target="slides/slide12.xml"/><Relationship Id="rId74" Type="http://schemas.openxmlformats.org/officeDocument/2006/relationships/commentAuthors" Target="commentAuthors.xml"/><Relationship Id="rId79" Type="http://schemas.microsoft.com/office/2016/11/relationships/changesInfo" Target="changesInfos/changesInfo1.xml"/><Relationship Id="rId5" Type="http://schemas.openxmlformats.org/officeDocument/2006/relationships/customXml" Target="../customXml/item5.xml"/><Relationship Id="rId61" Type="http://schemas.openxmlformats.org/officeDocument/2006/relationships/slide" Target="slides/slide15.xml"/><Relationship Id="rId19" Type="http://schemas.openxmlformats.org/officeDocument/2006/relationships/customXml" Target="../customXml/item19.xml"/><Relationship Id="rId14" Type="http://schemas.openxmlformats.org/officeDocument/2006/relationships/customXml" Target="../customXml/item14.xml"/><Relationship Id="rId22" Type="http://schemas.openxmlformats.org/officeDocument/2006/relationships/customXml" Target="../customXml/item22.xml"/><Relationship Id="rId27" Type="http://schemas.openxmlformats.org/officeDocument/2006/relationships/customXml" Target="../customXml/item27.xml"/><Relationship Id="rId30" Type="http://schemas.openxmlformats.org/officeDocument/2006/relationships/customXml" Target="../customXml/item30.xml"/><Relationship Id="rId35" Type="http://schemas.openxmlformats.org/officeDocument/2006/relationships/customXml" Target="../customXml/item35.xml"/><Relationship Id="rId43" Type="http://schemas.openxmlformats.org/officeDocument/2006/relationships/customXml" Target="../customXml/item43.xml"/><Relationship Id="rId48" Type="http://schemas.openxmlformats.org/officeDocument/2006/relationships/slide" Target="slides/slide2.xml"/><Relationship Id="rId56" Type="http://schemas.openxmlformats.org/officeDocument/2006/relationships/slide" Target="slides/slide10.xml"/><Relationship Id="rId64" Type="http://schemas.openxmlformats.org/officeDocument/2006/relationships/slide" Target="slides/slide18.xml"/><Relationship Id="rId69" Type="http://schemas.openxmlformats.org/officeDocument/2006/relationships/slide" Target="slides/slide23.xml"/><Relationship Id="rId77" Type="http://schemas.openxmlformats.org/officeDocument/2006/relationships/theme" Target="theme/theme1.xml"/><Relationship Id="rId8" Type="http://schemas.openxmlformats.org/officeDocument/2006/relationships/customXml" Target="../customXml/item8.xml"/><Relationship Id="rId51" Type="http://schemas.openxmlformats.org/officeDocument/2006/relationships/slide" Target="slides/slide5.xml"/><Relationship Id="rId72" Type="http://schemas.openxmlformats.org/officeDocument/2006/relationships/notesMaster" Target="notesMasters/notesMaster1.xml"/><Relationship Id="rId80"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customXml" Target="../customXml/item12.xml"/><Relationship Id="rId17" Type="http://schemas.openxmlformats.org/officeDocument/2006/relationships/customXml" Target="../customXml/item17.xml"/><Relationship Id="rId25" Type="http://schemas.openxmlformats.org/officeDocument/2006/relationships/customXml" Target="../customXml/item25.xml"/><Relationship Id="rId33" Type="http://schemas.openxmlformats.org/officeDocument/2006/relationships/customXml" Target="../customXml/item33.xml"/><Relationship Id="rId38" Type="http://schemas.openxmlformats.org/officeDocument/2006/relationships/customXml" Target="../customXml/item38.xml"/><Relationship Id="rId46" Type="http://schemas.openxmlformats.org/officeDocument/2006/relationships/slideMaster" Target="slideMasters/slideMaster3.xml"/><Relationship Id="rId59" Type="http://schemas.openxmlformats.org/officeDocument/2006/relationships/slide" Target="slides/slide13.xml"/><Relationship Id="rId67" Type="http://schemas.openxmlformats.org/officeDocument/2006/relationships/slide" Target="slides/slide21.xml"/><Relationship Id="rId20" Type="http://schemas.openxmlformats.org/officeDocument/2006/relationships/customXml" Target="../customXml/item20.xml"/><Relationship Id="rId41" Type="http://schemas.openxmlformats.org/officeDocument/2006/relationships/customXml" Target="../customXml/item41.xml"/><Relationship Id="rId54" Type="http://schemas.openxmlformats.org/officeDocument/2006/relationships/slide" Target="slides/slide8.xml"/><Relationship Id="rId62" Type="http://schemas.openxmlformats.org/officeDocument/2006/relationships/slide" Target="slides/slide16.xml"/><Relationship Id="rId70" Type="http://schemas.openxmlformats.org/officeDocument/2006/relationships/slide" Target="slides/slide24.xml"/><Relationship Id="rId75"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customXml" Target="../customXml/item6.xml"/><Relationship Id="rId15" Type="http://schemas.openxmlformats.org/officeDocument/2006/relationships/customXml" Target="../customXml/item15.xml"/><Relationship Id="rId23" Type="http://schemas.openxmlformats.org/officeDocument/2006/relationships/customXml" Target="../customXml/item23.xml"/><Relationship Id="rId28" Type="http://schemas.openxmlformats.org/officeDocument/2006/relationships/customXml" Target="../customXml/item28.xml"/><Relationship Id="rId36" Type="http://schemas.openxmlformats.org/officeDocument/2006/relationships/customXml" Target="../customXml/item36.xml"/><Relationship Id="rId49" Type="http://schemas.openxmlformats.org/officeDocument/2006/relationships/slide" Target="slides/slide3.xml"/><Relationship Id="rId57" Type="http://schemas.openxmlformats.org/officeDocument/2006/relationships/slide" Target="slides/slide11.xml"/><Relationship Id="rId10" Type="http://schemas.openxmlformats.org/officeDocument/2006/relationships/customXml" Target="../customXml/item10.xml"/><Relationship Id="rId31" Type="http://schemas.openxmlformats.org/officeDocument/2006/relationships/customXml" Target="../customXml/item31.xml"/><Relationship Id="rId44" Type="http://schemas.openxmlformats.org/officeDocument/2006/relationships/slideMaster" Target="slideMasters/slideMaster1.xml"/><Relationship Id="rId52" Type="http://schemas.openxmlformats.org/officeDocument/2006/relationships/slide" Target="slides/slide6.xml"/><Relationship Id="rId60" Type="http://schemas.openxmlformats.org/officeDocument/2006/relationships/slide" Target="slides/slide14.xml"/><Relationship Id="rId65" Type="http://schemas.openxmlformats.org/officeDocument/2006/relationships/slide" Target="slides/slide19.xml"/><Relationship Id="rId73" Type="http://schemas.openxmlformats.org/officeDocument/2006/relationships/tags" Target="tags/tag1.xml"/><Relationship Id="rId78" Type="http://schemas.openxmlformats.org/officeDocument/2006/relationships/tableStyles" Target="tableStyles.xml"/><Relationship Id="rId81" Type="http://schemas.microsoft.com/office/2018/10/relationships/authors" Target="authors.xml"/><Relationship Id="rId4" Type="http://schemas.openxmlformats.org/officeDocument/2006/relationships/customXml" Target="../customXml/item4.xml"/><Relationship Id="rId9" Type="http://schemas.openxmlformats.org/officeDocument/2006/relationships/customXml" Target="../customXml/item9.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34" Type="http://schemas.openxmlformats.org/officeDocument/2006/relationships/customXml" Target="../customXml/item34.xml"/><Relationship Id="rId50" Type="http://schemas.openxmlformats.org/officeDocument/2006/relationships/slide" Target="slides/slide4.xml"/><Relationship Id="rId55" Type="http://schemas.openxmlformats.org/officeDocument/2006/relationships/slide" Target="slides/slide9.xml"/><Relationship Id="rId76" Type="http://schemas.openxmlformats.org/officeDocument/2006/relationships/viewProps" Target="viewProps.xml"/><Relationship Id="rId7" Type="http://schemas.openxmlformats.org/officeDocument/2006/relationships/customXml" Target="../customXml/item7.xml"/><Relationship Id="rId71" Type="http://schemas.openxmlformats.org/officeDocument/2006/relationships/slide" Target="slides/slide25.xml"/><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slideMaster" Target="slideMasters/slideMaster2.xml"/><Relationship Id="rId66"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kriti Mehta" userId="0c901562-3821-4879-abc2-7521cf2ab412" providerId="ADAL" clId="{144A11F9-5BB9-40A3-A970-33EF68ACAA95}"/>
    <pc:docChg chg="addSld delSld modSld sldOrd">
      <pc:chgData name="Akriti Mehta" userId="0c901562-3821-4879-abc2-7521cf2ab412" providerId="ADAL" clId="{144A11F9-5BB9-40A3-A970-33EF68ACAA95}" dt="2026-05-28T11:35:47.362" v="60"/>
      <pc:docMkLst>
        <pc:docMk/>
      </pc:docMkLst>
      <pc:sldChg chg="modSp">
        <pc:chgData name="Akriti Mehta" userId="0c901562-3821-4879-abc2-7521cf2ab412" providerId="ADAL" clId="{144A11F9-5BB9-40A3-A970-33EF68ACAA95}" dt="2026-05-28T10:06:42.010" v="2"/>
        <pc:sldMkLst>
          <pc:docMk/>
          <pc:sldMk cId="0" sldId="256"/>
        </pc:sldMkLst>
        <pc:spChg chg="mod">
          <ac:chgData name="Akriti Mehta" userId="0c901562-3821-4879-abc2-7521cf2ab412" providerId="ADAL" clId="{144A11F9-5BB9-40A3-A970-33EF68ACAA95}" dt="2026-05-28T10:06:42.010" v="2"/>
          <ac:spMkLst>
            <pc:docMk/>
            <pc:sldMk cId="0" sldId="256"/>
            <ac:spMk id="2" creationId="{00000000-0000-0000-0000-000000000000}"/>
          </ac:spMkLst>
        </pc:spChg>
      </pc:sldChg>
      <pc:sldChg chg="modSp ord">
        <pc:chgData name="Akriti Mehta" userId="0c901562-3821-4879-abc2-7521cf2ab412" providerId="ADAL" clId="{144A11F9-5BB9-40A3-A970-33EF68ACAA95}" dt="2026-05-28T11:08:50.168" v="46"/>
        <pc:sldMkLst>
          <pc:docMk/>
          <pc:sldMk cId="4104262183" sldId="258"/>
        </pc:sldMkLst>
        <pc:spChg chg="mod">
          <ac:chgData name="Akriti Mehta" userId="0c901562-3821-4879-abc2-7521cf2ab412" providerId="ADAL" clId="{144A11F9-5BB9-40A3-A970-33EF68ACAA95}" dt="2026-05-28T10:11:44.675" v="6"/>
          <ac:spMkLst>
            <pc:docMk/>
            <pc:sldMk cId="4104262183" sldId="258"/>
            <ac:spMk id="3" creationId="{7F3F4468-0455-F2E3-181D-8A9F60A5CDE0}"/>
          </ac:spMkLst>
        </pc:spChg>
      </pc:sldChg>
      <pc:sldChg chg="modSp">
        <pc:chgData name="Akriti Mehta" userId="0c901562-3821-4879-abc2-7521cf2ab412" providerId="ADAL" clId="{144A11F9-5BB9-40A3-A970-33EF68ACAA95}" dt="2026-05-28T10:16:43.094" v="16"/>
        <pc:sldMkLst>
          <pc:docMk/>
          <pc:sldMk cId="2721408873" sldId="259"/>
        </pc:sldMkLst>
        <pc:spChg chg="mod">
          <ac:chgData name="Akriti Mehta" userId="0c901562-3821-4879-abc2-7521cf2ab412" providerId="ADAL" clId="{144A11F9-5BB9-40A3-A970-33EF68ACAA95}" dt="2026-05-28T10:16:43.094" v="16"/>
          <ac:spMkLst>
            <pc:docMk/>
            <pc:sldMk cId="2721408873" sldId="259"/>
            <ac:spMk id="3" creationId="{00000000-0000-0000-0000-000000000000}"/>
          </ac:spMkLst>
        </pc:spChg>
      </pc:sldChg>
      <pc:sldChg chg="addSp modSp ord">
        <pc:chgData name="Akriti Mehta" userId="0c901562-3821-4879-abc2-7521cf2ab412" providerId="ADAL" clId="{144A11F9-5BB9-40A3-A970-33EF68ACAA95}" dt="2026-05-28T10:16:59.413" v="17"/>
        <pc:sldMkLst>
          <pc:docMk/>
          <pc:sldMk cId="4284107938" sldId="264"/>
        </pc:sldMkLst>
        <pc:spChg chg="mod">
          <ac:chgData name="Akriti Mehta" userId="0c901562-3821-4879-abc2-7521cf2ab412" providerId="ADAL" clId="{144A11F9-5BB9-40A3-A970-33EF68ACAA95}" dt="2026-05-28T10:12:14.221" v="7"/>
          <ac:spMkLst>
            <pc:docMk/>
            <pc:sldMk cId="4284107938" sldId="264"/>
            <ac:spMk id="3" creationId="{C28AE01E-01A1-386A-048F-DB8B4CDA7F83}"/>
          </ac:spMkLst>
        </pc:spChg>
        <pc:graphicFrameChg chg="add mod">
          <ac:chgData name="Akriti Mehta" userId="0c901562-3821-4879-abc2-7521cf2ab412" providerId="ADAL" clId="{144A11F9-5BB9-40A3-A970-33EF68ACAA95}" dt="2026-05-28T10:12:39.074" v="8"/>
          <ac:graphicFrameMkLst>
            <pc:docMk/>
            <pc:sldMk cId="4284107938" sldId="264"/>
            <ac:graphicFrameMk id="8" creationId="{4335AAF2-AE52-9F36-91FB-4C24E10F1E3D}"/>
          </ac:graphicFrameMkLst>
        </pc:graphicFrameChg>
      </pc:sldChg>
      <pc:sldChg chg="addSp modSp">
        <pc:chgData name="Akriti Mehta" userId="0c901562-3821-4879-abc2-7521cf2ab412" providerId="ADAL" clId="{144A11F9-5BB9-40A3-A970-33EF68ACAA95}" dt="2026-05-28T11:13:05.596" v="49"/>
        <pc:sldMkLst>
          <pc:docMk/>
          <pc:sldMk cId="1311960101" sldId="265"/>
        </pc:sldMkLst>
        <pc:spChg chg="add">
          <ac:chgData name="Akriti Mehta" userId="0c901562-3821-4879-abc2-7521cf2ab412" providerId="ADAL" clId="{144A11F9-5BB9-40A3-A970-33EF68ACAA95}" dt="2026-05-28T11:13:05.596" v="49"/>
          <ac:spMkLst>
            <pc:docMk/>
            <pc:sldMk cId="1311960101" sldId="265"/>
            <ac:spMk id="6" creationId="{BB3A7B43-7064-0511-6DD9-C3E7F6B71C9E}"/>
          </ac:spMkLst>
        </pc:spChg>
        <pc:graphicFrameChg chg="add mod">
          <ac:chgData name="Akriti Mehta" userId="0c901562-3821-4879-abc2-7521cf2ab412" providerId="ADAL" clId="{144A11F9-5BB9-40A3-A970-33EF68ACAA95}" dt="2026-05-28T11:13:05.596" v="49"/>
          <ac:graphicFrameMkLst>
            <pc:docMk/>
            <pc:sldMk cId="1311960101" sldId="265"/>
            <ac:graphicFrameMk id="4" creationId="{E9102709-5DF3-AA39-4162-A770D00029C6}"/>
          </ac:graphicFrameMkLst>
        </pc:graphicFrameChg>
      </pc:sldChg>
      <pc:sldChg chg="addSp modSp">
        <pc:chgData name="Akriti Mehta" userId="0c901562-3821-4879-abc2-7521cf2ab412" providerId="ADAL" clId="{144A11F9-5BB9-40A3-A970-33EF68ACAA95}" dt="2026-05-28T11:07:25.237" v="42"/>
        <pc:sldMkLst>
          <pc:docMk/>
          <pc:sldMk cId="3124396354" sldId="265"/>
        </pc:sldMkLst>
        <pc:spChg chg="add">
          <ac:chgData name="Akriti Mehta" userId="0c901562-3821-4879-abc2-7521cf2ab412" providerId="ADAL" clId="{144A11F9-5BB9-40A3-A970-33EF68ACAA95}" dt="2026-05-28T11:07:25.237" v="42"/>
          <ac:spMkLst>
            <pc:docMk/>
            <pc:sldMk cId="3124396354" sldId="265"/>
            <ac:spMk id="6" creationId="{487E4242-4D7B-E7B9-7D51-B4ABC571BABB}"/>
          </ac:spMkLst>
        </pc:spChg>
        <pc:graphicFrameChg chg="add mod">
          <ac:chgData name="Akriti Mehta" userId="0c901562-3821-4879-abc2-7521cf2ab412" providerId="ADAL" clId="{144A11F9-5BB9-40A3-A970-33EF68ACAA95}" dt="2026-05-28T11:07:25.237" v="42"/>
          <ac:graphicFrameMkLst>
            <pc:docMk/>
            <pc:sldMk cId="3124396354" sldId="265"/>
            <ac:graphicFrameMk id="4" creationId="{A8A726FD-8751-24DC-E572-8D13BA19D2D9}"/>
          </ac:graphicFrameMkLst>
        </pc:graphicFrameChg>
      </pc:sldChg>
      <pc:sldChg chg="add del">
        <pc:chgData name="Akriti Mehta" userId="0c901562-3821-4879-abc2-7521cf2ab412" providerId="ADAL" clId="{144A11F9-5BB9-40A3-A970-33EF68ACAA95}" dt="2026-05-28T11:32:27.714" v="57"/>
        <pc:sldMkLst>
          <pc:docMk/>
          <pc:sldMk cId="4182681290" sldId="265"/>
        </pc:sldMkLst>
      </pc:sldChg>
      <pc:sldChg chg="addSp modSp">
        <pc:chgData name="Akriti Mehta" userId="0c901562-3821-4879-abc2-7521cf2ab412" providerId="ADAL" clId="{144A11F9-5BB9-40A3-A970-33EF68ACAA95}" dt="2026-05-28T11:07:40.758" v="43"/>
        <pc:sldMkLst>
          <pc:docMk/>
          <pc:sldMk cId="4706918" sldId="266"/>
        </pc:sldMkLst>
        <pc:spChg chg="add">
          <ac:chgData name="Akriti Mehta" userId="0c901562-3821-4879-abc2-7521cf2ab412" providerId="ADAL" clId="{144A11F9-5BB9-40A3-A970-33EF68ACAA95}" dt="2026-05-28T11:07:40.758" v="43"/>
          <ac:spMkLst>
            <pc:docMk/>
            <pc:sldMk cId="4706918" sldId="266"/>
            <ac:spMk id="6" creationId="{EDDA5D0E-E33C-483C-CCBA-2A35582FC620}"/>
          </ac:spMkLst>
        </pc:spChg>
        <pc:graphicFrameChg chg="add mod">
          <ac:chgData name="Akriti Mehta" userId="0c901562-3821-4879-abc2-7521cf2ab412" providerId="ADAL" clId="{144A11F9-5BB9-40A3-A970-33EF68ACAA95}" dt="2026-05-28T11:07:40.758" v="43"/>
          <ac:graphicFrameMkLst>
            <pc:docMk/>
            <pc:sldMk cId="4706918" sldId="266"/>
            <ac:graphicFrameMk id="4" creationId="{70FFADE4-08E4-A408-C8DC-0143D1F56C35}"/>
          </ac:graphicFrameMkLst>
        </pc:graphicFrameChg>
      </pc:sldChg>
      <pc:sldChg chg="addSp modSp">
        <pc:chgData name="Akriti Mehta" userId="0c901562-3821-4879-abc2-7521cf2ab412" providerId="ADAL" clId="{144A11F9-5BB9-40A3-A970-33EF68ACAA95}" dt="2026-05-28T11:14:27.256" v="50"/>
        <pc:sldMkLst>
          <pc:docMk/>
          <pc:sldMk cId="3260119901" sldId="266"/>
        </pc:sldMkLst>
        <pc:spChg chg="add">
          <ac:chgData name="Akriti Mehta" userId="0c901562-3821-4879-abc2-7521cf2ab412" providerId="ADAL" clId="{144A11F9-5BB9-40A3-A970-33EF68ACAA95}" dt="2026-05-28T11:14:27.256" v="50"/>
          <ac:spMkLst>
            <pc:docMk/>
            <pc:sldMk cId="3260119901" sldId="266"/>
            <ac:spMk id="6" creationId="{162FF1F4-C317-E201-181F-3045FC95054D}"/>
          </ac:spMkLst>
        </pc:spChg>
        <pc:graphicFrameChg chg="add mod">
          <ac:chgData name="Akriti Mehta" userId="0c901562-3821-4879-abc2-7521cf2ab412" providerId="ADAL" clId="{144A11F9-5BB9-40A3-A970-33EF68ACAA95}" dt="2026-05-28T11:14:27.256" v="50"/>
          <ac:graphicFrameMkLst>
            <pc:docMk/>
            <pc:sldMk cId="3260119901" sldId="266"/>
            <ac:graphicFrameMk id="4" creationId="{6FF911B6-38A0-B0C9-BB18-42DA8AD55EF0}"/>
          </ac:graphicFrameMkLst>
        </pc:graphicFrameChg>
      </pc:sldChg>
      <pc:sldChg chg="addSp modSp">
        <pc:chgData name="Akriti Mehta" userId="0c901562-3821-4879-abc2-7521cf2ab412" providerId="ADAL" clId="{144A11F9-5BB9-40A3-A970-33EF68ACAA95}" dt="2026-05-28T11:14:54.818" v="51"/>
        <pc:sldMkLst>
          <pc:docMk/>
          <pc:sldMk cId="3227323544" sldId="267"/>
        </pc:sldMkLst>
        <pc:spChg chg="add">
          <ac:chgData name="Akriti Mehta" userId="0c901562-3821-4879-abc2-7521cf2ab412" providerId="ADAL" clId="{144A11F9-5BB9-40A3-A970-33EF68ACAA95}" dt="2026-05-28T11:14:54.818" v="51"/>
          <ac:spMkLst>
            <pc:docMk/>
            <pc:sldMk cId="3227323544" sldId="267"/>
            <ac:spMk id="6" creationId="{399AC51A-4495-1204-B1F8-1622503AFBC5}"/>
          </ac:spMkLst>
        </pc:spChg>
        <pc:graphicFrameChg chg="add mod">
          <ac:chgData name="Akriti Mehta" userId="0c901562-3821-4879-abc2-7521cf2ab412" providerId="ADAL" clId="{144A11F9-5BB9-40A3-A970-33EF68ACAA95}" dt="2026-05-28T11:14:54.818" v="51"/>
          <ac:graphicFrameMkLst>
            <pc:docMk/>
            <pc:sldMk cId="3227323544" sldId="267"/>
            <ac:graphicFrameMk id="4" creationId="{36DD0982-B239-75C8-A350-91CF94039F7A}"/>
          </ac:graphicFrameMkLst>
        </pc:graphicFrameChg>
      </pc:sldChg>
      <pc:sldChg chg="addSp modSp">
        <pc:chgData name="Akriti Mehta" userId="0c901562-3821-4879-abc2-7521cf2ab412" providerId="ADAL" clId="{144A11F9-5BB9-40A3-A970-33EF68ACAA95}" dt="2026-05-28T11:07:54.928" v="44"/>
        <pc:sldMkLst>
          <pc:docMk/>
          <pc:sldMk cId="3581040406" sldId="267"/>
        </pc:sldMkLst>
        <pc:spChg chg="add">
          <ac:chgData name="Akriti Mehta" userId="0c901562-3821-4879-abc2-7521cf2ab412" providerId="ADAL" clId="{144A11F9-5BB9-40A3-A970-33EF68ACAA95}" dt="2026-05-28T11:07:54.928" v="44"/>
          <ac:spMkLst>
            <pc:docMk/>
            <pc:sldMk cId="3581040406" sldId="267"/>
            <ac:spMk id="6" creationId="{6A775182-452E-3FCD-A221-32DDAD139DE5}"/>
          </ac:spMkLst>
        </pc:spChg>
        <pc:graphicFrameChg chg="add mod">
          <ac:chgData name="Akriti Mehta" userId="0c901562-3821-4879-abc2-7521cf2ab412" providerId="ADAL" clId="{144A11F9-5BB9-40A3-A970-33EF68ACAA95}" dt="2026-05-28T11:07:54.928" v="44"/>
          <ac:graphicFrameMkLst>
            <pc:docMk/>
            <pc:sldMk cId="3581040406" sldId="267"/>
            <ac:graphicFrameMk id="4" creationId="{D9BFD01C-AA05-7E51-68BD-6020C96DA516}"/>
          </ac:graphicFrameMkLst>
        </pc:graphicFrameChg>
      </pc:sldChg>
      <pc:sldChg chg="addSp modSp">
        <pc:chgData name="Akriti Mehta" userId="0c901562-3821-4879-abc2-7521cf2ab412" providerId="ADAL" clId="{144A11F9-5BB9-40A3-A970-33EF68ACAA95}" dt="2026-05-28T11:15:12.283" v="52"/>
        <pc:sldMkLst>
          <pc:docMk/>
          <pc:sldMk cId="759096969" sldId="268"/>
        </pc:sldMkLst>
        <pc:spChg chg="add">
          <ac:chgData name="Akriti Mehta" userId="0c901562-3821-4879-abc2-7521cf2ab412" providerId="ADAL" clId="{144A11F9-5BB9-40A3-A970-33EF68ACAA95}" dt="2026-05-28T11:15:12.283" v="52"/>
          <ac:spMkLst>
            <pc:docMk/>
            <pc:sldMk cId="759096969" sldId="268"/>
            <ac:spMk id="7" creationId="{C3024407-03A1-3487-CE42-AB1AC709901F}"/>
          </ac:spMkLst>
        </pc:spChg>
        <pc:graphicFrameChg chg="add mod">
          <ac:chgData name="Akriti Mehta" userId="0c901562-3821-4879-abc2-7521cf2ab412" providerId="ADAL" clId="{144A11F9-5BB9-40A3-A970-33EF68ACAA95}" dt="2026-05-28T11:15:12.283" v="52"/>
          <ac:graphicFrameMkLst>
            <pc:docMk/>
            <pc:sldMk cId="759096969" sldId="268"/>
            <ac:graphicFrameMk id="4" creationId="{A0163F02-61E4-6A32-DADE-8739286F0B64}"/>
          </ac:graphicFrameMkLst>
        </pc:graphicFrameChg>
        <pc:graphicFrameChg chg="add mod">
          <ac:chgData name="Akriti Mehta" userId="0c901562-3821-4879-abc2-7521cf2ab412" providerId="ADAL" clId="{144A11F9-5BB9-40A3-A970-33EF68ACAA95}" dt="2026-05-28T11:15:12.283" v="52"/>
          <ac:graphicFrameMkLst>
            <pc:docMk/>
            <pc:sldMk cId="759096969" sldId="268"/>
            <ac:graphicFrameMk id="5" creationId="{28D4C89F-1C63-DE03-15E3-0CCFC6A189B8}"/>
          </ac:graphicFrameMkLst>
        </pc:graphicFrameChg>
      </pc:sldChg>
      <pc:sldChg chg="addSp modSp">
        <pc:chgData name="Akriti Mehta" userId="0c901562-3821-4879-abc2-7521cf2ab412" providerId="ADAL" clId="{144A11F9-5BB9-40A3-A970-33EF68ACAA95}" dt="2026-05-28T11:08:28.833" v="45"/>
        <pc:sldMkLst>
          <pc:docMk/>
          <pc:sldMk cId="1649963609" sldId="268"/>
        </pc:sldMkLst>
        <pc:spChg chg="add">
          <ac:chgData name="Akriti Mehta" userId="0c901562-3821-4879-abc2-7521cf2ab412" providerId="ADAL" clId="{144A11F9-5BB9-40A3-A970-33EF68ACAA95}" dt="2026-05-28T11:08:28.833" v="45"/>
          <ac:spMkLst>
            <pc:docMk/>
            <pc:sldMk cId="1649963609" sldId="268"/>
            <ac:spMk id="8" creationId="{D828A74C-5B87-EDF4-7F7D-52EBD72F7183}"/>
          </ac:spMkLst>
        </pc:spChg>
        <pc:graphicFrameChg chg="add mod">
          <ac:chgData name="Akriti Mehta" userId="0c901562-3821-4879-abc2-7521cf2ab412" providerId="ADAL" clId="{144A11F9-5BB9-40A3-A970-33EF68ACAA95}" dt="2026-05-28T11:08:28.833" v="45"/>
          <ac:graphicFrameMkLst>
            <pc:docMk/>
            <pc:sldMk cId="1649963609" sldId="268"/>
            <ac:graphicFrameMk id="4" creationId="{976D6B77-8AF4-AC9F-B0F8-22021AA5B6F0}"/>
          </ac:graphicFrameMkLst>
        </pc:graphicFrameChg>
        <pc:graphicFrameChg chg="add mod">
          <ac:chgData name="Akriti Mehta" userId="0c901562-3821-4879-abc2-7521cf2ab412" providerId="ADAL" clId="{144A11F9-5BB9-40A3-A970-33EF68ACAA95}" dt="2026-05-28T11:08:28.833" v="45"/>
          <ac:graphicFrameMkLst>
            <pc:docMk/>
            <pc:sldMk cId="1649963609" sldId="268"/>
            <ac:graphicFrameMk id="5" creationId="{47C619DE-A788-4734-2641-A7960BEF0E4A}"/>
          </ac:graphicFrameMkLst>
        </pc:graphicFrameChg>
        <pc:graphicFrameChg chg="add mod">
          <ac:chgData name="Akriti Mehta" userId="0c901562-3821-4879-abc2-7521cf2ab412" providerId="ADAL" clId="{144A11F9-5BB9-40A3-A970-33EF68ACAA95}" dt="2026-05-28T11:08:28.833" v="45"/>
          <ac:graphicFrameMkLst>
            <pc:docMk/>
            <pc:sldMk cId="1649963609" sldId="268"/>
            <ac:graphicFrameMk id="6" creationId="{71D184C1-D705-3314-1C6C-C40A0781694E}"/>
          </ac:graphicFrameMkLst>
        </pc:graphicFrameChg>
      </pc:sldChg>
      <pc:sldChg chg="add">
        <pc:chgData name="Akriti Mehta" userId="0c901562-3821-4879-abc2-7521cf2ab412" providerId="ADAL" clId="{144A11F9-5BB9-40A3-A970-33EF68ACAA95}" dt="2026-05-28T11:31:32.619" v="53"/>
        <pc:sldMkLst>
          <pc:docMk/>
          <pc:sldMk cId="447410189" sldId="269"/>
        </pc:sldMkLst>
      </pc:sldChg>
      <pc:sldChg chg="modSp add del ord modTransition">
        <pc:chgData name="Akriti Mehta" userId="0c901562-3821-4879-abc2-7521cf2ab412" providerId="ADAL" clId="{144A11F9-5BB9-40A3-A970-33EF68ACAA95}" dt="2026-05-28T11:08:54.389" v="47"/>
        <pc:sldMkLst>
          <pc:docMk/>
          <pc:sldMk cId="3839206378" sldId="270"/>
        </pc:sldMkLst>
        <pc:spChg chg="mod">
          <ac:chgData name="Akriti Mehta" userId="0c901562-3821-4879-abc2-7521cf2ab412" providerId="ADAL" clId="{144A11F9-5BB9-40A3-A970-33EF68ACAA95}" dt="2026-05-28T10:10:20.672" v="4"/>
          <ac:spMkLst>
            <pc:docMk/>
            <pc:sldMk cId="3839206378" sldId="270"/>
            <ac:spMk id="2" creationId="{D0824D58-FFDD-0020-506D-9F95FEA85C08}"/>
          </ac:spMkLst>
        </pc:spChg>
      </pc:sldChg>
      <pc:sldChg chg="add del">
        <pc:chgData name="Akriti Mehta" userId="0c901562-3821-4879-abc2-7521cf2ab412" providerId="ADAL" clId="{144A11F9-5BB9-40A3-A970-33EF68ACAA95}" dt="2026-05-28T10:10:20.750" v="5"/>
        <pc:sldMkLst>
          <pc:docMk/>
          <pc:sldMk cId="2727770330" sldId="335"/>
        </pc:sldMkLst>
      </pc:sldChg>
      <pc:sldChg chg="addSp delSp modSp">
        <pc:chgData name="Akriti Mehta" userId="0c901562-3821-4879-abc2-7521cf2ab412" providerId="ADAL" clId="{144A11F9-5BB9-40A3-A970-33EF68ACAA95}" dt="2026-05-28T10:16:29.019" v="15"/>
        <pc:sldMkLst>
          <pc:docMk/>
          <pc:sldMk cId="3382956385" sldId="2147469891"/>
        </pc:sldMkLst>
        <pc:spChg chg="mod">
          <ac:chgData name="Akriti Mehta" userId="0c901562-3821-4879-abc2-7521cf2ab412" providerId="ADAL" clId="{144A11F9-5BB9-40A3-A970-33EF68ACAA95}" dt="2026-05-28T10:15:11.644" v="10"/>
          <ac:spMkLst>
            <pc:docMk/>
            <pc:sldMk cId="3382956385" sldId="2147469891"/>
            <ac:spMk id="7" creationId="{6BB1BF37-FA21-FFB9-6FE8-31D1E8745F9B}"/>
          </ac:spMkLst>
        </pc:spChg>
        <pc:spChg chg="mod">
          <ac:chgData name="Akriti Mehta" userId="0c901562-3821-4879-abc2-7521cf2ab412" providerId="ADAL" clId="{144A11F9-5BB9-40A3-A970-33EF68ACAA95}" dt="2026-05-28T10:15:11.644" v="10"/>
          <ac:spMkLst>
            <pc:docMk/>
            <pc:sldMk cId="3382956385" sldId="2147469891"/>
            <ac:spMk id="10" creationId="{1D7D56A8-D007-EC4A-4559-2F8ADC03C507}"/>
          </ac:spMkLst>
        </pc:spChg>
        <pc:spChg chg="mod">
          <ac:chgData name="Akriti Mehta" userId="0c901562-3821-4879-abc2-7521cf2ab412" providerId="ADAL" clId="{144A11F9-5BB9-40A3-A970-33EF68ACAA95}" dt="2026-05-28T10:15:11.644" v="10"/>
          <ac:spMkLst>
            <pc:docMk/>
            <pc:sldMk cId="3382956385" sldId="2147469891"/>
            <ac:spMk id="11" creationId="{DA17F298-D223-F186-B9BE-A5EBAC617463}"/>
          </ac:spMkLst>
        </pc:spChg>
        <pc:spChg chg="mod">
          <ac:chgData name="Akriti Mehta" userId="0c901562-3821-4879-abc2-7521cf2ab412" providerId="ADAL" clId="{144A11F9-5BB9-40A3-A970-33EF68ACAA95}" dt="2026-05-28T10:15:11.644" v="10"/>
          <ac:spMkLst>
            <pc:docMk/>
            <pc:sldMk cId="3382956385" sldId="2147469891"/>
            <ac:spMk id="13" creationId="{0FBC22B4-6661-1F4B-1828-9FD1E1F47603}"/>
          </ac:spMkLst>
        </pc:spChg>
        <pc:spChg chg="mod">
          <ac:chgData name="Akriti Mehta" userId="0c901562-3821-4879-abc2-7521cf2ab412" providerId="ADAL" clId="{144A11F9-5BB9-40A3-A970-33EF68ACAA95}" dt="2026-05-28T10:15:11.644" v="10"/>
          <ac:spMkLst>
            <pc:docMk/>
            <pc:sldMk cId="3382956385" sldId="2147469891"/>
            <ac:spMk id="15" creationId="{BD1B09BD-34F9-7077-970F-ECF7266FD66B}"/>
          </ac:spMkLst>
        </pc:spChg>
        <pc:spChg chg="mod">
          <ac:chgData name="Akriti Mehta" userId="0c901562-3821-4879-abc2-7521cf2ab412" providerId="ADAL" clId="{144A11F9-5BB9-40A3-A970-33EF68ACAA95}" dt="2026-05-28T10:15:11.644" v="10"/>
          <ac:spMkLst>
            <pc:docMk/>
            <pc:sldMk cId="3382956385" sldId="2147469891"/>
            <ac:spMk id="17" creationId="{4A977F5C-8CB5-9148-FC47-C911C9849E30}"/>
          </ac:spMkLst>
        </pc:spChg>
        <pc:spChg chg="mod">
          <ac:chgData name="Akriti Mehta" userId="0c901562-3821-4879-abc2-7521cf2ab412" providerId="ADAL" clId="{144A11F9-5BB9-40A3-A970-33EF68ACAA95}" dt="2026-05-28T10:15:11.644" v="10"/>
          <ac:spMkLst>
            <pc:docMk/>
            <pc:sldMk cId="3382956385" sldId="2147469891"/>
            <ac:spMk id="20" creationId="{7D8B2C83-BBE5-3140-C49F-E0B0A9612569}"/>
          </ac:spMkLst>
        </pc:spChg>
        <pc:spChg chg="mod">
          <ac:chgData name="Akriti Mehta" userId="0c901562-3821-4879-abc2-7521cf2ab412" providerId="ADAL" clId="{144A11F9-5BB9-40A3-A970-33EF68ACAA95}" dt="2026-05-28T10:15:11.644" v="10"/>
          <ac:spMkLst>
            <pc:docMk/>
            <pc:sldMk cId="3382956385" sldId="2147469891"/>
            <ac:spMk id="25" creationId="{78320802-5865-1BC3-3FB2-96110FC0035F}"/>
          </ac:spMkLst>
        </pc:spChg>
        <pc:spChg chg="mod">
          <ac:chgData name="Akriti Mehta" userId="0c901562-3821-4879-abc2-7521cf2ab412" providerId="ADAL" clId="{144A11F9-5BB9-40A3-A970-33EF68ACAA95}" dt="2026-05-28T10:15:11.644" v="10"/>
          <ac:spMkLst>
            <pc:docMk/>
            <pc:sldMk cId="3382956385" sldId="2147469891"/>
            <ac:spMk id="28" creationId="{9DE6866A-2966-057E-AD7B-F5487B961FD9}"/>
          </ac:spMkLst>
        </pc:spChg>
        <pc:spChg chg="mod">
          <ac:chgData name="Akriti Mehta" userId="0c901562-3821-4879-abc2-7521cf2ab412" providerId="ADAL" clId="{144A11F9-5BB9-40A3-A970-33EF68ACAA95}" dt="2026-05-28T10:15:11.644" v="10"/>
          <ac:spMkLst>
            <pc:docMk/>
            <pc:sldMk cId="3382956385" sldId="2147469891"/>
            <ac:spMk id="29" creationId="{45CE27DF-D8AE-F2F1-03F3-23F82B39FC46}"/>
          </ac:spMkLst>
        </pc:spChg>
        <pc:grpChg chg="del">
          <ac:chgData name="Akriti Mehta" userId="0c901562-3821-4879-abc2-7521cf2ab412" providerId="ADAL" clId="{144A11F9-5BB9-40A3-A970-33EF68ACAA95}" dt="2026-05-28T10:14:45.076" v="9" actId="478"/>
          <ac:grpSpMkLst>
            <pc:docMk/>
            <pc:sldMk cId="3382956385" sldId="2147469891"/>
            <ac:grpSpMk id="93" creationId="{9B5E2C7F-E62D-4325-8450-D4AC5A496574}"/>
          </ac:grpSpMkLst>
        </pc:grpChg>
        <pc:grpChg chg="del">
          <ac:chgData name="Akriti Mehta" userId="0c901562-3821-4879-abc2-7521cf2ab412" providerId="ADAL" clId="{144A11F9-5BB9-40A3-A970-33EF68ACAA95}" dt="2026-05-28T10:14:45.076" v="9" actId="478"/>
          <ac:grpSpMkLst>
            <pc:docMk/>
            <pc:sldMk cId="3382956385" sldId="2147469891"/>
            <ac:grpSpMk id="137" creationId="{FD451CEF-F41A-4F9B-8917-F09131BC2D25}"/>
          </ac:grpSpMkLst>
        </pc:grpChg>
        <pc:grpChg chg="del">
          <ac:chgData name="Akriti Mehta" userId="0c901562-3821-4879-abc2-7521cf2ab412" providerId="ADAL" clId="{144A11F9-5BB9-40A3-A970-33EF68ACAA95}" dt="2026-05-28T10:14:45.076" v="9" actId="478"/>
          <ac:grpSpMkLst>
            <pc:docMk/>
            <pc:sldMk cId="3382956385" sldId="2147469891"/>
            <ac:grpSpMk id="162" creationId="{694C3DC3-1C65-49D0-9C84-E2A0951EDFD9}"/>
          </ac:grpSpMkLst>
        </pc:grpChg>
        <pc:grpChg chg="del">
          <ac:chgData name="Akriti Mehta" userId="0c901562-3821-4879-abc2-7521cf2ab412" providerId="ADAL" clId="{144A11F9-5BB9-40A3-A970-33EF68ACAA95}" dt="2026-05-28T10:14:45.076" v="9" actId="478"/>
          <ac:grpSpMkLst>
            <pc:docMk/>
            <pc:sldMk cId="3382956385" sldId="2147469891"/>
            <ac:grpSpMk id="179" creationId="{5DD77671-6B58-4A7A-B1A8-50608DBE5A97}"/>
          </ac:grpSpMkLst>
        </pc:grpChg>
        <pc:graphicFrameChg chg="mod">
          <ac:chgData name="Akriti Mehta" userId="0c901562-3821-4879-abc2-7521cf2ab412" providerId="ADAL" clId="{144A11F9-5BB9-40A3-A970-33EF68ACAA95}" dt="2026-05-28T10:16:29.019" v="15"/>
          <ac:graphicFrameMkLst>
            <pc:docMk/>
            <pc:sldMk cId="3382956385" sldId="2147469891"/>
            <ac:graphicFrameMk id="3" creationId="{E36B2D91-29F6-7DF3-8533-A13344765C33}"/>
          </ac:graphicFrameMkLst>
        </pc:graphicFrameChg>
        <pc:graphicFrameChg chg="del mod">
          <ac:chgData name="Akriti Mehta" userId="0c901562-3821-4879-abc2-7521cf2ab412" providerId="ADAL" clId="{144A11F9-5BB9-40A3-A970-33EF68ACAA95}" dt="2026-05-28T10:14:45.076" v="9" actId="478"/>
          <ac:graphicFrameMkLst>
            <pc:docMk/>
            <pc:sldMk cId="3382956385" sldId="2147469891"/>
            <ac:graphicFrameMk id="36" creationId="{A876FFF7-C14C-4854-8E53-73DE49A05632}"/>
          </ac:graphicFrameMkLst>
        </pc:graphicFrameChg>
        <pc:cxnChg chg="del">
          <ac:chgData name="Akriti Mehta" userId="0c901562-3821-4879-abc2-7521cf2ab412" providerId="ADAL" clId="{144A11F9-5BB9-40A3-A970-33EF68ACAA95}" dt="2026-05-28T10:14:45.076" v="9" actId="478"/>
          <ac:cxnSpMkLst>
            <pc:docMk/>
            <pc:sldMk cId="3382956385" sldId="2147469891"/>
            <ac:cxnSpMk id="122" creationId="{9E81B769-866F-46F2-A155-83EED7C480D9}"/>
          </ac:cxnSpMkLst>
        </pc:cxnChg>
        <pc:cxnChg chg="del">
          <ac:chgData name="Akriti Mehta" userId="0c901562-3821-4879-abc2-7521cf2ab412" providerId="ADAL" clId="{144A11F9-5BB9-40A3-A970-33EF68ACAA95}" dt="2026-05-28T10:14:45.076" v="9" actId="478"/>
          <ac:cxnSpMkLst>
            <pc:docMk/>
            <pc:sldMk cId="3382956385" sldId="2147469891"/>
            <ac:cxnSpMk id="151" creationId="{CAEE90B4-8034-4523-9126-9FBA4E3DD8CE}"/>
          </ac:cxnSpMkLst>
        </pc:cxnChg>
        <pc:cxnChg chg="del">
          <ac:chgData name="Akriti Mehta" userId="0c901562-3821-4879-abc2-7521cf2ab412" providerId="ADAL" clId="{144A11F9-5BB9-40A3-A970-33EF68ACAA95}" dt="2026-05-28T10:14:45.076" v="9" actId="478"/>
          <ac:cxnSpMkLst>
            <pc:docMk/>
            <pc:sldMk cId="3382956385" sldId="2147469891"/>
            <ac:cxnSpMk id="172" creationId="{1486705D-0AB2-4E11-B0C4-43077B6D6E6C}"/>
          </ac:cxnSpMkLst>
        </pc:cxnChg>
      </pc:sldChg>
      <pc:sldChg chg="modSp">
        <pc:chgData name="Akriti Mehta" userId="0c901562-3821-4879-abc2-7521cf2ab412" providerId="ADAL" clId="{144A11F9-5BB9-40A3-A970-33EF68ACAA95}" dt="2026-05-28T11:04:41.688" v="41"/>
        <pc:sldMkLst>
          <pc:docMk/>
          <pc:sldMk cId="778896603" sldId="2147483636"/>
        </pc:sldMkLst>
        <pc:spChg chg="mod">
          <ac:chgData name="Akriti Mehta" userId="0c901562-3821-4879-abc2-7521cf2ab412" providerId="ADAL" clId="{144A11F9-5BB9-40A3-A970-33EF68ACAA95}" dt="2026-05-28T11:04:41.688" v="41"/>
          <ac:spMkLst>
            <pc:docMk/>
            <pc:sldMk cId="778896603" sldId="2147483636"/>
            <ac:spMk id="3" creationId="{C6D95FDF-6AB8-D50F-57B5-016BD040E8F5}"/>
          </ac:spMkLst>
        </pc:spChg>
      </pc:sldChg>
      <pc:sldChg chg="addSp delSp modSp">
        <pc:chgData name="Akriti Mehta" userId="0c901562-3821-4879-abc2-7521cf2ab412" providerId="ADAL" clId="{144A11F9-5BB9-40A3-A970-33EF68ACAA95}" dt="2026-05-28T10:45:49.149" v="22"/>
        <pc:sldMkLst>
          <pc:docMk/>
          <pc:sldMk cId="556128037" sldId="2147483637"/>
        </pc:sldMkLst>
        <pc:spChg chg="add">
          <ac:chgData name="Akriti Mehta" userId="0c901562-3821-4879-abc2-7521cf2ab412" providerId="ADAL" clId="{144A11F9-5BB9-40A3-A970-33EF68ACAA95}" dt="2026-05-28T10:44:42.681" v="20"/>
          <ac:spMkLst>
            <pc:docMk/>
            <pc:sldMk cId="556128037" sldId="2147483637"/>
            <ac:spMk id="8" creationId="{A507131A-72AA-4240-5F99-56C4AEAB922A}"/>
          </ac:spMkLst>
        </pc:spChg>
        <pc:spChg chg="add">
          <ac:chgData name="Akriti Mehta" userId="0c901562-3821-4879-abc2-7521cf2ab412" providerId="ADAL" clId="{144A11F9-5BB9-40A3-A970-33EF68ACAA95}" dt="2026-05-28T10:45:06.904" v="21"/>
          <ac:spMkLst>
            <pc:docMk/>
            <pc:sldMk cId="556128037" sldId="2147483637"/>
            <ac:spMk id="11" creationId="{D391B05A-04E9-9FF6-6BA1-2FEBFE5D32C8}"/>
          </ac:spMkLst>
        </pc:spChg>
        <pc:spChg chg="del">
          <ac:chgData name="Akriti Mehta" userId="0c901562-3821-4879-abc2-7521cf2ab412" providerId="ADAL" clId="{144A11F9-5BB9-40A3-A970-33EF68ACAA95}" dt="2026-05-28T10:45:49.149" v="22"/>
          <ac:spMkLst>
            <pc:docMk/>
            <pc:sldMk cId="556128037" sldId="2147483637"/>
            <ac:spMk id="13" creationId="{B78415E2-5EC3-DFFD-12F4-781D91DB7507}"/>
          </ac:spMkLst>
        </pc:spChg>
        <pc:spChg chg="add">
          <ac:chgData name="Akriti Mehta" userId="0c901562-3821-4879-abc2-7521cf2ab412" providerId="ADAL" clId="{144A11F9-5BB9-40A3-A970-33EF68ACAA95}" dt="2026-05-28T10:45:49.149" v="22"/>
          <ac:spMkLst>
            <pc:docMk/>
            <pc:sldMk cId="556128037" sldId="2147483637"/>
            <ac:spMk id="16" creationId="{02018EA3-284D-1ABA-4AD3-5B233B95B567}"/>
          </ac:spMkLst>
        </pc:spChg>
        <pc:graphicFrameChg chg="add mod">
          <ac:chgData name="Akriti Mehta" userId="0c901562-3821-4879-abc2-7521cf2ab412" providerId="ADAL" clId="{144A11F9-5BB9-40A3-A970-33EF68ACAA95}" dt="2026-05-28T10:44:42.681" v="20"/>
          <ac:graphicFrameMkLst>
            <pc:docMk/>
            <pc:sldMk cId="556128037" sldId="2147483637"/>
            <ac:graphicFrameMk id="6" creationId="{1C4A37B7-F3D1-B4A5-56B5-736CA7C8296C}"/>
          </ac:graphicFrameMkLst>
        </pc:graphicFrameChg>
        <pc:graphicFrameChg chg="add mod">
          <ac:chgData name="Akriti Mehta" userId="0c901562-3821-4879-abc2-7521cf2ab412" providerId="ADAL" clId="{144A11F9-5BB9-40A3-A970-33EF68ACAA95}" dt="2026-05-28T10:45:06.904" v="21"/>
          <ac:graphicFrameMkLst>
            <pc:docMk/>
            <pc:sldMk cId="556128037" sldId="2147483637"/>
            <ac:graphicFrameMk id="9" creationId="{00A79EA6-7FE7-EA24-9C40-17A5BF0E2562}"/>
          </ac:graphicFrameMkLst>
        </pc:graphicFrameChg>
        <pc:graphicFrameChg chg="add mod">
          <ac:chgData name="Akriti Mehta" userId="0c901562-3821-4879-abc2-7521cf2ab412" providerId="ADAL" clId="{144A11F9-5BB9-40A3-A970-33EF68ACAA95}" dt="2026-05-28T10:45:49.149" v="22"/>
          <ac:graphicFrameMkLst>
            <pc:docMk/>
            <pc:sldMk cId="556128037" sldId="2147483637"/>
            <ac:graphicFrameMk id="14" creationId="{9C5A6611-9970-7DD4-3CEF-0145E5E6ECC1}"/>
          </ac:graphicFrameMkLst>
        </pc:graphicFrameChg>
      </pc:sldChg>
      <pc:sldChg chg="addSp modSp">
        <pc:chgData name="Akriti Mehta" userId="0c901562-3821-4879-abc2-7521cf2ab412" providerId="ADAL" clId="{144A11F9-5BB9-40A3-A970-33EF68ACAA95}" dt="2026-05-28T10:43:05.907" v="19"/>
        <pc:sldMkLst>
          <pc:docMk/>
          <pc:sldMk cId="2409190834" sldId="2147483637"/>
        </pc:sldMkLst>
        <pc:spChg chg="add">
          <ac:chgData name="Akriti Mehta" userId="0c901562-3821-4879-abc2-7521cf2ab412" providerId="ADAL" clId="{144A11F9-5BB9-40A3-A970-33EF68ACAA95}" dt="2026-05-28T10:42:57.273" v="18"/>
          <ac:spMkLst>
            <pc:docMk/>
            <pc:sldMk cId="2409190834" sldId="2147483637"/>
            <ac:spMk id="6" creationId="{38F12142-E75F-F207-A74D-32439691AEEF}"/>
          </ac:spMkLst>
        </pc:spChg>
        <pc:spChg chg="add">
          <ac:chgData name="Akriti Mehta" userId="0c901562-3821-4879-abc2-7521cf2ab412" providerId="ADAL" clId="{144A11F9-5BB9-40A3-A970-33EF68ACAA95}" dt="2026-05-28T10:43:05.907" v="19"/>
          <ac:spMkLst>
            <pc:docMk/>
            <pc:sldMk cId="2409190834" sldId="2147483637"/>
            <ac:spMk id="9" creationId="{2B42B5F3-5840-A289-9E45-21D7F3B9248D}"/>
          </ac:spMkLst>
        </pc:spChg>
        <pc:graphicFrameChg chg="add mod">
          <ac:chgData name="Akriti Mehta" userId="0c901562-3821-4879-abc2-7521cf2ab412" providerId="ADAL" clId="{144A11F9-5BB9-40A3-A970-33EF68ACAA95}" dt="2026-05-28T10:42:57.273" v="18"/>
          <ac:graphicFrameMkLst>
            <pc:docMk/>
            <pc:sldMk cId="2409190834" sldId="2147483637"/>
            <ac:graphicFrameMk id="4" creationId="{4222B03F-A7DF-9348-53C8-9DA8E92E0F84}"/>
          </ac:graphicFrameMkLst>
        </pc:graphicFrameChg>
        <pc:graphicFrameChg chg="add mod">
          <ac:chgData name="Akriti Mehta" userId="0c901562-3821-4879-abc2-7521cf2ab412" providerId="ADAL" clId="{144A11F9-5BB9-40A3-A970-33EF68ACAA95}" dt="2026-05-28T10:43:05.907" v="19"/>
          <ac:graphicFrameMkLst>
            <pc:docMk/>
            <pc:sldMk cId="2409190834" sldId="2147483637"/>
            <ac:graphicFrameMk id="7" creationId="{8DCD4875-E9D5-2F42-8D83-03FDEB4D9715}"/>
          </ac:graphicFrameMkLst>
        </pc:graphicFrameChg>
      </pc:sldChg>
      <pc:sldChg chg="add del setBg">
        <pc:chgData name="Akriti Mehta" userId="0c901562-3821-4879-abc2-7521cf2ab412" providerId="ADAL" clId="{144A11F9-5BB9-40A3-A970-33EF68ACAA95}" dt="2026-05-28T10:47:28.190" v="24"/>
        <pc:sldMkLst>
          <pc:docMk/>
          <pc:sldMk cId="3000754747" sldId="2147483638"/>
        </pc:sldMkLst>
      </pc:sldChg>
      <pc:sldChg chg="modSp add">
        <pc:chgData name="Akriti Mehta" userId="0c901562-3821-4879-abc2-7521cf2ab412" providerId="ADAL" clId="{144A11F9-5BB9-40A3-A970-33EF68ACAA95}" dt="2026-05-28T10:47:48.968" v="28"/>
        <pc:sldMkLst>
          <pc:docMk/>
          <pc:sldMk cId="3599163384" sldId="2147483638"/>
        </pc:sldMkLst>
        <pc:spChg chg="mod">
          <ac:chgData name="Akriti Mehta" userId="0c901562-3821-4879-abc2-7521cf2ab412" providerId="ADAL" clId="{144A11F9-5BB9-40A3-A970-33EF68ACAA95}" dt="2026-05-28T10:47:48.968" v="28"/>
          <ac:spMkLst>
            <pc:docMk/>
            <pc:sldMk cId="3599163384" sldId="2147483638"/>
            <ac:spMk id="3" creationId="{6183F436-7403-D93F-69DB-FE87B12ABD67}"/>
          </ac:spMkLst>
        </pc:spChg>
      </pc:sldChg>
      <pc:sldChg chg="addSp modSp add">
        <pc:chgData name="Akriti Mehta" userId="0c901562-3821-4879-abc2-7521cf2ab412" providerId="ADAL" clId="{144A11F9-5BB9-40A3-A970-33EF68ACAA95}" dt="2026-05-28T11:32:37.796" v="58"/>
        <pc:sldMkLst>
          <pc:docMk/>
          <pc:sldMk cId="527065370" sldId="2147483639"/>
        </pc:sldMkLst>
        <pc:spChg chg="mod">
          <ac:chgData name="Akriti Mehta" userId="0c901562-3821-4879-abc2-7521cf2ab412" providerId="ADAL" clId="{144A11F9-5BB9-40A3-A970-33EF68ACAA95}" dt="2026-05-28T10:59:27.377" v="31"/>
          <ac:spMkLst>
            <pc:docMk/>
            <pc:sldMk cId="527065370" sldId="2147483639"/>
            <ac:spMk id="3" creationId="{C45CD919-AE6E-1D26-E288-29265886A7B0}"/>
          </ac:spMkLst>
        </pc:spChg>
        <pc:spChg chg="add">
          <ac:chgData name="Akriti Mehta" userId="0c901562-3821-4879-abc2-7521cf2ab412" providerId="ADAL" clId="{144A11F9-5BB9-40A3-A970-33EF68ACAA95}" dt="2026-05-28T11:00:20.839" v="32"/>
          <ac:spMkLst>
            <pc:docMk/>
            <pc:sldMk cId="527065370" sldId="2147483639"/>
            <ac:spMk id="7" creationId="{D0F9873F-28FB-C997-B325-3D2143A4162D}"/>
          </ac:spMkLst>
        </pc:spChg>
        <pc:spChg chg="add">
          <ac:chgData name="Akriti Mehta" userId="0c901562-3821-4879-abc2-7521cf2ab412" providerId="ADAL" clId="{144A11F9-5BB9-40A3-A970-33EF68ACAA95}" dt="2026-05-28T11:00:45.288" v="33"/>
          <ac:spMkLst>
            <pc:docMk/>
            <pc:sldMk cId="527065370" sldId="2147483639"/>
            <ac:spMk id="11" creationId="{B6FD5273-3479-6A48-69AF-844EA84CBE37}"/>
          </ac:spMkLst>
        </pc:spChg>
        <pc:spChg chg="add mod">
          <ac:chgData name="Akriti Mehta" userId="0c901562-3821-4879-abc2-7521cf2ab412" providerId="ADAL" clId="{144A11F9-5BB9-40A3-A970-33EF68ACAA95}" dt="2026-05-28T11:32:37.796" v="58"/>
          <ac:spMkLst>
            <pc:docMk/>
            <pc:sldMk cId="527065370" sldId="2147483639"/>
            <ac:spMk id="12" creationId="{67AA2FE8-A0F5-523A-D13E-C6C2D2630B83}"/>
          </ac:spMkLst>
        </pc:spChg>
        <pc:spChg chg="add mod">
          <ac:chgData name="Akriti Mehta" userId="0c901562-3821-4879-abc2-7521cf2ab412" providerId="ADAL" clId="{144A11F9-5BB9-40A3-A970-33EF68ACAA95}" dt="2026-05-28T11:32:37.796" v="58"/>
          <ac:spMkLst>
            <pc:docMk/>
            <pc:sldMk cId="527065370" sldId="2147483639"/>
            <ac:spMk id="13" creationId="{9EF82A54-97D8-0A1F-D3A1-F6A4B4FB2DB8}"/>
          </ac:spMkLst>
        </pc:spChg>
        <pc:graphicFrameChg chg="add mod">
          <ac:chgData name="Akriti Mehta" userId="0c901562-3821-4879-abc2-7521cf2ab412" providerId="ADAL" clId="{144A11F9-5BB9-40A3-A970-33EF68ACAA95}" dt="2026-05-28T11:00:20.839" v="32"/>
          <ac:graphicFrameMkLst>
            <pc:docMk/>
            <pc:sldMk cId="527065370" sldId="2147483639"/>
            <ac:graphicFrameMk id="5" creationId="{0F042FA3-E4FA-D0D8-78DA-397211F1CA9E}"/>
          </ac:graphicFrameMkLst>
        </pc:graphicFrameChg>
        <pc:graphicFrameChg chg="add mod">
          <ac:chgData name="Akriti Mehta" userId="0c901562-3821-4879-abc2-7521cf2ab412" providerId="ADAL" clId="{144A11F9-5BB9-40A3-A970-33EF68ACAA95}" dt="2026-05-28T11:00:45.288" v="33"/>
          <ac:graphicFrameMkLst>
            <pc:docMk/>
            <pc:sldMk cId="527065370" sldId="2147483639"/>
            <ac:graphicFrameMk id="9" creationId="{B06DCADB-3B4E-ED52-2586-E0E598CA787D}"/>
          </ac:graphicFrameMkLst>
        </pc:graphicFrameChg>
        <pc:graphicFrameChg chg="add mod">
          <ac:chgData name="Akriti Mehta" userId="0c901562-3821-4879-abc2-7521cf2ab412" providerId="ADAL" clId="{144A11F9-5BB9-40A3-A970-33EF68ACAA95}" dt="2026-05-28T11:32:37.796" v="58"/>
          <ac:graphicFrameMkLst>
            <pc:docMk/>
            <pc:sldMk cId="527065370" sldId="2147483639"/>
            <ac:graphicFrameMk id="14" creationId="{04F96EF4-B590-212D-C6C8-7BAA98EBE9E9}"/>
          </ac:graphicFrameMkLst>
        </pc:graphicFrameChg>
      </pc:sldChg>
      <pc:sldChg chg="add del setBg">
        <pc:chgData name="Akriti Mehta" userId="0c901562-3821-4879-abc2-7521cf2ab412" providerId="ADAL" clId="{144A11F9-5BB9-40A3-A970-33EF68ACAA95}" dt="2026-05-28T10:47:38.724" v="27"/>
        <pc:sldMkLst>
          <pc:docMk/>
          <pc:sldMk cId="1973092031" sldId="2147483639"/>
        </pc:sldMkLst>
      </pc:sldChg>
      <pc:sldChg chg="addSp modSp ord">
        <pc:chgData name="Akriti Mehta" userId="0c901562-3821-4879-abc2-7521cf2ab412" providerId="ADAL" clId="{144A11F9-5BB9-40A3-A970-33EF68ACAA95}" dt="2026-05-28T11:35:47.362" v="60"/>
        <pc:sldMkLst>
          <pc:docMk/>
          <pc:sldMk cId="1000902225" sldId="2147483640"/>
        </pc:sldMkLst>
        <pc:spChg chg="add">
          <ac:chgData name="Akriti Mehta" userId="0c901562-3821-4879-abc2-7521cf2ab412" providerId="ADAL" clId="{144A11F9-5BB9-40A3-A970-33EF68ACAA95}" dt="2026-05-28T11:01:40.352" v="34"/>
          <ac:spMkLst>
            <pc:docMk/>
            <pc:sldMk cId="1000902225" sldId="2147483640"/>
            <ac:spMk id="6" creationId="{A22A5083-E839-B3FF-D222-4CB98A851DF5}"/>
          </ac:spMkLst>
        </pc:spChg>
        <pc:graphicFrameChg chg="add mod">
          <ac:chgData name="Akriti Mehta" userId="0c901562-3821-4879-abc2-7521cf2ab412" providerId="ADAL" clId="{144A11F9-5BB9-40A3-A970-33EF68ACAA95}" dt="2026-05-28T11:01:40.352" v="34"/>
          <ac:graphicFrameMkLst>
            <pc:docMk/>
            <pc:sldMk cId="1000902225" sldId="2147483640"/>
            <ac:graphicFrameMk id="4" creationId="{78FADAFA-2E2E-74DD-4303-6F37365FD5BA}"/>
          </ac:graphicFrameMkLst>
        </pc:graphicFrameChg>
      </pc:sldChg>
      <pc:sldChg chg="addSp modSp ord">
        <pc:chgData name="Akriti Mehta" userId="0c901562-3821-4879-abc2-7521cf2ab412" providerId="ADAL" clId="{144A11F9-5BB9-40A3-A970-33EF68ACAA95}" dt="2026-05-28T11:32:00.811" v="54"/>
        <pc:sldMkLst>
          <pc:docMk/>
          <pc:sldMk cId="133392592" sldId="2147483641"/>
        </pc:sldMkLst>
        <pc:spChg chg="add">
          <ac:chgData name="Akriti Mehta" userId="0c901562-3821-4879-abc2-7521cf2ab412" providerId="ADAL" clId="{144A11F9-5BB9-40A3-A970-33EF68ACAA95}" dt="2026-05-28T11:02:01.097" v="35"/>
          <ac:spMkLst>
            <pc:docMk/>
            <pc:sldMk cId="133392592" sldId="2147483641"/>
            <ac:spMk id="6" creationId="{CD55F719-9ACD-67F3-F43F-5944F78012BD}"/>
          </ac:spMkLst>
        </pc:spChg>
        <pc:graphicFrameChg chg="add mod">
          <ac:chgData name="Akriti Mehta" userId="0c901562-3821-4879-abc2-7521cf2ab412" providerId="ADAL" clId="{144A11F9-5BB9-40A3-A970-33EF68ACAA95}" dt="2026-05-28T11:02:01.097" v="35"/>
          <ac:graphicFrameMkLst>
            <pc:docMk/>
            <pc:sldMk cId="133392592" sldId="2147483641"/>
            <ac:graphicFrameMk id="4" creationId="{622C0B0F-10A3-6A09-5924-A99EA980FEF3}"/>
          </ac:graphicFrameMkLst>
        </pc:graphicFrameChg>
      </pc:sldChg>
      <pc:sldChg chg="modSp ord">
        <pc:chgData name="Akriti Mehta" userId="0c901562-3821-4879-abc2-7521cf2ab412" providerId="ADAL" clId="{144A11F9-5BB9-40A3-A970-33EF68ACAA95}" dt="2026-05-28T11:35:09.117" v="59"/>
        <pc:sldMkLst>
          <pc:docMk/>
          <pc:sldMk cId="1897889794" sldId="2147483642"/>
        </pc:sldMkLst>
        <pc:spChg chg="mod">
          <ac:chgData name="Akriti Mehta" userId="0c901562-3821-4879-abc2-7521cf2ab412" providerId="ADAL" clId="{144A11F9-5BB9-40A3-A970-33EF68ACAA95}" dt="2026-05-28T11:02:27.234" v="36"/>
          <ac:spMkLst>
            <pc:docMk/>
            <pc:sldMk cId="1897889794" sldId="2147483642"/>
            <ac:spMk id="3" creationId="{FF34270C-B95E-1865-A674-35D13E48C3CD}"/>
          </ac:spMkLst>
        </pc:spChg>
        <pc:spChg chg="mod">
          <ac:chgData name="Akriti Mehta" userId="0c901562-3821-4879-abc2-7521cf2ab412" providerId="ADAL" clId="{144A11F9-5BB9-40A3-A970-33EF68ACAA95}" dt="2026-05-28T11:35:09.117" v="59"/>
          <ac:spMkLst>
            <pc:docMk/>
            <pc:sldMk cId="1897889794" sldId="2147483642"/>
            <ac:spMk id="11" creationId="{C37A07C7-7A74-875D-5B2B-B3069CCAA347}"/>
          </ac:spMkLst>
        </pc:spChg>
      </pc:sldChg>
      <pc:sldChg chg="addSp delSp modSp">
        <pc:chgData name="Akriti Mehta" userId="0c901562-3821-4879-abc2-7521cf2ab412" providerId="ADAL" clId="{144A11F9-5BB9-40A3-A970-33EF68ACAA95}" dt="2026-05-28T11:02:44.072" v="37"/>
        <pc:sldMkLst>
          <pc:docMk/>
          <pc:sldMk cId="225433688" sldId="2147483643"/>
        </pc:sldMkLst>
        <pc:spChg chg="del">
          <ac:chgData name="Akriti Mehta" userId="0c901562-3821-4879-abc2-7521cf2ab412" providerId="ADAL" clId="{144A11F9-5BB9-40A3-A970-33EF68ACAA95}" dt="2026-05-28T11:02:44.072" v="37"/>
          <ac:spMkLst>
            <pc:docMk/>
            <pc:sldMk cId="225433688" sldId="2147483643"/>
            <ac:spMk id="3" creationId="{3508BD82-7044-5D11-25F5-2CCD9756D485}"/>
          </ac:spMkLst>
        </pc:spChg>
        <pc:spChg chg="add">
          <ac:chgData name="Akriti Mehta" userId="0c901562-3821-4879-abc2-7521cf2ab412" providerId="ADAL" clId="{144A11F9-5BB9-40A3-A970-33EF68ACAA95}" dt="2026-05-28T11:02:44.072" v="37"/>
          <ac:spMkLst>
            <pc:docMk/>
            <pc:sldMk cId="225433688" sldId="2147483643"/>
            <ac:spMk id="8" creationId="{32045E99-E895-CBFF-470F-359243C1DB58}"/>
          </ac:spMkLst>
        </pc:spChg>
        <pc:graphicFrameChg chg="add mod">
          <ac:chgData name="Akriti Mehta" userId="0c901562-3821-4879-abc2-7521cf2ab412" providerId="ADAL" clId="{144A11F9-5BB9-40A3-A970-33EF68ACAA95}" dt="2026-05-28T11:02:44.072" v="37"/>
          <ac:graphicFrameMkLst>
            <pc:docMk/>
            <pc:sldMk cId="225433688" sldId="2147483643"/>
            <ac:graphicFrameMk id="6" creationId="{547CDEF3-9B87-A911-841F-30C5F58D336E}"/>
          </ac:graphicFrameMkLst>
        </pc:graphicFrameChg>
      </pc:sldChg>
      <pc:sldChg chg="modSp add">
        <pc:chgData name="Akriti Mehta" userId="0c901562-3821-4879-abc2-7521cf2ab412" providerId="ADAL" clId="{144A11F9-5BB9-40A3-A970-33EF68ACAA95}" dt="2026-05-28T11:11:36.602" v="48"/>
        <pc:sldMkLst>
          <pc:docMk/>
          <pc:sldMk cId="868123358" sldId="2147483644"/>
        </pc:sldMkLst>
        <pc:spChg chg="mod">
          <ac:chgData name="Akriti Mehta" userId="0c901562-3821-4879-abc2-7521cf2ab412" providerId="ADAL" clId="{144A11F9-5BB9-40A3-A970-33EF68ACAA95}" dt="2026-05-28T11:11:36.602" v="48"/>
          <ac:spMkLst>
            <pc:docMk/>
            <pc:sldMk cId="868123358" sldId="2147483644"/>
            <ac:spMk id="3" creationId="{983C2F71-5555-8C29-446C-F869FB709098}"/>
          </ac:spMkLst>
        </pc:spChg>
      </pc:sldChg>
      <pc:sldChg chg="add del setBg">
        <pc:chgData name="Akriti Mehta" userId="0c901562-3821-4879-abc2-7521cf2ab412" providerId="ADAL" clId="{144A11F9-5BB9-40A3-A970-33EF68ACAA95}" dt="2026-05-28T11:03:01.941" v="39"/>
        <pc:sldMkLst>
          <pc:docMk/>
          <pc:sldMk cId="1421388606" sldId="214748364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F4A134-D1E1-48C7-8D52-300A0775AF83}" type="datetimeFigureOut">
              <a:rPr lang="en-US"/>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09229F-6F41-4CC3-A51C-EB832A3392C5}" type="slidenum">
              <a:rPr lang="en-US"/>
              <a:t>‹#›</a:t>
            </a:fld>
            <a:endParaRPr lang="en-US"/>
          </a:p>
        </p:txBody>
      </p:sp>
    </p:spTree>
    <p:extLst>
      <p:ext uri="{BB962C8B-B14F-4D97-AF65-F5344CB8AC3E}">
        <p14:creationId xmlns:p14="http://schemas.microsoft.com/office/powerpoint/2010/main" val="42238920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module provides 60 minutes of presentation on the distinct Observe and Operate practices. Use the LAB / DEMO slide to transition to either a 60-minute participant lab or a 20-minute instructor demonstration.</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outlines the terms and conditions for using these training materials. Please review the confidentiality requirements before proceeding.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module provides 60 minutes of presentation. It closes with a handoff to either a 60-minute participant lab or a 20-minute instructor demonstration. The final learning artifact is named on this slide.</a:t>
            </a:r>
          </a:p>
        </p:txBody>
      </p:sp>
      <p:sp>
        <p:nvSpPr>
          <p:cNvPr id="4" name="Slide Number Placeholder 3"/>
          <p:cNvSpPr>
            <a:spLocks noGrp="1"/>
          </p:cNvSpPr>
          <p:nvPr>
            <p:ph type="sldNum" sz="quarter" idx="5"/>
          </p:nvPr>
        </p:nvSpPr>
        <p:spPr/>
        <p:txBody>
          <a:bodyPr/>
          <a:lstStyle/>
          <a:p>
            <a:fld id="{1D09229F-6F41-4CC3-A51C-EB832A3392C5}" type="slidenum">
              <a:rPr lang="en-US" smtClean="0"/>
              <a:t>3</a:t>
            </a:fld>
            <a:endParaRPr lang="en-US"/>
          </a:p>
        </p:txBody>
      </p:sp>
    </p:spTree>
    <p:extLst>
      <p:ext uri="{BB962C8B-B14F-4D97-AF65-F5344CB8AC3E}">
        <p14:creationId xmlns:p14="http://schemas.microsoft.com/office/powerpoint/2010/main" val="3284679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AgentOps foundation section is intentionally included in every deck so each module can be delivered independently. When delivering multiple modules in sequence, use slides 4 through 11 as a brief recap or skip familiar slides based on participant needs.</a:t>
            </a:r>
          </a:p>
          <a:p>
            <a:endParaRPr lang="en-US"/>
          </a:p>
          <a:p>
            <a:r>
              <a:rPr lang="en-US"/>
              <a:t>Teams can build an agent prototype quickly, but production introduces quality, safety, monitoring, cost, ownership, and release-confidence requirements.</a:t>
            </a:r>
          </a:p>
        </p:txBody>
      </p:sp>
      <p:sp>
        <p:nvSpPr>
          <p:cNvPr id="4" name="Slide Number Placeholder 3"/>
          <p:cNvSpPr>
            <a:spLocks noGrp="1"/>
          </p:cNvSpPr>
          <p:nvPr>
            <p:ph type="sldNum" sz="quarter" idx="5"/>
          </p:nvPr>
        </p:nvSpPr>
        <p:spPr/>
        <p:txBody>
          <a:bodyPr/>
          <a:lstStyle/>
          <a:p>
            <a:fld id="{1D09229F-6F41-4CC3-A51C-EB832A3392C5}" type="slidenum">
              <a:rPr lang="en-US" smtClean="0"/>
              <a:t>4</a:t>
            </a:fld>
            <a:endParaRPr lang="en-US"/>
          </a:p>
        </p:txBody>
      </p:sp>
    </p:spTree>
    <p:extLst>
      <p:ext uri="{BB962C8B-B14F-4D97-AF65-F5344CB8AC3E}">
        <p14:creationId xmlns:p14="http://schemas.microsoft.com/office/powerpoint/2010/main" val="40035300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Agents add non-determinism, tool-calling risk, prompt regression, and changing user behavior. Production confidence comes from evidence, not from a successful demo.</a:t>
            </a:r>
          </a:p>
        </p:txBody>
      </p:sp>
      <p:sp>
        <p:nvSpPr>
          <p:cNvPr id="4" name="Slide Number Placeholder 3"/>
          <p:cNvSpPr>
            <a:spLocks noGrp="1"/>
          </p:cNvSpPr>
          <p:nvPr>
            <p:ph type="sldNum" sz="quarter" idx="5"/>
          </p:nvPr>
        </p:nvSpPr>
        <p:spPr/>
        <p:txBody>
          <a:bodyPr/>
          <a:lstStyle/>
          <a:p>
            <a:fld id="{1D09229F-6F41-4CC3-A51C-EB832A3392C5}" type="slidenum">
              <a:rPr lang="en-US" smtClean="0"/>
              <a:t>5</a:t>
            </a:fld>
            <a:endParaRPr lang="en-US"/>
          </a:p>
        </p:txBody>
      </p:sp>
    </p:spTree>
    <p:extLst>
      <p:ext uri="{BB962C8B-B14F-4D97-AF65-F5344CB8AC3E}">
        <p14:creationId xmlns:p14="http://schemas.microsoft.com/office/powerpoint/2010/main" val="6388273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Even a tool-using agent manages multiple versioned assets, evaluation targets, and operational dependencies. AgentOps must cover the full system, not only the model.</a:t>
            </a:r>
          </a:p>
        </p:txBody>
      </p:sp>
      <p:sp>
        <p:nvSpPr>
          <p:cNvPr id="4" name="Slide Number Placeholder 3"/>
          <p:cNvSpPr>
            <a:spLocks noGrp="1"/>
          </p:cNvSpPr>
          <p:nvPr>
            <p:ph type="sldNum" sz="quarter" idx="5"/>
          </p:nvPr>
        </p:nvSpPr>
        <p:spPr/>
        <p:txBody>
          <a:bodyPr/>
          <a:lstStyle/>
          <a:p>
            <a:fld id="{1D09229F-6F41-4CC3-A51C-EB832A3392C5}" type="slidenum">
              <a:rPr lang="en-US" smtClean="0"/>
              <a:t>6</a:t>
            </a:fld>
            <a:endParaRPr lang="en-US"/>
          </a:p>
        </p:txBody>
      </p:sp>
    </p:spTree>
    <p:extLst>
      <p:ext uri="{BB962C8B-B14F-4D97-AF65-F5344CB8AC3E}">
        <p14:creationId xmlns:p14="http://schemas.microsoft.com/office/powerpoint/2010/main" val="13158262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Foundry remains the platform control plane. AgentOps adds the repeatable operating model around it; it does not replace Foundry.</a:t>
            </a:r>
          </a:p>
        </p:txBody>
      </p:sp>
      <p:sp>
        <p:nvSpPr>
          <p:cNvPr id="4" name="Slide Number Placeholder 3"/>
          <p:cNvSpPr>
            <a:spLocks noGrp="1"/>
          </p:cNvSpPr>
          <p:nvPr>
            <p:ph type="sldNum" sz="quarter" idx="5"/>
          </p:nvPr>
        </p:nvSpPr>
        <p:spPr/>
        <p:txBody>
          <a:bodyPr/>
          <a:lstStyle/>
          <a:p>
            <a:fld id="{1D09229F-6F41-4CC3-A51C-EB832A3392C5}" type="slidenum">
              <a:rPr lang="en-US" smtClean="0"/>
              <a:t>7</a:t>
            </a:fld>
            <a:endParaRPr lang="en-US"/>
          </a:p>
        </p:txBody>
      </p:sp>
    </p:spTree>
    <p:extLst>
      <p:ext uri="{BB962C8B-B14F-4D97-AF65-F5344CB8AC3E}">
        <p14:creationId xmlns:p14="http://schemas.microsoft.com/office/powerpoint/2010/main" val="37345167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checklist is the contract for a production-candidate agent. Every later practice produces or consumes one of these evidence items.</a:t>
            </a:r>
          </a:p>
        </p:txBody>
      </p:sp>
      <p:sp>
        <p:nvSpPr>
          <p:cNvPr id="4" name="Slide Number Placeholder 3"/>
          <p:cNvSpPr>
            <a:spLocks noGrp="1"/>
          </p:cNvSpPr>
          <p:nvPr>
            <p:ph type="sldNum" sz="quarter" idx="5"/>
          </p:nvPr>
        </p:nvSpPr>
        <p:spPr/>
        <p:txBody>
          <a:bodyPr/>
          <a:lstStyle/>
          <a:p>
            <a:fld id="{1D09229F-6F41-4CC3-A51C-EB832A3392C5}" type="slidenum">
              <a:rPr lang="en-US" smtClean="0"/>
              <a:t>8</a:t>
            </a:fld>
            <a:endParaRPr lang="en-US"/>
          </a:p>
        </p:txBody>
      </p:sp>
    </p:spTree>
    <p:extLst>
      <p:ext uri="{BB962C8B-B14F-4D97-AF65-F5344CB8AC3E}">
        <p14:creationId xmlns:p14="http://schemas.microsoft.com/office/powerpoint/2010/main" val="13981856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AgentOps applies DevOps discipline to probabilistic systems. Evaluate creates signals, Ship enforces them, Observe explains production behavior, and Operate turns signals into action.</a:t>
            </a:r>
          </a:p>
        </p:txBody>
      </p:sp>
      <p:sp>
        <p:nvSpPr>
          <p:cNvPr id="4" name="Slide Number Placeholder 3"/>
          <p:cNvSpPr>
            <a:spLocks noGrp="1"/>
          </p:cNvSpPr>
          <p:nvPr>
            <p:ph type="sldNum" sz="quarter" idx="5"/>
          </p:nvPr>
        </p:nvSpPr>
        <p:spPr/>
        <p:txBody>
          <a:bodyPr/>
          <a:lstStyle/>
          <a:p>
            <a:fld id="{1D09229F-6F41-4CC3-A51C-EB832A3392C5}" type="slidenum">
              <a:rPr lang="en-US" smtClean="0"/>
              <a:t>9</a:t>
            </a:fld>
            <a:endParaRPr lang="en-US"/>
          </a:p>
        </p:txBody>
      </p:sp>
    </p:spTree>
    <p:extLst>
      <p:ext uri="{BB962C8B-B14F-4D97-AF65-F5344CB8AC3E}">
        <p14:creationId xmlns:p14="http://schemas.microsoft.com/office/powerpoint/2010/main" val="8784775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Most teams sit between Initial and Defined. The practical move is to select one production-candidate agent and improve its operating maturity by one level.</a:t>
            </a:r>
          </a:p>
        </p:txBody>
      </p:sp>
      <p:sp>
        <p:nvSpPr>
          <p:cNvPr id="4" name="Slide Number Placeholder 3"/>
          <p:cNvSpPr>
            <a:spLocks noGrp="1"/>
          </p:cNvSpPr>
          <p:nvPr>
            <p:ph type="sldNum" sz="quarter" idx="5"/>
          </p:nvPr>
        </p:nvSpPr>
        <p:spPr/>
        <p:txBody>
          <a:bodyPr/>
          <a:lstStyle/>
          <a:p>
            <a:fld id="{1D09229F-6F41-4CC3-A51C-EB832A3392C5}" type="slidenum">
              <a:rPr lang="en-US" smtClean="0"/>
              <a:t>10</a:t>
            </a:fld>
            <a:endParaRPr lang="en-US"/>
          </a:p>
        </p:txBody>
      </p:sp>
    </p:spTree>
    <p:extLst>
      <p:ext uri="{BB962C8B-B14F-4D97-AF65-F5344CB8AC3E}">
        <p14:creationId xmlns:p14="http://schemas.microsoft.com/office/powerpoint/2010/main" val="15223510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architecture connects a sandbox and source control to development, QA, and production Foundry projects. QA locks evaluation evidence before a human-approved production promotion. Production telemetry flows back into the next iteration.</a:t>
            </a:r>
          </a:p>
        </p:txBody>
      </p:sp>
      <p:sp>
        <p:nvSpPr>
          <p:cNvPr id="4" name="Slide Number Placeholder 3"/>
          <p:cNvSpPr>
            <a:spLocks noGrp="1"/>
          </p:cNvSpPr>
          <p:nvPr>
            <p:ph type="sldNum" sz="quarter" idx="5"/>
          </p:nvPr>
        </p:nvSpPr>
        <p:spPr/>
        <p:txBody>
          <a:bodyPr/>
          <a:lstStyle/>
          <a:p>
            <a:fld id="{1D09229F-6F41-4CC3-A51C-EB832A3392C5}" type="slidenum">
              <a:rPr lang="en-US" smtClean="0"/>
              <a:t>11</a:t>
            </a:fld>
            <a:endParaRPr lang="en-US"/>
          </a:p>
        </p:txBody>
      </p:sp>
    </p:spTree>
    <p:extLst>
      <p:ext uri="{BB962C8B-B14F-4D97-AF65-F5344CB8AC3E}">
        <p14:creationId xmlns:p14="http://schemas.microsoft.com/office/powerpoint/2010/main" val="784683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Infrastructure monitoring asks whether the service is healthy. Agent observability asks what the agent did and why.</a:t>
            </a:r>
          </a:p>
        </p:txBody>
      </p:sp>
      <p:sp>
        <p:nvSpPr>
          <p:cNvPr id="4" name="Slide Number Placeholder 3"/>
          <p:cNvSpPr>
            <a:spLocks noGrp="1"/>
          </p:cNvSpPr>
          <p:nvPr>
            <p:ph type="sldNum" sz="quarter" idx="5"/>
          </p:nvPr>
        </p:nvSpPr>
        <p:spPr/>
        <p:txBody>
          <a:bodyPr/>
          <a:lstStyle/>
          <a:p>
            <a:fld id="{1D09229F-6F41-4CC3-A51C-EB832A3392C5}" type="slidenum">
              <a:rPr lang="en-US" smtClean="0"/>
              <a:t>12</a:t>
            </a:fld>
            <a:endParaRPr lang="en-US"/>
          </a:p>
        </p:txBody>
      </p:sp>
    </p:spTree>
    <p:extLst>
      <p:ext uri="{BB962C8B-B14F-4D97-AF65-F5344CB8AC3E}">
        <p14:creationId xmlns:p14="http://schemas.microsoft.com/office/powerpoint/2010/main" val="17425401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trace explains the chain of decisions. Monitoring establishes service and dependency health. Continuous evaluation detects behavioral degradation after release.</a:t>
            </a:r>
          </a:p>
        </p:txBody>
      </p:sp>
      <p:sp>
        <p:nvSpPr>
          <p:cNvPr id="4" name="Slide Number Placeholder 3"/>
          <p:cNvSpPr>
            <a:spLocks noGrp="1"/>
          </p:cNvSpPr>
          <p:nvPr>
            <p:ph type="sldNum" sz="quarter" idx="5"/>
          </p:nvPr>
        </p:nvSpPr>
        <p:spPr/>
        <p:txBody>
          <a:bodyPr/>
          <a:lstStyle/>
          <a:p>
            <a:fld id="{1D09229F-6F41-4CC3-A51C-EB832A3392C5}" type="slidenum">
              <a:rPr lang="en-US" smtClean="0"/>
              <a:t>13</a:t>
            </a:fld>
            <a:endParaRPr lang="en-US"/>
          </a:p>
        </p:txBody>
      </p:sp>
    </p:spTree>
    <p:extLst>
      <p:ext uri="{BB962C8B-B14F-4D97-AF65-F5344CB8AC3E}">
        <p14:creationId xmlns:p14="http://schemas.microsoft.com/office/powerpoint/2010/main" val="28941280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Required signals include prompt, plan, model call, retrieval, tool call, safety event, latency, cost, feedback, and release version. Correlation makes one trace useful across release, runtime, evaluation, and incident response.</a:t>
            </a:r>
          </a:p>
        </p:txBody>
      </p:sp>
      <p:sp>
        <p:nvSpPr>
          <p:cNvPr id="4" name="Slide Number Placeholder 3"/>
          <p:cNvSpPr>
            <a:spLocks noGrp="1"/>
          </p:cNvSpPr>
          <p:nvPr>
            <p:ph type="sldNum" sz="quarter" idx="5"/>
          </p:nvPr>
        </p:nvSpPr>
        <p:spPr/>
        <p:txBody>
          <a:bodyPr/>
          <a:lstStyle/>
          <a:p>
            <a:fld id="{1D09229F-6F41-4CC3-A51C-EB832A3392C5}" type="slidenum">
              <a:rPr lang="en-US" smtClean="0"/>
              <a:t>14</a:t>
            </a:fld>
            <a:endParaRPr lang="en-US"/>
          </a:p>
        </p:txBody>
      </p:sp>
    </p:spTree>
    <p:extLst>
      <p:ext uri="{BB962C8B-B14F-4D97-AF65-F5344CB8AC3E}">
        <p14:creationId xmlns:p14="http://schemas.microsoft.com/office/powerpoint/2010/main" val="20305498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reviewed production trace becomes a new evaluation row. The evaluation row enters the gate. The gate prevents recurrence. This closes the AgentOps loop.</a:t>
            </a:r>
          </a:p>
        </p:txBody>
      </p:sp>
      <p:sp>
        <p:nvSpPr>
          <p:cNvPr id="4" name="Slide Number Placeholder 3"/>
          <p:cNvSpPr>
            <a:spLocks noGrp="1"/>
          </p:cNvSpPr>
          <p:nvPr>
            <p:ph type="sldNum" sz="quarter" idx="5"/>
          </p:nvPr>
        </p:nvSpPr>
        <p:spPr/>
        <p:txBody>
          <a:bodyPr/>
          <a:lstStyle/>
          <a:p>
            <a:fld id="{1D09229F-6F41-4CC3-A51C-EB832A3392C5}" type="slidenum">
              <a:rPr lang="en-US" smtClean="0"/>
              <a:t>15</a:t>
            </a:fld>
            <a:endParaRPr lang="en-US"/>
          </a:p>
        </p:txBody>
      </p:sp>
    </p:spTree>
    <p:extLst>
      <p:ext uri="{BB962C8B-B14F-4D97-AF65-F5344CB8AC3E}">
        <p14:creationId xmlns:p14="http://schemas.microsoft.com/office/powerpoint/2010/main" val="41186776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Optional deep dive: inspect a trace waterfall and correlated spans. Skip this slide in the 20-minute fallback demonstration; the primary Observe and Operate demonstration is on slide 22.</a:t>
            </a:r>
          </a:p>
        </p:txBody>
      </p:sp>
      <p:sp>
        <p:nvSpPr>
          <p:cNvPr id="4" name="Slide Number Placeholder 3"/>
          <p:cNvSpPr>
            <a:spLocks noGrp="1"/>
          </p:cNvSpPr>
          <p:nvPr>
            <p:ph type="sldNum" sz="quarter" idx="5"/>
          </p:nvPr>
        </p:nvSpPr>
        <p:spPr/>
        <p:txBody>
          <a:bodyPr/>
          <a:lstStyle/>
          <a:p>
            <a:fld id="{1D09229F-6F41-4CC3-A51C-EB832A3392C5}" type="slidenum">
              <a:rPr lang="en-US" smtClean="0"/>
              <a:t>16</a:t>
            </a:fld>
            <a:endParaRPr lang="en-US"/>
          </a:p>
        </p:txBody>
      </p:sp>
    </p:spTree>
    <p:extLst>
      <p:ext uri="{BB962C8B-B14F-4D97-AF65-F5344CB8AC3E}">
        <p14:creationId xmlns:p14="http://schemas.microsoft.com/office/powerpoint/2010/main" val="4109214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Shipping is not the finish line. Post-deployment operations own reliability, incidents, model lifecycle, cost, and capacity.</a:t>
            </a:r>
          </a:p>
        </p:txBody>
      </p:sp>
      <p:sp>
        <p:nvSpPr>
          <p:cNvPr id="4" name="Slide Number Placeholder 3"/>
          <p:cNvSpPr>
            <a:spLocks noGrp="1"/>
          </p:cNvSpPr>
          <p:nvPr>
            <p:ph type="sldNum" sz="quarter" idx="5"/>
          </p:nvPr>
        </p:nvSpPr>
        <p:spPr/>
        <p:txBody>
          <a:bodyPr/>
          <a:lstStyle/>
          <a:p>
            <a:fld id="{1D09229F-6F41-4CC3-A51C-EB832A3392C5}" type="slidenum">
              <a:rPr lang="en-US" smtClean="0"/>
              <a:t>17</a:t>
            </a:fld>
            <a:endParaRPr lang="en-US"/>
          </a:p>
        </p:txBody>
      </p:sp>
    </p:spTree>
    <p:extLst>
      <p:ext uri="{BB962C8B-B14F-4D97-AF65-F5344CB8AC3E}">
        <p14:creationId xmlns:p14="http://schemas.microsoft.com/office/powerpoint/2010/main" val="10551289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four concerns are interlocking. Each produces signals that update evaluation datasets, gate criteria, or operating policy.</a:t>
            </a:r>
          </a:p>
        </p:txBody>
      </p:sp>
      <p:sp>
        <p:nvSpPr>
          <p:cNvPr id="4" name="Slide Number Placeholder 3"/>
          <p:cNvSpPr>
            <a:spLocks noGrp="1"/>
          </p:cNvSpPr>
          <p:nvPr>
            <p:ph type="sldNum" sz="quarter" idx="5"/>
          </p:nvPr>
        </p:nvSpPr>
        <p:spPr/>
        <p:txBody>
          <a:bodyPr/>
          <a:lstStyle/>
          <a:p>
            <a:fld id="{1D09229F-6F41-4CC3-A51C-EB832A3392C5}" type="slidenum">
              <a:rPr lang="en-US" smtClean="0"/>
              <a:t>18</a:t>
            </a:fld>
            <a:endParaRPr lang="en-US"/>
          </a:p>
        </p:txBody>
      </p:sp>
    </p:spTree>
    <p:extLst>
      <p:ext uri="{BB962C8B-B14F-4D97-AF65-F5344CB8AC3E}">
        <p14:creationId xmlns:p14="http://schemas.microsoft.com/office/powerpoint/2010/main" val="11700858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Severity prevents over-reaction and under-reaction. Every closed incident should update the evaluation dataset, gate criteria, runbook, or ownership model.</a:t>
            </a:r>
          </a:p>
        </p:txBody>
      </p:sp>
      <p:sp>
        <p:nvSpPr>
          <p:cNvPr id="4" name="Slide Number Placeholder 3"/>
          <p:cNvSpPr>
            <a:spLocks noGrp="1"/>
          </p:cNvSpPr>
          <p:nvPr>
            <p:ph type="sldNum" sz="quarter" idx="5"/>
          </p:nvPr>
        </p:nvSpPr>
        <p:spPr/>
        <p:txBody>
          <a:bodyPr/>
          <a:lstStyle/>
          <a:p>
            <a:fld id="{1D09229F-6F41-4CC3-A51C-EB832A3392C5}" type="slidenum">
              <a:rPr lang="en-US" smtClean="0"/>
              <a:t>19</a:t>
            </a:fld>
            <a:endParaRPr lang="en-US"/>
          </a:p>
        </p:txBody>
      </p:sp>
    </p:spTree>
    <p:extLst>
      <p:ext uri="{BB962C8B-B14F-4D97-AF65-F5344CB8AC3E}">
        <p14:creationId xmlns:p14="http://schemas.microsoft.com/office/powerpoint/2010/main" val="30167254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full flow is Detect, Correlate trace, Identify version, Contain, Analyze, Fix, Re-evaluate, and Close with evidence.</a:t>
            </a:r>
          </a:p>
        </p:txBody>
      </p:sp>
      <p:sp>
        <p:nvSpPr>
          <p:cNvPr id="4" name="Slide Number Placeholder 3"/>
          <p:cNvSpPr>
            <a:spLocks noGrp="1"/>
          </p:cNvSpPr>
          <p:nvPr>
            <p:ph type="sldNum" sz="quarter" idx="5"/>
          </p:nvPr>
        </p:nvSpPr>
        <p:spPr/>
        <p:txBody>
          <a:bodyPr/>
          <a:lstStyle/>
          <a:p>
            <a:fld id="{1D09229F-6F41-4CC3-A51C-EB832A3392C5}" type="slidenum">
              <a:rPr lang="en-US" smtClean="0"/>
              <a:t>20</a:t>
            </a:fld>
            <a:endParaRPr lang="en-US"/>
          </a:p>
        </p:txBody>
      </p:sp>
    </p:spTree>
    <p:extLst>
      <p:ext uri="{BB962C8B-B14F-4D97-AF65-F5344CB8AC3E}">
        <p14:creationId xmlns:p14="http://schemas.microsoft.com/office/powerpoint/2010/main" val="32330129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Triggers include deprecation, new model availability, cost or performance pressure, and vendor change. The AI platform team coordinates while the application team validates behavior.</a:t>
            </a:r>
          </a:p>
        </p:txBody>
      </p:sp>
      <p:sp>
        <p:nvSpPr>
          <p:cNvPr id="4" name="Slide Number Placeholder 3"/>
          <p:cNvSpPr>
            <a:spLocks noGrp="1"/>
          </p:cNvSpPr>
          <p:nvPr>
            <p:ph type="sldNum" sz="quarter" idx="5"/>
          </p:nvPr>
        </p:nvSpPr>
        <p:spPr/>
        <p:txBody>
          <a:bodyPr/>
          <a:lstStyle/>
          <a:p>
            <a:fld id="{1D09229F-6F41-4CC3-A51C-EB832A3392C5}" type="slidenum">
              <a:rPr lang="en-US" smtClean="0"/>
              <a:t>21</a:t>
            </a:fld>
            <a:endParaRPr lang="en-US"/>
          </a:p>
        </p:txBody>
      </p:sp>
    </p:spTree>
    <p:extLst>
      <p:ext uri="{BB962C8B-B14F-4D97-AF65-F5344CB8AC3E}">
        <p14:creationId xmlns:p14="http://schemas.microsoft.com/office/powerpoint/2010/main" val="16384644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Delivery handoff: in hands-on mode, participants complete the guided Observe and Operate lab in 60 minutes and produce a sample runtime signal review. If participant environments are unavailable, use this slide for a 20-minute instructor demonstration covering both practices. Use AgentOps Accelerator as a practical reference implementation alongside native Microsoft Foundry capabilities.</a:t>
            </a:r>
          </a:p>
        </p:txBody>
      </p:sp>
      <p:sp>
        <p:nvSpPr>
          <p:cNvPr id="4" name="Slide Number Placeholder 3"/>
          <p:cNvSpPr>
            <a:spLocks noGrp="1"/>
          </p:cNvSpPr>
          <p:nvPr>
            <p:ph type="sldNum" sz="quarter" idx="5"/>
          </p:nvPr>
        </p:nvSpPr>
        <p:spPr/>
        <p:txBody>
          <a:bodyPr/>
          <a:lstStyle/>
          <a:p>
            <a:fld id="{1D09229F-6F41-4CC3-A51C-EB832A3392C5}" type="slidenum">
              <a:rPr lang="en-US" smtClean="0"/>
              <a:t>22</a:t>
            </a:fld>
            <a:endParaRPr lang="en-US"/>
          </a:p>
        </p:txBody>
      </p:sp>
    </p:spTree>
    <p:extLst>
      <p:ext uri="{BB962C8B-B14F-4D97-AF65-F5344CB8AC3E}">
        <p14:creationId xmlns:p14="http://schemas.microsoft.com/office/powerpoint/2010/main" val="37176887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goal is not another dashboard. The goal is one complete feedback loop from a production signal to a safer next release.</a:t>
            </a:r>
          </a:p>
        </p:txBody>
      </p:sp>
      <p:sp>
        <p:nvSpPr>
          <p:cNvPr id="4" name="Slide Number Placeholder 3"/>
          <p:cNvSpPr>
            <a:spLocks noGrp="1"/>
          </p:cNvSpPr>
          <p:nvPr>
            <p:ph type="sldNum" sz="quarter" idx="5"/>
          </p:nvPr>
        </p:nvSpPr>
        <p:spPr/>
        <p:txBody>
          <a:bodyPr/>
          <a:lstStyle/>
          <a:p>
            <a:fld id="{1D09229F-6F41-4CC3-A51C-EB832A3392C5}" type="slidenum">
              <a:rPr lang="en-US" smtClean="0"/>
              <a:t>23</a:t>
            </a:fld>
            <a:endParaRPr lang="en-US"/>
          </a:p>
        </p:txBody>
      </p:sp>
    </p:spTree>
    <p:extLst>
      <p:ext uri="{BB962C8B-B14F-4D97-AF65-F5344CB8AC3E}">
        <p14:creationId xmlns:p14="http://schemas.microsoft.com/office/powerpoint/2010/main" val="16214654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these linked first-party Microsoft resources for further learning. The AgentOps Accelerator is a practical reference implementation alongside native Microsoft Foundry capabilities.</a:t>
            </a:r>
          </a:p>
        </p:txBody>
      </p:sp>
      <p:sp>
        <p:nvSpPr>
          <p:cNvPr id="4" name="Slide Number Placeholder 3"/>
          <p:cNvSpPr>
            <a:spLocks noGrp="1"/>
          </p:cNvSpPr>
          <p:nvPr>
            <p:ph type="sldNum" sz="quarter" idx="5"/>
          </p:nvPr>
        </p:nvSpPr>
        <p:spPr/>
        <p:txBody>
          <a:bodyPr/>
          <a:lstStyle/>
          <a:p>
            <a:fld id="{1D09229F-6F41-4CC3-A51C-EB832A3392C5}" type="slidenum">
              <a:rPr lang="en-US" smtClean="0"/>
              <a:t>24</a:t>
            </a:fld>
            <a:endParaRPr lang="en-US"/>
          </a:p>
        </p:txBody>
      </p:sp>
    </p:spTree>
    <p:extLst>
      <p:ext uri="{BB962C8B-B14F-4D97-AF65-F5344CB8AC3E}">
        <p14:creationId xmlns:p14="http://schemas.microsoft.com/office/powerpoint/2010/main" val="14502382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Reserve ten minutes for questions. Invite discussion on correlation standards, alert ownership, incident severity, model deprecation, cost budgets, and rollback readiness.</a:t>
            </a:r>
          </a:p>
        </p:txBody>
      </p:sp>
      <p:sp>
        <p:nvSpPr>
          <p:cNvPr id="4" name="Slide Number Placeholder 3"/>
          <p:cNvSpPr>
            <a:spLocks noGrp="1"/>
          </p:cNvSpPr>
          <p:nvPr>
            <p:ph type="sldNum" sz="quarter" idx="5"/>
          </p:nvPr>
        </p:nvSpPr>
        <p:spPr/>
        <p:txBody>
          <a:bodyPr/>
          <a:lstStyle/>
          <a:p>
            <a:fld id="{1D09229F-6F41-4CC3-A51C-EB832A3392C5}" type="slidenum">
              <a:rPr lang="en-US" smtClean="0"/>
              <a:t>25</a:t>
            </a:fld>
            <a:endParaRPr lang="en-US"/>
          </a:p>
        </p:txBody>
      </p:sp>
    </p:spTree>
    <p:extLst>
      <p:ext uri="{BB962C8B-B14F-4D97-AF65-F5344CB8AC3E}">
        <p14:creationId xmlns:p14="http://schemas.microsoft.com/office/powerpoint/2010/main" val="137693861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quare photo">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4200" y="2303312"/>
            <a:ext cx="7298437" cy="3046988"/>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Event name </a:t>
            </a:r>
            <a:br>
              <a:rPr lang="en-US"/>
            </a:br>
            <a:r>
              <a:rPr lang="en-US"/>
              <a:t>or presentation title here</a:t>
            </a:r>
          </a:p>
        </p:txBody>
      </p:sp>
      <p:sp>
        <p:nvSpPr>
          <p:cNvPr id="5" name="Text Placeholder 4"/>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4" name="Straight Connector 3">
            <a:extLst>
              <a:ext uri="{FF2B5EF4-FFF2-40B4-BE49-F238E27FC236}">
                <a16:creationId xmlns:a16="http://schemas.microsoft.com/office/drawing/2014/main" id="{CBA263C4-3326-E64B-9789-EDA19734D864}"/>
              </a:ext>
            </a:extLst>
          </p:cNvPr>
          <p:cNvCxnSpPr>
            <a:cxnSpLocks/>
          </p:cNvCxnSpPr>
          <p:nvPr userDrawn="1"/>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079960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Layout">
    <p:spTree>
      <p:nvGrpSpPr>
        <p:cNvPr id="1" name=""/>
        <p:cNvGrpSpPr/>
        <p:nvPr/>
      </p:nvGrpSpPr>
      <p:grpSpPr>
        <a:xfrm>
          <a:off x="0" y="0"/>
          <a:ext cx="0" cy="0"/>
          <a:chOff x="0" y="0"/>
          <a:chExt cx="0" cy="0"/>
        </a:xfrm>
      </p:grpSpPr>
      <p:sp>
        <p:nvSpPr>
          <p:cNvPr id="35" name="Footer Placeholder 4">
            <a:extLst>
              <a:ext uri="{FF2B5EF4-FFF2-40B4-BE49-F238E27FC236}">
                <a16:creationId xmlns:a16="http://schemas.microsoft.com/office/drawing/2014/main" id="{8C64960A-4B61-43E6-B400-13FC4850F81A}"/>
              </a:ext>
            </a:extLst>
          </p:cNvPr>
          <p:cNvSpPr>
            <a:spLocks noGrp="1"/>
          </p:cNvSpPr>
          <p:nvPr userDrawn="1">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6" name="Slide Number Placeholder 5">
            <a:extLst>
              <a:ext uri="{FF2B5EF4-FFF2-40B4-BE49-F238E27FC236}">
                <a16:creationId xmlns:a16="http://schemas.microsoft.com/office/drawing/2014/main" id="{4333FB6F-5C99-40E2-8D4E-1E9EE410072E}"/>
              </a:ext>
            </a:extLst>
          </p:cNvPr>
          <p:cNvSpPr>
            <a:spLocks noGrp="1"/>
          </p:cNvSpPr>
          <p:nvPr userDrawn="1">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Rectangle 1">
            <a:extLst>
              <a:ext uri="{FF2B5EF4-FFF2-40B4-BE49-F238E27FC236}">
                <a16:creationId xmlns:a16="http://schemas.microsoft.com/office/drawing/2014/main" id="{74BEDE68-1D2D-4A40-A3F4-F77A41DD2BC0}"/>
              </a:ext>
            </a:extLst>
          </p:cNvPr>
          <p:cNvSpPr/>
          <p:nvPr userDrawn="1"/>
        </p:nvSpPr>
        <p:spPr bwMode="auto">
          <a:xfrm>
            <a:off x="1" y="0"/>
            <a:ext cx="37084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8AAF1AEC-5837-427A-AB77-EF89A45999B0}"/>
              </a:ext>
            </a:extLst>
          </p:cNvPr>
          <p:cNvSpPr>
            <a:spLocks noGrp="1"/>
          </p:cNvSpPr>
          <p:nvPr userDrawn="1">
            <p:ph type="body" sz="quarter" idx="39" hasCustomPrompt="1"/>
          </p:nvPr>
        </p:nvSpPr>
        <p:spPr>
          <a:xfrm>
            <a:off x="571500" y="3121224"/>
            <a:ext cx="2824014" cy="615553"/>
          </a:xfrm>
        </p:spPr>
        <p:txBody>
          <a:bodyPr/>
          <a:lstStyle>
            <a:lvl1pPr marL="0" indent="0">
              <a:buNone/>
              <a:defRPr sz="4000">
                <a:solidFill>
                  <a:schemeClr val="bg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Agenda</a:t>
            </a:r>
          </a:p>
        </p:txBody>
      </p:sp>
    </p:spTree>
    <p:extLst>
      <p:ext uri="{BB962C8B-B14F-4D97-AF65-F5344CB8AC3E}">
        <p14:creationId xmlns:p14="http://schemas.microsoft.com/office/powerpoint/2010/main" val="913829801"/>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238259260"/>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Only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userDrawn="1"/>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userDrawn="1"/>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446209294"/>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_Blue Bar_Placeholde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F141C64-E920-4DE9-A440-152373BCBA3E}"/>
              </a:ext>
              <a:ext uri="{C183D7F6-B498-43B3-948B-1728B52AA6E4}">
                <adec:decorative xmlns:adec="http://schemas.microsoft.com/office/drawing/2017/decorative" val="1"/>
              </a:ext>
            </a:extLst>
          </p:cNvPr>
          <p:cNvSpPr/>
          <p:nvPr/>
        </p:nvSpPr>
        <p:spPr bwMode="auto">
          <a:xfrm>
            <a:off x="0" y="2"/>
            <a:ext cx="12192000" cy="1429046"/>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9" name="Content Placeholder 8">
            <a:extLst>
              <a:ext uri="{FF2B5EF4-FFF2-40B4-BE49-F238E27FC236}">
                <a16:creationId xmlns:a16="http://schemas.microsoft.com/office/drawing/2014/main" id="{42582AC2-DA98-4BCB-8380-34C382DED89F}"/>
              </a:ext>
            </a:extLst>
          </p:cNvPr>
          <p:cNvSpPr>
            <a:spLocks noGrp="1"/>
          </p:cNvSpPr>
          <p:nvPr>
            <p:ph sz="quarter" idx="10" hasCustomPrompt="1"/>
          </p:nvPr>
        </p:nvSpPr>
        <p:spPr>
          <a:xfrm>
            <a:off x="6019800" y="1871663"/>
            <a:ext cx="5600700" cy="4397375"/>
          </a:xfrm>
          <a:ln w="6350">
            <a:solidFill>
              <a:schemeClr val="bg1">
                <a:lumMod val="85000"/>
              </a:schemeClr>
            </a:solidFill>
          </a:ln>
        </p:spPr>
        <p:txBody>
          <a:bodyPr/>
          <a:lstStyle>
            <a:lvl1pPr marL="0" indent="0" algn="ctr">
              <a:buNone/>
              <a:defRPr sz="1800"/>
            </a:lvl1pPr>
          </a:lstStyle>
          <a:p>
            <a:pPr lvl="0"/>
            <a:r>
              <a:rPr lang="en-US"/>
              <a:t>Place holder for report and illustration </a:t>
            </a:r>
          </a:p>
        </p:txBody>
      </p:sp>
      <p:sp>
        <p:nvSpPr>
          <p:cNvPr id="11" name="Rectangle 10">
            <a:extLst>
              <a:ext uri="{FF2B5EF4-FFF2-40B4-BE49-F238E27FC236}">
                <a16:creationId xmlns:a16="http://schemas.microsoft.com/office/drawing/2014/main" id="{3CBE3747-AB42-4DD5-A33C-42C4A70E8A91}"/>
              </a:ext>
              <a:ext uri="{C183D7F6-B498-43B3-948B-1728B52AA6E4}">
                <adec:decorative xmlns:adec="http://schemas.microsoft.com/office/drawing/2017/decorative" val="1"/>
              </a:ext>
            </a:extLst>
          </p:cNvPr>
          <p:cNvSpPr/>
          <p:nvPr userDrawn="1"/>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762578842"/>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_Subtitle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accent6"/>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83709166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_Subtitle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userDrawn="1"/>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userDrawn="1"/>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643951438"/>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 Image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userDrawn="1"/>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userDrawn="1"/>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5854348"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720843" y="0"/>
            <a:ext cx="5471157" cy="6858000"/>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Tree>
    <p:extLst>
      <p:ext uri="{BB962C8B-B14F-4D97-AF65-F5344CB8AC3E}">
        <p14:creationId xmlns:p14="http://schemas.microsoft.com/office/powerpoint/2010/main" val="4241814854"/>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alf Image_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p:nvPr userDrawn="1"/>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p:nvPr userDrawn="1"/>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4555319" cy="553998"/>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019800" y="585788"/>
            <a:ext cx="5600700" cy="5686424"/>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Tree>
    <p:extLst>
      <p:ext uri="{BB962C8B-B14F-4D97-AF65-F5344CB8AC3E}">
        <p14:creationId xmlns:p14="http://schemas.microsoft.com/office/powerpoint/2010/main" val="11449845"/>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userDrawn="1"/>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userDrawn="1"/>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11045019"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a:t>
            </a:r>
          </a:p>
        </p:txBody>
      </p:sp>
    </p:spTree>
    <p:extLst>
      <p:ext uri="{BB962C8B-B14F-4D97-AF65-F5344CB8AC3E}">
        <p14:creationId xmlns:p14="http://schemas.microsoft.com/office/powerpoint/2010/main" val="298382895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edi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555319" cy="1107996"/>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7" name="Media Placeholder 6">
            <a:extLst>
              <a:ext uri="{FF2B5EF4-FFF2-40B4-BE49-F238E27FC236}">
                <a16:creationId xmlns:a16="http://schemas.microsoft.com/office/drawing/2014/main" id="{40EC17C2-B72D-4F57-AB81-A8295D570494}"/>
              </a:ext>
            </a:extLst>
          </p:cNvPr>
          <p:cNvSpPr>
            <a:spLocks noGrp="1"/>
          </p:cNvSpPr>
          <p:nvPr>
            <p:ph type="media" sz="quarter" idx="10"/>
          </p:nvPr>
        </p:nvSpPr>
        <p:spPr>
          <a:xfrm>
            <a:off x="6019800" y="585789"/>
            <a:ext cx="5595938" cy="5683249"/>
          </a:xfrm>
          <a:solidFill>
            <a:schemeClr val="bg1">
              <a:lumMod val="95000"/>
            </a:schemeClr>
          </a:solidFill>
          <a:ln w="6350">
            <a:solidFill>
              <a:schemeClr val="bg1">
                <a:lumMod val="75000"/>
              </a:schemeClr>
            </a:solidFill>
          </a:ln>
        </p:spPr>
        <p:txBody>
          <a:bodyPr/>
          <a:lstStyle>
            <a:lvl1pPr marL="0" indent="0" algn="ctr">
              <a:buNone/>
              <a:defRPr sz="2400"/>
            </a:lvl1pPr>
          </a:lstStyle>
          <a:p>
            <a:endParaRPr lang="en-US"/>
          </a:p>
        </p:txBody>
      </p:sp>
    </p:spTree>
    <p:extLst>
      <p:ext uri="{BB962C8B-B14F-4D97-AF65-F5344CB8AC3E}">
        <p14:creationId xmlns:p14="http://schemas.microsoft.com/office/powerpoint/2010/main" val="121014998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_ Subtitle_Imag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Text Placeholder 4">
            <a:extLst>
              <a:ext uri="{FF2B5EF4-FFF2-40B4-BE49-F238E27FC236}">
                <a16:creationId xmlns:a16="http://schemas.microsoft.com/office/drawing/2014/main" id="{91F01542-314B-B94E-9E8F-3A1DCF0A8DB6}"/>
              </a:ext>
            </a:extLst>
          </p:cNvPr>
          <p:cNvSpPr>
            <a:spLocks noGrp="1"/>
          </p:cNvSpPr>
          <p:nvPr>
            <p:ph type="body" sz="quarter" idx="12" hasCustomPrompt="1"/>
          </p:nvPr>
        </p:nvSpPr>
        <p:spPr>
          <a:xfrm>
            <a:off x="584201" y="2021455"/>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5" name="Footer Placeholder 4">
            <a:extLst>
              <a:ext uri="{FF2B5EF4-FFF2-40B4-BE49-F238E27FC236}">
                <a16:creationId xmlns:a16="http://schemas.microsoft.com/office/drawing/2014/main" id="{9981877A-366D-46E8-9609-C14F4158122B}"/>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452A6145-AE34-4B2D-8774-7F978143283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2848455879"/>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_Subtitle_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cxnSp>
        <p:nvCxnSpPr>
          <p:cNvPr id="9" name="Straight Connector 8">
            <a:extLst>
              <a:ext uri="{FF2B5EF4-FFF2-40B4-BE49-F238E27FC236}">
                <a16:creationId xmlns:a16="http://schemas.microsoft.com/office/drawing/2014/main" id="{6F2A71D1-F09E-8842-AD05-950FE1498381}"/>
              </a:ext>
            </a:extLst>
          </p:cNvPr>
          <p:cNvCxnSpPr>
            <a:cxnSpLocks/>
          </p:cNvCxnSpPr>
          <p:nvPr/>
        </p:nvCxnSpPr>
        <p:spPr>
          <a:xfrm>
            <a:off x="6134100" y="585968"/>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DB10EA9-1316-2045-BA8E-85DFEBC1CDE2}"/>
              </a:ext>
            </a:extLst>
          </p:cNvPr>
          <p:cNvCxnSpPr>
            <a:cxnSpLocks/>
          </p:cNvCxnSpPr>
          <p:nvPr/>
        </p:nvCxnSpPr>
        <p:spPr>
          <a:xfrm>
            <a:off x="6134100" y="1830139"/>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65D8CB-54F7-4447-8E24-547CD549E6B4}"/>
              </a:ext>
            </a:extLst>
          </p:cNvPr>
          <p:cNvCxnSpPr>
            <a:cxnSpLocks/>
          </p:cNvCxnSpPr>
          <p:nvPr/>
        </p:nvCxnSpPr>
        <p:spPr>
          <a:xfrm>
            <a:off x="6134100" y="2067045"/>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8CD7834-4D7C-9D47-9858-3F2CCB9CB277}"/>
              </a:ext>
            </a:extLst>
          </p:cNvPr>
          <p:cNvCxnSpPr>
            <a:cxnSpLocks/>
          </p:cNvCxnSpPr>
          <p:nvPr/>
        </p:nvCxnSpPr>
        <p:spPr>
          <a:xfrm>
            <a:off x="6134100" y="3311216"/>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0AAA53A-6964-724E-8791-53DB0D3A9CBE}"/>
              </a:ext>
            </a:extLst>
          </p:cNvPr>
          <p:cNvCxnSpPr>
            <a:cxnSpLocks/>
          </p:cNvCxnSpPr>
          <p:nvPr/>
        </p:nvCxnSpPr>
        <p:spPr>
          <a:xfrm>
            <a:off x="6134100" y="3548122"/>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6C9BCD5-4167-604D-974D-68A3F8999BF9}"/>
              </a:ext>
            </a:extLst>
          </p:cNvPr>
          <p:cNvCxnSpPr>
            <a:cxnSpLocks/>
          </p:cNvCxnSpPr>
          <p:nvPr/>
        </p:nvCxnSpPr>
        <p:spPr>
          <a:xfrm>
            <a:off x="6134100" y="4792293"/>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225880F-4EDA-2B41-BA63-105ABFF6A823}"/>
              </a:ext>
            </a:extLst>
          </p:cNvPr>
          <p:cNvCxnSpPr>
            <a:cxnSpLocks/>
          </p:cNvCxnSpPr>
          <p:nvPr/>
        </p:nvCxnSpPr>
        <p:spPr>
          <a:xfrm>
            <a:off x="6134100" y="5029200"/>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EB7D1-AE0B-C24F-8957-3260EC322FDA}"/>
              </a:ext>
            </a:extLst>
          </p:cNvPr>
          <p:cNvCxnSpPr>
            <a:cxnSpLocks/>
          </p:cNvCxnSpPr>
          <p:nvPr/>
        </p:nvCxnSpPr>
        <p:spPr>
          <a:xfrm>
            <a:off x="6134100" y="6273371"/>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E3D5A23B-648C-AC47-B8BD-EE892612B02C}"/>
              </a:ext>
            </a:extLst>
          </p:cNvPr>
          <p:cNvSpPr>
            <a:spLocks noGrp="1"/>
          </p:cNvSpPr>
          <p:nvPr>
            <p:ph type="body" sz="quarter" idx="13" hasCustomPrompt="1"/>
          </p:nvPr>
        </p:nvSpPr>
        <p:spPr>
          <a:xfrm>
            <a:off x="7378275" y="2314728"/>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28" name="Text Placeholder 4">
            <a:extLst>
              <a:ext uri="{FF2B5EF4-FFF2-40B4-BE49-F238E27FC236}">
                <a16:creationId xmlns:a16="http://schemas.microsoft.com/office/drawing/2014/main" id="{052991E3-3AF8-7242-AF14-580FCDDA4CF5}"/>
              </a:ext>
            </a:extLst>
          </p:cNvPr>
          <p:cNvSpPr>
            <a:spLocks noGrp="1"/>
          </p:cNvSpPr>
          <p:nvPr>
            <p:ph type="body" sz="quarter" idx="15" hasCustomPrompt="1"/>
          </p:nvPr>
        </p:nvSpPr>
        <p:spPr>
          <a:xfrm>
            <a:off x="7378275" y="8382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0" name="Text Placeholder 4">
            <a:extLst>
              <a:ext uri="{FF2B5EF4-FFF2-40B4-BE49-F238E27FC236}">
                <a16:creationId xmlns:a16="http://schemas.microsoft.com/office/drawing/2014/main" id="{C1C221DA-B39D-734F-9219-6D344EDE4326}"/>
              </a:ext>
            </a:extLst>
          </p:cNvPr>
          <p:cNvSpPr>
            <a:spLocks noGrp="1"/>
          </p:cNvSpPr>
          <p:nvPr>
            <p:ph type="body" sz="quarter" idx="17" hasCustomPrompt="1"/>
          </p:nvPr>
        </p:nvSpPr>
        <p:spPr>
          <a:xfrm>
            <a:off x="7378275" y="38100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2" name="Text Placeholder 4">
            <a:extLst>
              <a:ext uri="{FF2B5EF4-FFF2-40B4-BE49-F238E27FC236}">
                <a16:creationId xmlns:a16="http://schemas.microsoft.com/office/drawing/2014/main" id="{7AD49206-9AA1-9545-B8DE-768C479CE37B}"/>
              </a:ext>
            </a:extLst>
          </p:cNvPr>
          <p:cNvSpPr>
            <a:spLocks noGrp="1"/>
          </p:cNvSpPr>
          <p:nvPr>
            <p:ph type="body" sz="quarter" idx="19" hasCustomPrompt="1"/>
          </p:nvPr>
        </p:nvSpPr>
        <p:spPr>
          <a:xfrm>
            <a:off x="7378275" y="52578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54" name="Title 1">
            <a:extLst>
              <a:ext uri="{FF2B5EF4-FFF2-40B4-BE49-F238E27FC236}">
                <a16:creationId xmlns:a16="http://schemas.microsoft.com/office/drawing/2014/main" id="{C749ABB7-E94C-644E-AB3E-CA66A14994E4}"/>
              </a:ext>
            </a:extLst>
          </p:cNvPr>
          <p:cNvSpPr txBox="1">
            <a:spLocks/>
          </p:cNvSpPr>
          <p:nvPr userDrawn="1"/>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55" name="Title 1">
            <a:extLst>
              <a:ext uri="{FF2B5EF4-FFF2-40B4-BE49-F238E27FC236}">
                <a16:creationId xmlns:a16="http://schemas.microsoft.com/office/drawing/2014/main" id="{AED658B1-2D11-6B40-9AC8-F40A2E8C428E}"/>
              </a:ext>
            </a:extLst>
          </p:cNvPr>
          <p:cNvSpPr txBox="1">
            <a:spLocks/>
          </p:cNvSpPr>
          <p:nvPr userDrawn="1"/>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6" name="Title 1">
            <a:extLst>
              <a:ext uri="{FF2B5EF4-FFF2-40B4-BE49-F238E27FC236}">
                <a16:creationId xmlns:a16="http://schemas.microsoft.com/office/drawing/2014/main" id="{BF28F184-936F-734E-82FF-11CF771C79D1}"/>
              </a:ext>
            </a:extLst>
          </p:cNvPr>
          <p:cNvSpPr txBox="1">
            <a:spLocks/>
          </p:cNvSpPr>
          <p:nvPr userDrawn="1"/>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57" name="Title 1">
            <a:extLst>
              <a:ext uri="{FF2B5EF4-FFF2-40B4-BE49-F238E27FC236}">
                <a16:creationId xmlns:a16="http://schemas.microsoft.com/office/drawing/2014/main" id="{50B655BD-0C6C-E84E-8F2B-004B34E870DC}"/>
              </a:ext>
            </a:extLst>
          </p:cNvPr>
          <p:cNvSpPr txBox="1">
            <a:spLocks/>
          </p:cNvSpPr>
          <p:nvPr userDrawn="1"/>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
        <p:nvSpPr>
          <p:cNvPr id="59" name="Text Placeholder 4">
            <a:extLst>
              <a:ext uri="{FF2B5EF4-FFF2-40B4-BE49-F238E27FC236}">
                <a16:creationId xmlns:a16="http://schemas.microsoft.com/office/drawing/2014/main" id="{1CEA2372-B756-9B49-B735-65CC0C7086CE}"/>
              </a:ext>
            </a:extLst>
          </p:cNvPr>
          <p:cNvSpPr>
            <a:spLocks noGrp="1"/>
          </p:cNvSpPr>
          <p:nvPr>
            <p:ph type="body" sz="quarter" idx="12" hasCustomPrompt="1"/>
          </p:nvPr>
        </p:nvSpPr>
        <p:spPr>
          <a:xfrm>
            <a:off x="584201" y="2150957"/>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21" name="Footer Placeholder 4">
            <a:extLst>
              <a:ext uri="{FF2B5EF4-FFF2-40B4-BE49-F238E27FC236}">
                <a16:creationId xmlns:a16="http://schemas.microsoft.com/office/drawing/2014/main" id="{26601A05-B18A-4B66-A601-446933C6B1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22" name="Slide Number Placeholder 5">
            <a:extLst>
              <a:ext uri="{FF2B5EF4-FFF2-40B4-BE49-F238E27FC236}">
                <a16:creationId xmlns:a16="http://schemas.microsoft.com/office/drawing/2014/main" id="{2AF7A1D5-4923-435E-A787-BD20E0820261}"/>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33242069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lue shape_Title_Subtitle_Content_3 Layou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5C115828-A4B2-4C63-9284-3EE9A55A556B}"/>
              </a:ext>
            </a:extLst>
          </p:cNvPr>
          <p:cNvSpPr/>
          <p:nvPr userDrawn="1"/>
        </p:nvSpPr>
        <p:spPr bwMode="auto">
          <a:xfrm>
            <a:off x="4583114" y="3477729"/>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3" name="Rectangle 2">
            <a:extLst>
              <a:ext uri="{FF2B5EF4-FFF2-40B4-BE49-F238E27FC236}">
                <a16:creationId xmlns:a16="http://schemas.microsoft.com/office/drawing/2014/main" id="{42F95E0F-9554-4E8E-BECB-491620008177}"/>
              </a:ext>
            </a:extLst>
          </p:cNvPr>
          <p:cNvSpPr/>
          <p:nvPr userDrawn="1"/>
        </p:nvSpPr>
        <p:spPr bwMode="auto">
          <a:xfrm>
            <a:off x="4583114" y="585788"/>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cxnSp>
        <p:nvCxnSpPr>
          <p:cNvPr id="50" name="Straight Connector 49">
            <a:extLst>
              <a:ext uri="{FF2B5EF4-FFF2-40B4-BE49-F238E27FC236}">
                <a16:creationId xmlns:a16="http://schemas.microsoft.com/office/drawing/2014/main" id="{491ECCFF-A78D-1C4C-B06A-287BFFD18C0B}"/>
              </a:ext>
            </a:extLst>
          </p:cNvPr>
          <p:cNvCxnSpPr>
            <a:cxnSpLocks/>
          </p:cNvCxnSpPr>
          <p:nvPr/>
        </p:nvCxnSpPr>
        <p:spPr>
          <a:xfrm>
            <a:off x="4583114" y="585968"/>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D518E73C-187A-004E-9315-F4550400997B}"/>
              </a:ext>
            </a:extLst>
          </p:cNvPr>
          <p:cNvCxnSpPr>
            <a:cxnSpLocks/>
          </p:cNvCxnSpPr>
          <p:nvPr/>
        </p:nvCxnSpPr>
        <p:spPr>
          <a:xfrm>
            <a:off x="4583114" y="3366839"/>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E210D2-07B9-CE46-BAA5-0149E8DEF15F}"/>
              </a:ext>
            </a:extLst>
          </p:cNvPr>
          <p:cNvCxnSpPr>
            <a:cxnSpLocks/>
          </p:cNvCxnSpPr>
          <p:nvPr/>
        </p:nvCxnSpPr>
        <p:spPr>
          <a:xfrm>
            <a:off x="4583114" y="347772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177354CA-AA42-3C4F-BC8C-E5000F50D104}"/>
              </a:ext>
            </a:extLst>
          </p:cNvPr>
          <p:cNvCxnSpPr>
            <a:cxnSpLocks/>
          </p:cNvCxnSpPr>
          <p:nvPr/>
        </p:nvCxnSpPr>
        <p:spPr>
          <a:xfrm>
            <a:off x="4583114" y="625877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1" name="Text Placeholder 4">
            <a:extLst>
              <a:ext uri="{FF2B5EF4-FFF2-40B4-BE49-F238E27FC236}">
                <a16:creationId xmlns:a16="http://schemas.microsoft.com/office/drawing/2014/main" id="{4BD19EB2-7D8F-AC41-A8B6-1914246DD12A}"/>
              </a:ext>
            </a:extLst>
          </p:cNvPr>
          <p:cNvSpPr>
            <a:spLocks noGrp="1"/>
          </p:cNvSpPr>
          <p:nvPr userDrawn="1">
            <p:ph type="body" sz="quarter" idx="15" hasCustomPrompt="1"/>
          </p:nvPr>
        </p:nvSpPr>
        <p:spPr>
          <a:xfrm>
            <a:off x="6573838" y="853214"/>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2" name="Text Placeholder 4">
            <a:extLst>
              <a:ext uri="{FF2B5EF4-FFF2-40B4-BE49-F238E27FC236}">
                <a16:creationId xmlns:a16="http://schemas.microsoft.com/office/drawing/2014/main" id="{E7593565-8F64-304B-8C7E-9439401DD389}"/>
              </a:ext>
            </a:extLst>
          </p:cNvPr>
          <p:cNvSpPr>
            <a:spLocks noGrp="1"/>
          </p:cNvSpPr>
          <p:nvPr userDrawn="1">
            <p:ph type="body" sz="quarter" idx="16" hasCustomPrompt="1"/>
          </p:nvPr>
        </p:nvSpPr>
        <p:spPr>
          <a:xfrm>
            <a:off x="4739127" y="853214"/>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63" name="Text Placeholder 4">
            <a:extLst>
              <a:ext uri="{FF2B5EF4-FFF2-40B4-BE49-F238E27FC236}">
                <a16:creationId xmlns:a16="http://schemas.microsoft.com/office/drawing/2014/main" id="{A5C784BF-DD0C-4145-AFF6-60E0CD019133}"/>
              </a:ext>
            </a:extLst>
          </p:cNvPr>
          <p:cNvSpPr>
            <a:spLocks noGrp="1"/>
          </p:cNvSpPr>
          <p:nvPr userDrawn="1">
            <p:ph type="body" sz="quarter" idx="17" hasCustomPrompt="1"/>
          </p:nvPr>
        </p:nvSpPr>
        <p:spPr>
          <a:xfrm>
            <a:off x="6573838" y="3745155"/>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4" name="Text Placeholder 4">
            <a:extLst>
              <a:ext uri="{FF2B5EF4-FFF2-40B4-BE49-F238E27FC236}">
                <a16:creationId xmlns:a16="http://schemas.microsoft.com/office/drawing/2014/main" id="{2EA836EF-2EB8-5E4E-B346-EC54002F09DC}"/>
              </a:ext>
            </a:extLst>
          </p:cNvPr>
          <p:cNvSpPr>
            <a:spLocks noGrp="1"/>
          </p:cNvSpPr>
          <p:nvPr userDrawn="1">
            <p:ph type="body" sz="quarter" idx="18" hasCustomPrompt="1"/>
          </p:nvPr>
        </p:nvSpPr>
        <p:spPr>
          <a:xfrm>
            <a:off x="4739127" y="3745155"/>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14" name="Footer Placeholder 4">
            <a:extLst>
              <a:ext uri="{FF2B5EF4-FFF2-40B4-BE49-F238E27FC236}">
                <a16:creationId xmlns:a16="http://schemas.microsoft.com/office/drawing/2014/main" id="{6611CD12-3411-4A81-9E8C-BDCA5C7E737F}"/>
              </a:ext>
            </a:extLst>
          </p:cNvPr>
          <p:cNvSpPr>
            <a:spLocks noGrp="1"/>
          </p:cNvSpPr>
          <p:nvPr userDrawn="1">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15" name="Slide Number Placeholder 5">
            <a:extLst>
              <a:ext uri="{FF2B5EF4-FFF2-40B4-BE49-F238E27FC236}">
                <a16:creationId xmlns:a16="http://schemas.microsoft.com/office/drawing/2014/main" id="{FEBB3A48-4E52-4A27-9CA2-92707D5471FC}"/>
              </a:ext>
            </a:extLst>
          </p:cNvPr>
          <p:cNvSpPr>
            <a:spLocks noGrp="1"/>
          </p:cNvSpPr>
          <p:nvPr userDrawn="1">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19" name="Rectangle 18">
            <a:extLst>
              <a:ext uri="{FF2B5EF4-FFF2-40B4-BE49-F238E27FC236}">
                <a16:creationId xmlns:a16="http://schemas.microsoft.com/office/drawing/2014/main" id="{06D5A150-7E2C-414D-B68B-9C94D25E39DC}"/>
              </a:ext>
            </a:extLst>
          </p:cNvPr>
          <p:cNvSpPr/>
          <p:nvPr userDrawn="1"/>
        </p:nvSpPr>
        <p:spPr bwMode="auto">
          <a:xfrm>
            <a:off x="0" y="0"/>
            <a:ext cx="43053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0" name="Title 1">
            <a:extLst>
              <a:ext uri="{FF2B5EF4-FFF2-40B4-BE49-F238E27FC236}">
                <a16:creationId xmlns:a16="http://schemas.microsoft.com/office/drawing/2014/main" id="{12AE0041-F3F5-4B38-BA5A-7E919381E285}"/>
              </a:ext>
            </a:extLst>
          </p:cNvPr>
          <p:cNvSpPr>
            <a:spLocks noGrp="1"/>
          </p:cNvSpPr>
          <p:nvPr>
            <p:ph type="title"/>
          </p:nvPr>
        </p:nvSpPr>
        <p:spPr>
          <a:xfrm>
            <a:off x="575481" y="2141575"/>
            <a:ext cx="3463119" cy="1846659"/>
          </a:xfrm>
        </p:spPr>
        <p:txBody>
          <a:bodyPr wrap="square">
            <a:spAutoFit/>
          </a:bodyPr>
          <a:lstStyle>
            <a:lvl1pPr algn="l" defTabSz="932742" rtl="0" eaLnBrk="1" latinLnBrk="0" hangingPunct="1">
              <a:lnSpc>
                <a:spcPct val="100000"/>
              </a:lnSpc>
              <a:spcBef>
                <a:spcPct val="0"/>
              </a:spcBef>
              <a:buNone/>
              <a:defRPr lang="en-US" sz="40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21" name="Text Placeholder 4">
            <a:extLst>
              <a:ext uri="{FF2B5EF4-FFF2-40B4-BE49-F238E27FC236}">
                <a16:creationId xmlns:a16="http://schemas.microsoft.com/office/drawing/2014/main" id="{5D456B66-B037-4653-AFA9-F989D2754329}"/>
              </a:ext>
            </a:extLst>
          </p:cNvPr>
          <p:cNvSpPr>
            <a:spLocks noGrp="1"/>
          </p:cNvSpPr>
          <p:nvPr>
            <p:ph type="body" sz="quarter" idx="12" hasCustomPrompt="1"/>
          </p:nvPr>
        </p:nvSpPr>
        <p:spPr>
          <a:xfrm>
            <a:off x="584201" y="4120945"/>
            <a:ext cx="3463119"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Tree>
    <p:extLst>
      <p:ext uri="{BB962C8B-B14F-4D97-AF65-F5344CB8AC3E}">
        <p14:creationId xmlns:p14="http://schemas.microsoft.com/office/powerpoint/2010/main" val="3981258441"/>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_1">
    <p:bg>
      <p:bgPr>
        <a:solidFill>
          <a:schemeClr val="accent2"/>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2D547BD7-AC55-6C40-A7CB-C9142C95C562}"/>
              </a:ext>
            </a:extLst>
          </p:cNvPr>
          <p:cNvSpPr>
            <a:spLocks noGrp="1"/>
          </p:cNvSpPr>
          <p:nvPr>
            <p:ph type="title"/>
          </p:nvPr>
        </p:nvSpPr>
        <p:spPr>
          <a:xfrm>
            <a:off x="584200" y="4334637"/>
            <a:ext cx="9169400"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endParaRPr lang="en-US"/>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A6196947-EDB7-4F31-A405-9AE6EFA4C476}"/>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8" name="Slide Number Placeholder 5">
            <a:extLst>
              <a:ext uri="{FF2B5EF4-FFF2-40B4-BE49-F238E27FC236}">
                <a16:creationId xmlns:a16="http://schemas.microsoft.com/office/drawing/2014/main" id="{4D2DA863-F774-4788-9D62-D8BDC08571C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96583093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Divider_1">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4EC9115C-86E9-F143-8EB8-9CE9C70F9C8A}"/>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599117970"/>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_2">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40025DA-5880-5949-A056-5F0F19F396D7}"/>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97479832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_3">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30E57CC7-163C-B847-9127-71FEC21CB88A}"/>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331135058"/>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_4">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127E473-81C3-9141-8742-48EFD1E9E45A}"/>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133995091"/>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_5">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A9BCC3FF-9212-1A4D-B6CC-E7BAB6E34917}"/>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11578391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_6">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E0746CF9-0210-E241-8CC0-D4536C169E5A}"/>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474061126"/>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8330118-7E69-4295-8E46-2D3C12A6145D}"/>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05BBAA7F-5B33-4C2D-834A-3AA3431DEAD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863615809"/>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Blank_Navy">
    <p:bg>
      <p:bgPr>
        <a:solidFill>
          <a:schemeClr val="accent2"/>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F729F02E-C568-4079-80DB-8AF35FDEB7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96A942DB-9933-4199-B223-8A9AF3F212C7}"/>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54100341"/>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_Blue">
    <p:bg>
      <p:bgPr>
        <a:solidFill>
          <a:schemeClr val="accent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8979C7A1-5DB9-493E-B3C9-715A64CE0317}"/>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013BE040-8B17-4BFF-A007-D82BBBEDF8B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22611102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_Green">
    <p:bg>
      <p:bgPr>
        <a:solidFill>
          <a:schemeClr val="accent4"/>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69CC2AF9-DDBE-4701-8765-2DD4889CA32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5B23B171-018F-4FCA-888B-6B7146E7C9C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936435931"/>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_Numbered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2533A365-6B39-4527-855B-F6BC2552BB05}"/>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F34E0601-1B6B-4C1C-BC8D-DB3DC9ACA0E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599729763"/>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_Month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1CB59D0E-3483-4788-94CE-219A5C05F734}"/>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26E36EA7-CB06-4ADF-8688-B244FE6316DF}"/>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2763899369"/>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_Week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878CC1B1-AA6B-463B-A774-049792B3AC10}"/>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028E4364-080D-4863-8D44-AEE3D29D134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478813367"/>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7" name="Text Placeholder 6">
            <a:extLst>
              <a:ext uri="{FF2B5EF4-FFF2-40B4-BE49-F238E27FC236}">
                <a16:creationId xmlns:a16="http://schemas.microsoft.com/office/drawing/2014/main" id="{3501B1E1-4A0C-4426-8AC4-8B354CF116CE}"/>
              </a:ext>
            </a:extLst>
          </p:cNvPr>
          <p:cNvSpPr>
            <a:spLocks noGrp="1"/>
          </p:cNvSpPr>
          <p:nvPr>
            <p:ph type="body" sz="quarter" idx="10" hasCustomPrompt="1"/>
          </p:nvPr>
        </p:nvSpPr>
        <p:spPr>
          <a:xfrm>
            <a:off x="0" y="6294769"/>
            <a:ext cx="12192000" cy="563231"/>
          </a:xfrm>
          <a:solidFill>
            <a:srgbClr val="FFFF99"/>
          </a:solidFill>
        </p:spPr>
        <p:txBody>
          <a:bodyPr lIns="91440" tIns="91440" rIns="91440" bIns="91440">
            <a:noAutofit/>
          </a:bodyPr>
          <a:lstStyle>
            <a:lvl1pPr marL="0" indent="0" algn="r">
              <a:buNone/>
              <a:defRPr sz="2400"/>
            </a:lvl1pPr>
          </a:lstStyle>
          <a:p>
            <a:pPr lvl="0"/>
            <a:r>
              <a:rPr lang="en-US"/>
              <a:t>Next</a:t>
            </a:r>
          </a:p>
        </p:txBody>
      </p:sp>
    </p:spTree>
    <p:extLst>
      <p:ext uri="{BB962C8B-B14F-4D97-AF65-F5344CB8AC3E}">
        <p14:creationId xmlns:p14="http://schemas.microsoft.com/office/powerpoint/2010/main" val="728067837"/>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ankYou">
    <p:bg>
      <p:bgPr>
        <a:solidFill>
          <a:schemeClr val="accent2"/>
        </a:solidFill>
        <a:effectLst/>
      </p:bgPr>
    </p:bg>
    <p:spTree>
      <p:nvGrpSpPr>
        <p:cNvPr id="1" name=""/>
        <p:cNvGrpSpPr/>
        <p:nvPr/>
      </p:nvGrpSpPr>
      <p:grpSpPr>
        <a:xfrm>
          <a:off x="0" y="0"/>
          <a:ext cx="0" cy="0"/>
          <a:chOff x="0" y="0"/>
          <a:chExt cx="0" cy="0"/>
        </a:xfrm>
      </p:grpSpPr>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
        <p:nvSpPr>
          <p:cNvPr id="5" name="Title 1">
            <a:extLst>
              <a:ext uri="{FF2B5EF4-FFF2-40B4-BE49-F238E27FC236}">
                <a16:creationId xmlns:a16="http://schemas.microsoft.com/office/drawing/2014/main" id="{FA05CAAB-C386-EF47-9672-99832E904412}"/>
              </a:ext>
            </a:extLst>
          </p:cNvPr>
          <p:cNvSpPr>
            <a:spLocks noGrp="1"/>
          </p:cNvSpPr>
          <p:nvPr>
            <p:ph type="title" hasCustomPrompt="1"/>
          </p:nvPr>
        </p:nvSpPr>
        <p:spPr>
          <a:xfrm>
            <a:off x="584200" y="4075330"/>
            <a:ext cx="7298437" cy="1015663"/>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Thank you.</a:t>
            </a:r>
          </a:p>
        </p:txBody>
      </p:sp>
      <p:cxnSp>
        <p:nvCxnSpPr>
          <p:cNvPr id="6" name="Straight Connector 5">
            <a:extLst>
              <a:ext uri="{FF2B5EF4-FFF2-40B4-BE49-F238E27FC236}">
                <a16:creationId xmlns:a16="http://schemas.microsoft.com/office/drawing/2014/main" id="{88EA4229-0086-E64D-A616-33062EF62B34}"/>
              </a:ext>
            </a:extLst>
          </p:cNvPr>
          <p:cNvCxnSpPr>
            <a:cxnSpLocks/>
          </p:cNvCxnSpPr>
          <p:nvPr userDrawn="1"/>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9" name="Footer Placeholder 4">
            <a:extLst>
              <a:ext uri="{FF2B5EF4-FFF2-40B4-BE49-F238E27FC236}">
                <a16:creationId xmlns:a16="http://schemas.microsoft.com/office/drawing/2014/main" id="{F990A1EA-0184-4AE1-8858-D03AFEEF9B8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10" name="Slide Number Placeholder 5">
            <a:extLst>
              <a:ext uri="{FF2B5EF4-FFF2-40B4-BE49-F238E27FC236}">
                <a16:creationId xmlns:a16="http://schemas.microsoft.com/office/drawing/2014/main" id="{162410B6-6E3D-4CB2-A003-281A600A92F3}"/>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36316234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0" y="-689429"/>
            <a:ext cx="11018520" cy="492443"/>
          </a:xfrm>
        </p:spPr>
        <p:txBody>
          <a:bodyPr/>
          <a:lstStyle>
            <a:lvl1pPr>
              <a:defRPr sz="3200"/>
            </a:lvl1pPr>
          </a:lstStyle>
          <a:p>
            <a:r>
              <a:rPr lang="en-US"/>
              <a:t>Click to edit Master title style</a:t>
            </a:r>
          </a:p>
        </p:txBody>
      </p:sp>
    </p:spTree>
    <p:extLst>
      <p:ext uri="{BB962C8B-B14F-4D97-AF65-F5344CB8AC3E}">
        <p14:creationId xmlns:p14="http://schemas.microsoft.com/office/powerpoint/2010/main" val="101924073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1_Title square photo">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4200" y="2303312"/>
            <a:ext cx="7298437" cy="3046988"/>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Event name </a:t>
            </a:r>
            <a:br>
              <a:rPr lang="en-US"/>
            </a:br>
            <a:r>
              <a:rPr lang="en-US"/>
              <a:t>or presentation title here</a:t>
            </a:r>
          </a:p>
        </p:txBody>
      </p:sp>
      <p:sp>
        <p:nvSpPr>
          <p:cNvPr id="5" name="Text Placeholder 4"/>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p:nvPicPr>
        <p:blipFill>
          <a:blip r:embed="rId2"/>
          <a:stretch>
            <a:fillRect/>
          </a:stretch>
        </p:blipFill>
        <p:spPr bwMode="black">
          <a:xfrm>
            <a:off x="584200" y="585788"/>
            <a:ext cx="1366245" cy="292608"/>
          </a:xfrm>
          <a:prstGeom prst="rect">
            <a:avLst/>
          </a:prstGeom>
        </p:spPr>
      </p:pic>
      <p:cxnSp>
        <p:nvCxnSpPr>
          <p:cNvPr id="4" name="Straight Connector 3">
            <a:extLst>
              <a:ext uri="{FF2B5EF4-FFF2-40B4-BE49-F238E27FC236}">
                <a16:creationId xmlns:a16="http://schemas.microsoft.com/office/drawing/2014/main" id="{CBA263C4-3326-E64B-9789-EDA19734D864}"/>
              </a:ext>
            </a:extLst>
          </p:cNvPr>
          <p:cNvCxnSpPr>
            <a:cxnSpLocks/>
          </p:cNvCxnSpPr>
          <p:nvPr/>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pic>
        <p:nvPicPr>
          <p:cNvPr id="3" name="MS logo white - EMF" descr="Microsoft logo white text version">
            <a:extLst>
              <a:ext uri="{FF2B5EF4-FFF2-40B4-BE49-F238E27FC236}">
                <a16:creationId xmlns:a16="http://schemas.microsoft.com/office/drawing/2014/main" id="{57D239CF-0FC0-DA57-7309-C78F609ADBDF}"/>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6" name="Straight Connector 5">
            <a:extLst>
              <a:ext uri="{FF2B5EF4-FFF2-40B4-BE49-F238E27FC236}">
                <a16:creationId xmlns:a16="http://schemas.microsoft.com/office/drawing/2014/main" id="{FD01B033-769C-68DE-8D3E-27FE3C6914A4}"/>
              </a:ext>
            </a:extLst>
          </p:cNvPr>
          <p:cNvCxnSpPr>
            <a:cxnSpLocks/>
          </p:cNvCxnSpPr>
          <p:nvPr userDrawn="1"/>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077550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Agenda Layout">
    <p:spTree>
      <p:nvGrpSpPr>
        <p:cNvPr id="1" name=""/>
        <p:cNvGrpSpPr/>
        <p:nvPr/>
      </p:nvGrpSpPr>
      <p:grpSpPr>
        <a:xfrm>
          <a:off x="0" y="0"/>
          <a:ext cx="0" cy="0"/>
          <a:chOff x="0" y="0"/>
          <a:chExt cx="0" cy="0"/>
        </a:xfrm>
      </p:grpSpPr>
      <p:sp>
        <p:nvSpPr>
          <p:cNvPr id="35" name="Footer Placeholder 4">
            <a:extLst>
              <a:ext uri="{FF2B5EF4-FFF2-40B4-BE49-F238E27FC236}">
                <a16:creationId xmlns:a16="http://schemas.microsoft.com/office/drawing/2014/main" id="{8C64960A-4B61-43E6-B400-13FC4850F81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6" name="Slide Number Placeholder 5">
            <a:extLst>
              <a:ext uri="{FF2B5EF4-FFF2-40B4-BE49-F238E27FC236}">
                <a16:creationId xmlns:a16="http://schemas.microsoft.com/office/drawing/2014/main" id="{4333FB6F-5C99-40E2-8D4E-1E9EE410072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Rectangle 1">
            <a:extLst>
              <a:ext uri="{FF2B5EF4-FFF2-40B4-BE49-F238E27FC236}">
                <a16:creationId xmlns:a16="http://schemas.microsoft.com/office/drawing/2014/main" id="{74BEDE68-1D2D-4A40-A3F4-F77A41DD2BC0}"/>
              </a:ext>
            </a:extLst>
          </p:cNvPr>
          <p:cNvSpPr/>
          <p:nvPr/>
        </p:nvSpPr>
        <p:spPr bwMode="auto">
          <a:xfrm>
            <a:off x="1" y="0"/>
            <a:ext cx="37084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8AAF1AEC-5837-427A-AB77-EF89A45999B0}"/>
              </a:ext>
            </a:extLst>
          </p:cNvPr>
          <p:cNvSpPr>
            <a:spLocks noGrp="1"/>
          </p:cNvSpPr>
          <p:nvPr>
            <p:ph type="body" sz="quarter" idx="39" hasCustomPrompt="1"/>
          </p:nvPr>
        </p:nvSpPr>
        <p:spPr>
          <a:xfrm>
            <a:off x="571500" y="3121224"/>
            <a:ext cx="2824014" cy="615553"/>
          </a:xfrm>
        </p:spPr>
        <p:txBody>
          <a:bodyPr/>
          <a:lstStyle>
            <a:lvl1pPr marL="0" indent="0">
              <a:buNone/>
              <a:defRPr sz="4000">
                <a:solidFill>
                  <a:schemeClr val="bg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Agenda</a:t>
            </a:r>
          </a:p>
        </p:txBody>
      </p:sp>
      <p:sp>
        <p:nvSpPr>
          <p:cNvPr id="3" name="Footer Placeholder 4">
            <a:extLst>
              <a:ext uri="{FF2B5EF4-FFF2-40B4-BE49-F238E27FC236}">
                <a16:creationId xmlns:a16="http://schemas.microsoft.com/office/drawing/2014/main" id="{334FD8BF-B494-032B-F6CD-0593844EB58B}"/>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736C660E-B10D-E01E-32C6-2044D500553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5" name="Rectangle 4">
            <a:extLst>
              <a:ext uri="{FF2B5EF4-FFF2-40B4-BE49-F238E27FC236}">
                <a16:creationId xmlns:a16="http://schemas.microsoft.com/office/drawing/2014/main" id="{2E394715-986D-D668-EA4F-3A9A49EB4898}"/>
              </a:ext>
            </a:extLst>
          </p:cNvPr>
          <p:cNvSpPr/>
          <p:nvPr userDrawn="1"/>
        </p:nvSpPr>
        <p:spPr bwMode="auto">
          <a:xfrm>
            <a:off x="1" y="0"/>
            <a:ext cx="37084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Text Placeholder 5">
            <a:extLst>
              <a:ext uri="{FF2B5EF4-FFF2-40B4-BE49-F238E27FC236}">
                <a16:creationId xmlns:a16="http://schemas.microsoft.com/office/drawing/2014/main" id="{A0A36A45-878E-A130-32D8-50467E4BF46E}"/>
              </a:ext>
            </a:extLst>
          </p:cNvPr>
          <p:cNvSpPr>
            <a:spLocks noGrp="1"/>
          </p:cNvSpPr>
          <p:nvPr>
            <p:ph type="body" sz="quarter" idx="39" hasCustomPrompt="1"/>
          </p:nvPr>
        </p:nvSpPr>
        <p:spPr>
          <a:xfrm>
            <a:off x="571500" y="3121224"/>
            <a:ext cx="2824014" cy="615553"/>
          </a:xfrm>
        </p:spPr>
        <p:txBody>
          <a:bodyPr/>
          <a:lstStyle>
            <a:lvl1pPr marL="0" indent="0">
              <a:buNone/>
              <a:defRPr sz="4000">
                <a:solidFill>
                  <a:schemeClr val="bg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Agenda</a:t>
            </a:r>
          </a:p>
        </p:txBody>
      </p:sp>
    </p:spTree>
    <p:extLst>
      <p:ext uri="{BB962C8B-B14F-4D97-AF65-F5344CB8AC3E}">
        <p14:creationId xmlns:p14="http://schemas.microsoft.com/office/powerpoint/2010/main" val="1127070193"/>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500444127"/>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1_Title Only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3" name="Rectangle 2">
            <a:extLst>
              <a:ext uri="{FF2B5EF4-FFF2-40B4-BE49-F238E27FC236}">
                <a16:creationId xmlns:a16="http://schemas.microsoft.com/office/drawing/2014/main" id="{B54F6763-6AC0-1DA6-1360-1C00202183D0}"/>
              </a:ext>
              <a:ext uri="{C183D7F6-B498-43B3-948B-1728B52AA6E4}">
                <adec:decorative xmlns:adec="http://schemas.microsoft.com/office/drawing/2017/decorative" val="1"/>
              </a:ext>
            </a:extLst>
          </p:cNvPr>
          <p:cNvSpPr/>
          <p:nvPr userDrawn="1"/>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8" name="Rectangle 7">
            <a:extLst>
              <a:ext uri="{FF2B5EF4-FFF2-40B4-BE49-F238E27FC236}">
                <a16:creationId xmlns:a16="http://schemas.microsoft.com/office/drawing/2014/main" id="{642E3F12-56AE-7F42-FB6B-08C8BCE1125C}"/>
              </a:ext>
              <a:ext uri="{C183D7F6-B498-43B3-948B-1728B52AA6E4}">
                <adec:decorative xmlns:adec="http://schemas.microsoft.com/office/drawing/2017/decorative" val="1"/>
              </a:ext>
            </a:extLst>
          </p:cNvPr>
          <p:cNvSpPr/>
          <p:nvPr userDrawn="1"/>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625483121"/>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itle_Blue Bar_Placeholde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F141C64-E920-4DE9-A440-152373BCBA3E}"/>
              </a:ext>
              <a:ext uri="{C183D7F6-B498-43B3-948B-1728B52AA6E4}">
                <adec:decorative xmlns:adec="http://schemas.microsoft.com/office/drawing/2017/decorative" val="1"/>
              </a:ext>
            </a:extLst>
          </p:cNvPr>
          <p:cNvSpPr/>
          <p:nvPr/>
        </p:nvSpPr>
        <p:spPr bwMode="auto">
          <a:xfrm>
            <a:off x="0" y="2"/>
            <a:ext cx="12192000" cy="1429046"/>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9" name="Content Placeholder 8">
            <a:extLst>
              <a:ext uri="{FF2B5EF4-FFF2-40B4-BE49-F238E27FC236}">
                <a16:creationId xmlns:a16="http://schemas.microsoft.com/office/drawing/2014/main" id="{42582AC2-DA98-4BCB-8380-34C382DED89F}"/>
              </a:ext>
            </a:extLst>
          </p:cNvPr>
          <p:cNvSpPr>
            <a:spLocks noGrp="1"/>
          </p:cNvSpPr>
          <p:nvPr>
            <p:ph sz="quarter" idx="10" hasCustomPrompt="1"/>
          </p:nvPr>
        </p:nvSpPr>
        <p:spPr>
          <a:xfrm>
            <a:off x="6019800" y="1871663"/>
            <a:ext cx="5600700" cy="4397375"/>
          </a:xfrm>
          <a:ln w="6350">
            <a:solidFill>
              <a:schemeClr val="bg1">
                <a:lumMod val="85000"/>
              </a:schemeClr>
            </a:solidFill>
          </a:ln>
        </p:spPr>
        <p:txBody>
          <a:bodyPr/>
          <a:lstStyle>
            <a:lvl1pPr marL="0" indent="0" algn="ctr">
              <a:buNone/>
              <a:defRPr sz="1800"/>
            </a:lvl1pPr>
          </a:lstStyle>
          <a:p>
            <a:pPr lvl="0"/>
            <a:r>
              <a:rPr lang="en-US"/>
              <a:t>Place holder for report and illustration </a:t>
            </a:r>
          </a:p>
        </p:txBody>
      </p:sp>
      <p:sp>
        <p:nvSpPr>
          <p:cNvPr id="11" name="Rectangle 10">
            <a:extLst>
              <a:ext uri="{FF2B5EF4-FFF2-40B4-BE49-F238E27FC236}">
                <a16:creationId xmlns:a16="http://schemas.microsoft.com/office/drawing/2014/main" id="{3CBE3747-AB42-4DD5-A33C-42C4A70E8A91}"/>
              </a:ext>
              <a:ext uri="{C183D7F6-B498-43B3-948B-1728B52AA6E4}">
                <adec:decorative xmlns:adec="http://schemas.microsoft.com/office/drawing/2017/decorative" val="1"/>
              </a:ext>
            </a:extLst>
          </p:cNvPr>
          <p:cNvSpPr/>
          <p:nvPr/>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5" name="Rectangle 4">
            <a:extLst>
              <a:ext uri="{FF2B5EF4-FFF2-40B4-BE49-F238E27FC236}">
                <a16:creationId xmlns:a16="http://schemas.microsoft.com/office/drawing/2014/main" id="{F7A67744-3A81-A196-C793-7AE47DC61CBF}"/>
              </a:ext>
              <a:ext uri="{C183D7F6-B498-43B3-948B-1728B52AA6E4}">
                <adec:decorative xmlns:adec="http://schemas.microsoft.com/office/drawing/2017/decorative" val="1"/>
              </a:ext>
            </a:extLst>
          </p:cNvPr>
          <p:cNvSpPr/>
          <p:nvPr userDrawn="1"/>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1283157295"/>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itle Only_Subtitle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accent6"/>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4232457862"/>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itle Only_Subtitle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3C4A7113-1C85-4A35-B434-022FA5B6BA39}"/>
              </a:ext>
              <a:ext uri="{C183D7F6-B498-43B3-948B-1728B52AA6E4}">
                <adec:decorative xmlns:adec="http://schemas.microsoft.com/office/drawing/2017/decorative" val="1"/>
              </a:ext>
            </a:extLst>
          </p:cNvPr>
          <p:cNvSpPr/>
          <p:nvPr userDrawn="1"/>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9" name="Rectangle 8">
            <a:extLst>
              <a:ext uri="{FF2B5EF4-FFF2-40B4-BE49-F238E27FC236}">
                <a16:creationId xmlns:a16="http://schemas.microsoft.com/office/drawing/2014/main" id="{5FB01DBE-96D0-E685-11FC-257412DD4794}"/>
              </a:ext>
              <a:ext uri="{C183D7F6-B498-43B3-948B-1728B52AA6E4}">
                <adec:decorative xmlns:adec="http://schemas.microsoft.com/office/drawing/2017/decorative" val="1"/>
              </a:ext>
            </a:extLst>
          </p:cNvPr>
          <p:cNvSpPr/>
          <p:nvPr userDrawn="1"/>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690052723"/>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 Image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5854348"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720843" y="0"/>
            <a:ext cx="5471157" cy="6858000"/>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
        <p:nvSpPr>
          <p:cNvPr id="3" name="Rectangle 2">
            <a:extLst>
              <a:ext uri="{FF2B5EF4-FFF2-40B4-BE49-F238E27FC236}">
                <a16:creationId xmlns:a16="http://schemas.microsoft.com/office/drawing/2014/main" id="{EC130585-D54D-146D-BF08-6BFDED17823D}"/>
              </a:ext>
            </a:extLst>
          </p:cNvPr>
          <p:cNvSpPr>
            <a:spLocks/>
          </p:cNvSpPr>
          <p:nvPr userDrawn="1"/>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3E8F1F66-3401-42D8-4EA7-93016BF04FDB}"/>
              </a:ext>
            </a:extLst>
          </p:cNvPr>
          <p:cNvSpPr>
            <a:spLocks/>
          </p:cNvSpPr>
          <p:nvPr userDrawn="1"/>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48470846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Half Image_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p:nvPr/>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p:nvPr/>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4555319" cy="553998"/>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019800" y="585788"/>
            <a:ext cx="5600700" cy="5686424"/>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
        <p:nvSpPr>
          <p:cNvPr id="3" name="Rectangle 2">
            <a:extLst>
              <a:ext uri="{FF2B5EF4-FFF2-40B4-BE49-F238E27FC236}">
                <a16:creationId xmlns:a16="http://schemas.microsoft.com/office/drawing/2014/main" id="{EAFDE0EE-2116-208F-62CB-54A9034B8825}"/>
              </a:ext>
            </a:extLst>
          </p:cNvPr>
          <p:cNvSpPr/>
          <p:nvPr userDrawn="1"/>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D22BF405-1FBE-1A50-B071-649A2F53198E}"/>
              </a:ext>
            </a:extLst>
          </p:cNvPr>
          <p:cNvSpPr/>
          <p:nvPr userDrawn="1"/>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515622222"/>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11045019"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Rectangle 2">
            <a:extLst>
              <a:ext uri="{FF2B5EF4-FFF2-40B4-BE49-F238E27FC236}">
                <a16:creationId xmlns:a16="http://schemas.microsoft.com/office/drawing/2014/main" id="{036383BE-CEF0-AE60-39EF-893B2F5AD4E9}"/>
              </a:ext>
            </a:extLst>
          </p:cNvPr>
          <p:cNvSpPr>
            <a:spLocks/>
          </p:cNvSpPr>
          <p:nvPr userDrawn="1"/>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F1D9F03C-20F5-D5CD-6BC9-893C4CAA81F2}"/>
              </a:ext>
            </a:extLst>
          </p:cNvPr>
          <p:cNvSpPr>
            <a:spLocks/>
          </p:cNvSpPr>
          <p:nvPr userDrawn="1"/>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669972509"/>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Medi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555319" cy="1107996"/>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7" name="Media Placeholder 6">
            <a:extLst>
              <a:ext uri="{FF2B5EF4-FFF2-40B4-BE49-F238E27FC236}">
                <a16:creationId xmlns:a16="http://schemas.microsoft.com/office/drawing/2014/main" id="{40EC17C2-B72D-4F57-AB81-A8295D570494}"/>
              </a:ext>
            </a:extLst>
          </p:cNvPr>
          <p:cNvSpPr>
            <a:spLocks noGrp="1"/>
          </p:cNvSpPr>
          <p:nvPr>
            <p:ph type="media" sz="quarter" idx="10"/>
          </p:nvPr>
        </p:nvSpPr>
        <p:spPr>
          <a:xfrm>
            <a:off x="6019800" y="585789"/>
            <a:ext cx="5595938" cy="5683249"/>
          </a:xfrm>
          <a:solidFill>
            <a:schemeClr val="bg1">
              <a:lumMod val="95000"/>
            </a:schemeClr>
          </a:solidFill>
          <a:ln w="6350">
            <a:solidFill>
              <a:schemeClr val="bg1">
                <a:lumMod val="75000"/>
              </a:schemeClr>
            </a:solidFill>
          </a:ln>
        </p:spPr>
        <p:txBody>
          <a:bodyPr/>
          <a:lstStyle>
            <a:lvl1pPr marL="0" indent="0" algn="ctr">
              <a:buNone/>
              <a:defRPr sz="2400"/>
            </a:lvl1pPr>
          </a:lstStyle>
          <a:p>
            <a:r>
              <a:rPr lang="en-US"/>
              <a:t>Click icon to add media</a:t>
            </a:r>
          </a:p>
        </p:txBody>
      </p:sp>
    </p:spTree>
    <p:extLst>
      <p:ext uri="{BB962C8B-B14F-4D97-AF65-F5344CB8AC3E}">
        <p14:creationId xmlns:p14="http://schemas.microsoft.com/office/powerpoint/2010/main" val="188187182"/>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itle_ Subtitle_Imag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Text Placeholder 4">
            <a:extLst>
              <a:ext uri="{FF2B5EF4-FFF2-40B4-BE49-F238E27FC236}">
                <a16:creationId xmlns:a16="http://schemas.microsoft.com/office/drawing/2014/main" id="{91F01542-314B-B94E-9E8F-3A1DCF0A8DB6}"/>
              </a:ext>
            </a:extLst>
          </p:cNvPr>
          <p:cNvSpPr>
            <a:spLocks noGrp="1"/>
          </p:cNvSpPr>
          <p:nvPr>
            <p:ph type="body" sz="quarter" idx="12" hasCustomPrompt="1"/>
          </p:nvPr>
        </p:nvSpPr>
        <p:spPr>
          <a:xfrm>
            <a:off x="584201" y="2021455"/>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5" name="Footer Placeholder 4">
            <a:extLst>
              <a:ext uri="{FF2B5EF4-FFF2-40B4-BE49-F238E27FC236}">
                <a16:creationId xmlns:a16="http://schemas.microsoft.com/office/drawing/2014/main" id="{9981877A-366D-46E8-9609-C14F4158122B}"/>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452A6145-AE34-4B2D-8774-7F978143283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3537629355"/>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_Subtitle_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cxnSp>
        <p:nvCxnSpPr>
          <p:cNvPr id="9" name="Straight Connector 8">
            <a:extLst>
              <a:ext uri="{FF2B5EF4-FFF2-40B4-BE49-F238E27FC236}">
                <a16:creationId xmlns:a16="http://schemas.microsoft.com/office/drawing/2014/main" id="{6F2A71D1-F09E-8842-AD05-950FE1498381}"/>
              </a:ext>
            </a:extLst>
          </p:cNvPr>
          <p:cNvCxnSpPr>
            <a:cxnSpLocks/>
          </p:cNvCxnSpPr>
          <p:nvPr/>
        </p:nvCxnSpPr>
        <p:spPr>
          <a:xfrm>
            <a:off x="6134100" y="585968"/>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DB10EA9-1316-2045-BA8E-85DFEBC1CDE2}"/>
              </a:ext>
            </a:extLst>
          </p:cNvPr>
          <p:cNvCxnSpPr>
            <a:cxnSpLocks/>
          </p:cNvCxnSpPr>
          <p:nvPr/>
        </p:nvCxnSpPr>
        <p:spPr>
          <a:xfrm>
            <a:off x="6134100" y="1830139"/>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65D8CB-54F7-4447-8E24-547CD549E6B4}"/>
              </a:ext>
            </a:extLst>
          </p:cNvPr>
          <p:cNvCxnSpPr>
            <a:cxnSpLocks/>
          </p:cNvCxnSpPr>
          <p:nvPr/>
        </p:nvCxnSpPr>
        <p:spPr>
          <a:xfrm>
            <a:off x="6134100" y="2067045"/>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8CD7834-4D7C-9D47-9858-3F2CCB9CB277}"/>
              </a:ext>
            </a:extLst>
          </p:cNvPr>
          <p:cNvCxnSpPr>
            <a:cxnSpLocks/>
          </p:cNvCxnSpPr>
          <p:nvPr/>
        </p:nvCxnSpPr>
        <p:spPr>
          <a:xfrm>
            <a:off x="6134100" y="3311216"/>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0AAA53A-6964-724E-8791-53DB0D3A9CBE}"/>
              </a:ext>
            </a:extLst>
          </p:cNvPr>
          <p:cNvCxnSpPr>
            <a:cxnSpLocks/>
          </p:cNvCxnSpPr>
          <p:nvPr/>
        </p:nvCxnSpPr>
        <p:spPr>
          <a:xfrm>
            <a:off x="6134100" y="3548122"/>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6C9BCD5-4167-604D-974D-68A3F8999BF9}"/>
              </a:ext>
            </a:extLst>
          </p:cNvPr>
          <p:cNvCxnSpPr>
            <a:cxnSpLocks/>
          </p:cNvCxnSpPr>
          <p:nvPr/>
        </p:nvCxnSpPr>
        <p:spPr>
          <a:xfrm>
            <a:off x="6134100" y="4792293"/>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225880F-4EDA-2B41-BA63-105ABFF6A823}"/>
              </a:ext>
            </a:extLst>
          </p:cNvPr>
          <p:cNvCxnSpPr>
            <a:cxnSpLocks/>
          </p:cNvCxnSpPr>
          <p:nvPr/>
        </p:nvCxnSpPr>
        <p:spPr>
          <a:xfrm>
            <a:off x="6134100" y="5029200"/>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EB7D1-AE0B-C24F-8957-3260EC322FDA}"/>
              </a:ext>
            </a:extLst>
          </p:cNvPr>
          <p:cNvCxnSpPr>
            <a:cxnSpLocks/>
          </p:cNvCxnSpPr>
          <p:nvPr/>
        </p:nvCxnSpPr>
        <p:spPr>
          <a:xfrm>
            <a:off x="6134100" y="6273371"/>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E3D5A23B-648C-AC47-B8BD-EE892612B02C}"/>
              </a:ext>
            </a:extLst>
          </p:cNvPr>
          <p:cNvSpPr>
            <a:spLocks noGrp="1"/>
          </p:cNvSpPr>
          <p:nvPr>
            <p:ph type="body" sz="quarter" idx="13" hasCustomPrompt="1"/>
          </p:nvPr>
        </p:nvSpPr>
        <p:spPr>
          <a:xfrm>
            <a:off x="7378275" y="2314728"/>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28" name="Text Placeholder 4">
            <a:extLst>
              <a:ext uri="{FF2B5EF4-FFF2-40B4-BE49-F238E27FC236}">
                <a16:creationId xmlns:a16="http://schemas.microsoft.com/office/drawing/2014/main" id="{052991E3-3AF8-7242-AF14-580FCDDA4CF5}"/>
              </a:ext>
            </a:extLst>
          </p:cNvPr>
          <p:cNvSpPr>
            <a:spLocks noGrp="1"/>
          </p:cNvSpPr>
          <p:nvPr>
            <p:ph type="body" sz="quarter" idx="15" hasCustomPrompt="1"/>
          </p:nvPr>
        </p:nvSpPr>
        <p:spPr>
          <a:xfrm>
            <a:off x="7378275" y="8382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0" name="Text Placeholder 4">
            <a:extLst>
              <a:ext uri="{FF2B5EF4-FFF2-40B4-BE49-F238E27FC236}">
                <a16:creationId xmlns:a16="http://schemas.microsoft.com/office/drawing/2014/main" id="{C1C221DA-B39D-734F-9219-6D344EDE4326}"/>
              </a:ext>
            </a:extLst>
          </p:cNvPr>
          <p:cNvSpPr>
            <a:spLocks noGrp="1"/>
          </p:cNvSpPr>
          <p:nvPr>
            <p:ph type="body" sz="quarter" idx="17" hasCustomPrompt="1"/>
          </p:nvPr>
        </p:nvSpPr>
        <p:spPr>
          <a:xfrm>
            <a:off x="7378275" y="38100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2" name="Text Placeholder 4">
            <a:extLst>
              <a:ext uri="{FF2B5EF4-FFF2-40B4-BE49-F238E27FC236}">
                <a16:creationId xmlns:a16="http://schemas.microsoft.com/office/drawing/2014/main" id="{7AD49206-9AA1-9545-B8DE-768C479CE37B}"/>
              </a:ext>
            </a:extLst>
          </p:cNvPr>
          <p:cNvSpPr>
            <a:spLocks noGrp="1"/>
          </p:cNvSpPr>
          <p:nvPr>
            <p:ph type="body" sz="quarter" idx="19" hasCustomPrompt="1"/>
          </p:nvPr>
        </p:nvSpPr>
        <p:spPr>
          <a:xfrm>
            <a:off x="7378275" y="52578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54" name="Title 1">
            <a:extLst>
              <a:ext uri="{FF2B5EF4-FFF2-40B4-BE49-F238E27FC236}">
                <a16:creationId xmlns:a16="http://schemas.microsoft.com/office/drawing/2014/main" id="{C749ABB7-E94C-644E-AB3E-CA66A14994E4}"/>
              </a:ext>
            </a:extLst>
          </p:cNvPr>
          <p:cNvSpPr txBox="1">
            <a:spLocks/>
          </p:cNvSpPr>
          <p:nvPr/>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55" name="Title 1">
            <a:extLst>
              <a:ext uri="{FF2B5EF4-FFF2-40B4-BE49-F238E27FC236}">
                <a16:creationId xmlns:a16="http://schemas.microsoft.com/office/drawing/2014/main" id="{AED658B1-2D11-6B40-9AC8-F40A2E8C428E}"/>
              </a:ext>
            </a:extLst>
          </p:cNvPr>
          <p:cNvSpPr txBox="1">
            <a:spLocks/>
          </p:cNvSpPr>
          <p:nvPr/>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6" name="Title 1">
            <a:extLst>
              <a:ext uri="{FF2B5EF4-FFF2-40B4-BE49-F238E27FC236}">
                <a16:creationId xmlns:a16="http://schemas.microsoft.com/office/drawing/2014/main" id="{BF28F184-936F-734E-82FF-11CF771C79D1}"/>
              </a:ext>
            </a:extLst>
          </p:cNvPr>
          <p:cNvSpPr txBox="1">
            <a:spLocks/>
          </p:cNvSpPr>
          <p:nvPr/>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57" name="Title 1">
            <a:extLst>
              <a:ext uri="{FF2B5EF4-FFF2-40B4-BE49-F238E27FC236}">
                <a16:creationId xmlns:a16="http://schemas.microsoft.com/office/drawing/2014/main" id="{50B655BD-0C6C-E84E-8F2B-004B34E870DC}"/>
              </a:ext>
            </a:extLst>
          </p:cNvPr>
          <p:cNvSpPr txBox="1">
            <a:spLocks/>
          </p:cNvSpPr>
          <p:nvPr/>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
        <p:nvSpPr>
          <p:cNvPr id="59" name="Text Placeholder 4">
            <a:extLst>
              <a:ext uri="{FF2B5EF4-FFF2-40B4-BE49-F238E27FC236}">
                <a16:creationId xmlns:a16="http://schemas.microsoft.com/office/drawing/2014/main" id="{1CEA2372-B756-9B49-B735-65CC0C7086CE}"/>
              </a:ext>
            </a:extLst>
          </p:cNvPr>
          <p:cNvSpPr>
            <a:spLocks noGrp="1"/>
          </p:cNvSpPr>
          <p:nvPr>
            <p:ph type="body" sz="quarter" idx="12" hasCustomPrompt="1"/>
          </p:nvPr>
        </p:nvSpPr>
        <p:spPr>
          <a:xfrm>
            <a:off x="584201" y="2150957"/>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21" name="Footer Placeholder 4">
            <a:extLst>
              <a:ext uri="{FF2B5EF4-FFF2-40B4-BE49-F238E27FC236}">
                <a16:creationId xmlns:a16="http://schemas.microsoft.com/office/drawing/2014/main" id="{26601A05-B18A-4B66-A601-446933C6B1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22" name="Slide Number Placeholder 5">
            <a:extLst>
              <a:ext uri="{FF2B5EF4-FFF2-40B4-BE49-F238E27FC236}">
                <a16:creationId xmlns:a16="http://schemas.microsoft.com/office/drawing/2014/main" id="{2AF7A1D5-4923-435E-A787-BD20E0820261}"/>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3" name="Title 1">
            <a:extLst>
              <a:ext uri="{FF2B5EF4-FFF2-40B4-BE49-F238E27FC236}">
                <a16:creationId xmlns:a16="http://schemas.microsoft.com/office/drawing/2014/main" id="{93103B53-A33A-4C22-EB04-8A59B43A6F57}"/>
              </a:ext>
            </a:extLst>
          </p:cNvPr>
          <p:cNvSpPr txBox="1">
            <a:spLocks/>
          </p:cNvSpPr>
          <p:nvPr userDrawn="1"/>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4" name="Title 1">
            <a:extLst>
              <a:ext uri="{FF2B5EF4-FFF2-40B4-BE49-F238E27FC236}">
                <a16:creationId xmlns:a16="http://schemas.microsoft.com/office/drawing/2014/main" id="{BD94F24E-850F-4606-EBE4-1C792FDC7296}"/>
              </a:ext>
            </a:extLst>
          </p:cNvPr>
          <p:cNvSpPr txBox="1">
            <a:spLocks/>
          </p:cNvSpPr>
          <p:nvPr userDrawn="1"/>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 name="Title 1">
            <a:extLst>
              <a:ext uri="{FF2B5EF4-FFF2-40B4-BE49-F238E27FC236}">
                <a16:creationId xmlns:a16="http://schemas.microsoft.com/office/drawing/2014/main" id="{8A720D4C-C93E-2243-CD86-4749B26754BF}"/>
              </a:ext>
            </a:extLst>
          </p:cNvPr>
          <p:cNvSpPr txBox="1">
            <a:spLocks/>
          </p:cNvSpPr>
          <p:nvPr userDrawn="1"/>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6" name="Title 1">
            <a:extLst>
              <a:ext uri="{FF2B5EF4-FFF2-40B4-BE49-F238E27FC236}">
                <a16:creationId xmlns:a16="http://schemas.microsoft.com/office/drawing/2014/main" id="{EC6BA77D-DE5B-5A8F-08AC-C36720B853F2}"/>
              </a:ext>
            </a:extLst>
          </p:cNvPr>
          <p:cNvSpPr txBox="1">
            <a:spLocks/>
          </p:cNvSpPr>
          <p:nvPr userDrawn="1"/>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Tree>
    <p:extLst>
      <p:ext uri="{BB962C8B-B14F-4D97-AF65-F5344CB8AC3E}">
        <p14:creationId xmlns:p14="http://schemas.microsoft.com/office/powerpoint/2010/main" val="1964983593"/>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Blue shape_Title_Subtitle_Content_3 Layou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5C115828-A4B2-4C63-9284-3EE9A55A556B}"/>
              </a:ext>
            </a:extLst>
          </p:cNvPr>
          <p:cNvSpPr/>
          <p:nvPr/>
        </p:nvSpPr>
        <p:spPr bwMode="auto">
          <a:xfrm>
            <a:off x="4583114" y="3477729"/>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3" name="Rectangle 2">
            <a:extLst>
              <a:ext uri="{FF2B5EF4-FFF2-40B4-BE49-F238E27FC236}">
                <a16:creationId xmlns:a16="http://schemas.microsoft.com/office/drawing/2014/main" id="{42F95E0F-9554-4E8E-BECB-491620008177}"/>
              </a:ext>
            </a:extLst>
          </p:cNvPr>
          <p:cNvSpPr/>
          <p:nvPr/>
        </p:nvSpPr>
        <p:spPr bwMode="auto">
          <a:xfrm>
            <a:off x="4583114" y="585788"/>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cxnSp>
        <p:nvCxnSpPr>
          <p:cNvPr id="50" name="Straight Connector 49">
            <a:extLst>
              <a:ext uri="{FF2B5EF4-FFF2-40B4-BE49-F238E27FC236}">
                <a16:creationId xmlns:a16="http://schemas.microsoft.com/office/drawing/2014/main" id="{491ECCFF-A78D-1C4C-B06A-287BFFD18C0B}"/>
              </a:ext>
            </a:extLst>
          </p:cNvPr>
          <p:cNvCxnSpPr>
            <a:cxnSpLocks/>
          </p:cNvCxnSpPr>
          <p:nvPr/>
        </p:nvCxnSpPr>
        <p:spPr>
          <a:xfrm>
            <a:off x="4583114" y="585968"/>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D518E73C-187A-004E-9315-F4550400997B}"/>
              </a:ext>
            </a:extLst>
          </p:cNvPr>
          <p:cNvCxnSpPr>
            <a:cxnSpLocks/>
          </p:cNvCxnSpPr>
          <p:nvPr/>
        </p:nvCxnSpPr>
        <p:spPr>
          <a:xfrm>
            <a:off x="4583114" y="3366839"/>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E210D2-07B9-CE46-BAA5-0149E8DEF15F}"/>
              </a:ext>
            </a:extLst>
          </p:cNvPr>
          <p:cNvCxnSpPr>
            <a:cxnSpLocks/>
          </p:cNvCxnSpPr>
          <p:nvPr/>
        </p:nvCxnSpPr>
        <p:spPr>
          <a:xfrm>
            <a:off x="4583114" y="347772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177354CA-AA42-3C4F-BC8C-E5000F50D104}"/>
              </a:ext>
            </a:extLst>
          </p:cNvPr>
          <p:cNvCxnSpPr>
            <a:cxnSpLocks/>
          </p:cNvCxnSpPr>
          <p:nvPr/>
        </p:nvCxnSpPr>
        <p:spPr>
          <a:xfrm>
            <a:off x="4583114" y="625877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1" name="Text Placeholder 4">
            <a:extLst>
              <a:ext uri="{FF2B5EF4-FFF2-40B4-BE49-F238E27FC236}">
                <a16:creationId xmlns:a16="http://schemas.microsoft.com/office/drawing/2014/main" id="{4BD19EB2-7D8F-AC41-A8B6-1914246DD12A}"/>
              </a:ext>
            </a:extLst>
          </p:cNvPr>
          <p:cNvSpPr>
            <a:spLocks noGrp="1"/>
          </p:cNvSpPr>
          <p:nvPr>
            <p:ph type="body" sz="quarter" idx="15" hasCustomPrompt="1"/>
          </p:nvPr>
        </p:nvSpPr>
        <p:spPr>
          <a:xfrm>
            <a:off x="6573838" y="853214"/>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2" name="Text Placeholder 4">
            <a:extLst>
              <a:ext uri="{FF2B5EF4-FFF2-40B4-BE49-F238E27FC236}">
                <a16:creationId xmlns:a16="http://schemas.microsoft.com/office/drawing/2014/main" id="{E7593565-8F64-304B-8C7E-9439401DD389}"/>
              </a:ext>
            </a:extLst>
          </p:cNvPr>
          <p:cNvSpPr>
            <a:spLocks noGrp="1"/>
          </p:cNvSpPr>
          <p:nvPr>
            <p:ph type="body" sz="quarter" idx="16" hasCustomPrompt="1"/>
          </p:nvPr>
        </p:nvSpPr>
        <p:spPr>
          <a:xfrm>
            <a:off x="4739127" y="853214"/>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63" name="Text Placeholder 4">
            <a:extLst>
              <a:ext uri="{FF2B5EF4-FFF2-40B4-BE49-F238E27FC236}">
                <a16:creationId xmlns:a16="http://schemas.microsoft.com/office/drawing/2014/main" id="{A5C784BF-DD0C-4145-AFF6-60E0CD019133}"/>
              </a:ext>
            </a:extLst>
          </p:cNvPr>
          <p:cNvSpPr>
            <a:spLocks noGrp="1"/>
          </p:cNvSpPr>
          <p:nvPr>
            <p:ph type="body" sz="quarter" idx="17" hasCustomPrompt="1"/>
          </p:nvPr>
        </p:nvSpPr>
        <p:spPr>
          <a:xfrm>
            <a:off x="6573838" y="3745155"/>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4" name="Text Placeholder 4">
            <a:extLst>
              <a:ext uri="{FF2B5EF4-FFF2-40B4-BE49-F238E27FC236}">
                <a16:creationId xmlns:a16="http://schemas.microsoft.com/office/drawing/2014/main" id="{2EA836EF-2EB8-5E4E-B346-EC54002F09DC}"/>
              </a:ext>
            </a:extLst>
          </p:cNvPr>
          <p:cNvSpPr>
            <a:spLocks noGrp="1"/>
          </p:cNvSpPr>
          <p:nvPr>
            <p:ph type="body" sz="quarter" idx="18" hasCustomPrompt="1"/>
          </p:nvPr>
        </p:nvSpPr>
        <p:spPr>
          <a:xfrm>
            <a:off x="4739127" y="3745155"/>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14" name="Footer Placeholder 4">
            <a:extLst>
              <a:ext uri="{FF2B5EF4-FFF2-40B4-BE49-F238E27FC236}">
                <a16:creationId xmlns:a16="http://schemas.microsoft.com/office/drawing/2014/main" id="{6611CD12-3411-4A81-9E8C-BDCA5C7E737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15" name="Slide Number Placeholder 5">
            <a:extLst>
              <a:ext uri="{FF2B5EF4-FFF2-40B4-BE49-F238E27FC236}">
                <a16:creationId xmlns:a16="http://schemas.microsoft.com/office/drawing/2014/main" id="{FEBB3A48-4E52-4A27-9CA2-92707D5471FC}"/>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19" name="Rectangle 18">
            <a:extLst>
              <a:ext uri="{FF2B5EF4-FFF2-40B4-BE49-F238E27FC236}">
                <a16:creationId xmlns:a16="http://schemas.microsoft.com/office/drawing/2014/main" id="{06D5A150-7E2C-414D-B68B-9C94D25E39DC}"/>
              </a:ext>
            </a:extLst>
          </p:cNvPr>
          <p:cNvSpPr/>
          <p:nvPr/>
        </p:nvSpPr>
        <p:spPr bwMode="auto">
          <a:xfrm>
            <a:off x="0" y="0"/>
            <a:ext cx="43053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0" name="Title 1">
            <a:extLst>
              <a:ext uri="{FF2B5EF4-FFF2-40B4-BE49-F238E27FC236}">
                <a16:creationId xmlns:a16="http://schemas.microsoft.com/office/drawing/2014/main" id="{12AE0041-F3F5-4B38-BA5A-7E919381E285}"/>
              </a:ext>
            </a:extLst>
          </p:cNvPr>
          <p:cNvSpPr>
            <a:spLocks noGrp="1"/>
          </p:cNvSpPr>
          <p:nvPr>
            <p:ph type="title"/>
          </p:nvPr>
        </p:nvSpPr>
        <p:spPr>
          <a:xfrm>
            <a:off x="575481" y="2141575"/>
            <a:ext cx="3463119" cy="1846659"/>
          </a:xfrm>
        </p:spPr>
        <p:txBody>
          <a:bodyPr wrap="square">
            <a:spAutoFit/>
          </a:bodyPr>
          <a:lstStyle>
            <a:lvl1pPr algn="l" defTabSz="932742" rtl="0" eaLnBrk="1" latinLnBrk="0" hangingPunct="1">
              <a:lnSpc>
                <a:spcPct val="100000"/>
              </a:lnSpc>
              <a:spcBef>
                <a:spcPct val="0"/>
              </a:spcBef>
              <a:buNone/>
              <a:defRPr lang="en-US" sz="40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21" name="Text Placeholder 4">
            <a:extLst>
              <a:ext uri="{FF2B5EF4-FFF2-40B4-BE49-F238E27FC236}">
                <a16:creationId xmlns:a16="http://schemas.microsoft.com/office/drawing/2014/main" id="{5D456B66-B037-4653-AFA9-F989D2754329}"/>
              </a:ext>
            </a:extLst>
          </p:cNvPr>
          <p:cNvSpPr>
            <a:spLocks noGrp="1"/>
          </p:cNvSpPr>
          <p:nvPr>
            <p:ph type="body" sz="quarter" idx="12" hasCustomPrompt="1"/>
          </p:nvPr>
        </p:nvSpPr>
        <p:spPr>
          <a:xfrm>
            <a:off x="584201" y="4120945"/>
            <a:ext cx="3463119"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
        <p:nvSpPr>
          <p:cNvPr id="2" name="Rectangle 1">
            <a:extLst>
              <a:ext uri="{FF2B5EF4-FFF2-40B4-BE49-F238E27FC236}">
                <a16:creationId xmlns:a16="http://schemas.microsoft.com/office/drawing/2014/main" id="{9BFE431A-6F63-61D1-5528-CC8B3D1C1287}"/>
              </a:ext>
            </a:extLst>
          </p:cNvPr>
          <p:cNvSpPr/>
          <p:nvPr userDrawn="1"/>
        </p:nvSpPr>
        <p:spPr bwMode="auto">
          <a:xfrm>
            <a:off x="4583114" y="3477729"/>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4" name="Rectangle 3">
            <a:extLst>
              <a:ext uri="{FF2B5EF4-FFF2-40B4-BE49-F238E27FC236}">
                <a16:creationId xmlns:a16="http://schemas.microsoft.com/office/drawing/2014/main" id="{1F0BB7E2-D63A-6124-F98E-11354981C92A}"/>
              </a:ext>
            </a:extLst>
          </p:cNvPr>
          <p:cNvSpPr/>
          <p:nvPr userDrawn="1"/>
        </p:nvSpPr>
        <p:spPr bwMode="auto">
          <a:xfrm>
            <a:off x="4583114" y="585788"/>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5" name="Text Placeholder 4">
            <a:extLst>
              <a:ext uri="{FF2B5EF4-FFF2-40B4-BE49-F238E27FC236}">
                <a16:creationId xmlns:a16="http://schemas.microsoft.com/office/drawing/2014/main" id="{CF4831CE-A045-C1F7-3391-315EA9878B29}"/>
              </a:ext>
            </a:extLst>
          </p:cNvPr>
          <p:cNvSpPr>
            <a:spLocks noGrp="1"/>
          </p:cNvSpPr>
          <p:nvPr>
            <p:ph type="body" sz="quarter" idx="15" hasCustomPrompt="1"/>
          </p:nvPr>
        </p:nvSpPr>
        <p:spPr>
          <a:xfrm>
            <a:off x="6573838" y="853214"/>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 name="Text Placeholder 4">
            <a:extLst>
              <a:ext uri="{FF2B5EF4-FFF2-40B4-BE49-F238E27FC236}">
                <a16:creationId xmlns:a16="http://schemas.microsoft.com/office/drawing/2014/main" id="{D2E456AC-17EB-0AF8-20F4-AB9CC430F695}"/>
              </a:ext>
            </a:extLst>
          </p:cNvPr>
          <p:cNvSpPr>
            <a:spLocks noGrp="1"/>
          </p:cNvSpPr>
          <p:nvPr>
            <p:ph type="body" sz="quarter" idx="16" hasCustomPrompt="1"/>
          </p:nvPr>
        </p:nvSpPr>
        <p:spPr>
          <a:xfrm>
            <a:off x="4739127" y="853214"/>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7" name="Text Placeholder 4">
            <a:extLst>
              <a:ext uri="{FF2B5EF4-FFF2-40B4-BE49-F238E27FC236}">
                <a16:creationId xmlns:a16="http://schemas.microsoft.com/office/drawing/2014/main" id="{2E4377E8-5BFD-B0E9-B4ED-4FD6B58CE21A}"/>
              </a:ext>
            </a:extLst>
          </p:cNvPr>
          <p:cNvSpPr>
            <a:spLocks noGrp="1"/>
          </p:cNvSpPr>
          <p:nvPr>
            <p:ph type="body" sz="quarter" idx="17" hasCustomPrompt="1"/>
          </p:nvPr>
        </p:nvSpPr>
        <p:spPr>
          <a:xfrm>
            <a:off x="6573838" y="3745155"/>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8" name="Text Placeholder 4">
            <a:extLst>
              <a:ext uri="{FF2B5EF4-FFF2-40B4-BE49-F238E27FC236}">
                <a16:creationId xmlns:a16="http://schemas.microsoft.com/office/drawing/2014/main" id="{9B017822-0BF5-6D15-F0C4-DF7158A69ABC}"/>
              </a:ext>
            </a:extLst>
          </p:cNvPr>
          <p:cNvSpPr>
            <a:spLocks noGrp="1"/>
          </p:cNvSpPr>
          <p:nvPr>
            <p:ph type="body" sz="quarter" idx="18" hasCustomPrompt="1"/>
          </p:nvPr>
        </p:nvSpPr>
        <p:spPr>
          <a:xfrm>
            <a:off x="4739127" y="3745155"/>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9" name="Footer Placeholder 4">
            <a:extLst>
              <a:ext uri="{FF2B5EF4-FFF2-40B4-BE49-F238E27FC236}">
                <a16:creationId xmlns:a16="http://schemas.microsoft.com/office/drawing/2014/main" id="{369BB4E9-953D-13C9-5C4F-A7CBF551E29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10" name="Slide Number Placeholder 5">
            <a:extLst>
              <a:ext uri="{FF2B5EF4-FFF2-40B4-BE49-F238E27FC236}">
                <a16:creationId xmlns:a16="http://schemas.microsoft.com/office/drawing/2014/main" id="{7FD7A82D-6421-49CF-F825-7CE531C634DF}"/>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11" name="Rectangle 10">
            <a:extLst>
              <a:ext uri="{FF2B5EF4-FFF2-40B4-BE49-F238E27FC236}">
                <a16:creationId xmlns:a16="http://schemas.microsoft.com/office/drawing/2014/main" id="{64E8B8E6-D90D-1BF2-48AA-91286BE2B4E0}"/>
              </a:ext>
            </a:extLst>
          </p:cNvPr>
          <p:cNvSpPr/>
          <p:nvPr userDrawn="1"/>
        </p:nvSpPr>
        <p:spPr bwMode="auto">
          <a:xfrm>
            <a:off x="0" y="0"/>
            <a:ext cx="43053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746339188"/>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Divider_1">
    <p:bg>
      <p:bgPr>
        <a:solidFill>
          <a:schemeClr val="accent2"/>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2D547BD7-AC55-6C40-A7CB-C9142C95C562}"/>
              </a:ext>
            </a:extLst>
          </p:cNvPr>
          <p:cNvSpPr>
            <a:spLocks noGrp="1"/>
          </p:cNvSpPr>
          <p:nvPr>
            <p:ph type="title"/>
          </p:nvPr>
        </p:nvSpPr>
        <p:spPr>
          <a:xfrm>
            <a:off x="584200" y="4334637"/>
            <a:ext cx="9169400"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edit Master title style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A6196947-EDB7-4F31-A405-9AE6EFA4C476}"/>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8" name="Slide Number Placeholder 5">
            <a:extLst>
              <a:ext uri="{FF2B5EF4-FFF2-40B4-BE49-F238E27FC236}">
                <a16:creationId xmlns:a16="http://schemas.microsoft.com/office/drawing/2014/main" id="{4D2DA863-F774-4788-9D62-D8BDC08571C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cxnSp>
        <p:nvCxnSpPr>
          <p:cNvPr id="2" name="Straight Connector 1">
            <a:extLst>
              <a:ext uri="{FF2B5EF4-FFF2-40B4-BE49-F238E27FC236}">
                <a16:creationId xmlns:a16="http://schemas.microsoft.com/office/drawing/2014/main" id="{2D48B2AA-6947-C03E-ADC6-C678C17A5781}"/>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312641"/>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1_Divider_1">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4EC9115C-86E9-F143-8EB8-9CE9C70F9C8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69FC74D6-AD99-AABF-12F6-7642D40770D2}"/>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cxnSp>
        <p:nvCxnSpPr>
          <p:cNvPr id="4" name="Straight Connector 3">
            <a:extLst>
              <a:ext uri="{FF2B5EF4-FFF2-40B4-BE49-F238E27FC236}">
                <a16:creationId xmlns:a16="http://schemas.microsoft.com/office/drawing/2014/main" id="{A3D4C85A-3A2E-8E91-967B-CE12E2C7DD90}"/>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AD75A541-BC17-6A99-361D-DA6B775B8C67}"/>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754010326"/>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Divider_2">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40025DA-5880-5949-A056-5F0F19F396D7}"/>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7EC8E6EE-2B6E-6C6F-D2A7-4AFE1960FD0F}"/>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cxnSp>
        <p:nvCxnSpPr>
          <p:cNvPr id="4" name="Straight Connector 3">
            <a:extLst>
              <a:ext uri="{FF2B5EF4-FFF2-40B4-BE49-F238E27FC236}">
                <a16:creationId xmlns:a16="http://schemas.microsoft.com/office/drawing/2014/main" id="{1B344902-03DA-C26A-4C75-FC87375732BB}"/>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0E627296-68AC-1F15-B54F-8B15B646CBCE}"/>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12790641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Divider_3">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30E57CC7-163C-B847-9127-71FEC21CB88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4404E176-9D63-2251-DB1F-98BAD1464F54}"/>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cxnSp>
        <p:nvCxnSpPr>
          <p:cNvPr id="4" name="Straight Connector 3">
            <a:extLst>
              <a:ext uri="{FF2B5EF4-FFF2-40B4-BE49-F238E27FC236}">
                <a16:creationId xmlns:a16="http://schemas.microsoft.com/office/drawing/2014/main" id="{BD4FD3D3-B8EA-F298-F342-54EF0CB4FCD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8828C46C-E045-CD92-B361-46CB62E1A6AB}"/>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030379362"/>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Divider_4">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127E473-81C3-9141-8742-48EFD1E9E45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83F9385D-20D7-65E5-C1AD-69DD54593489}"/>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cxnSp>
        <p:nvCxnSpPr>
          <p:cNvPr id="4" name="Straight Connector 3">
            <a:extLst>
              <a:ext uri="{FF2B5EF4-FFF2-40B4-BE49-F238E27FC236}">
                <a16:creationId xmlns:a16="http://schemas.microsoft.com/office/drawing/2014/main" id="{C77E3538-D23A-519D-8669-DD15F202912C}"/>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A5165596-F21C-DE10-0A8C-34E4275ED734}"/>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990451594"/>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Divider_5">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A9BCC3FF-9212-1A4D-B6CC-E7BAB6E34917}"/>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7C4FBADD-F067-B3AF-C12C-91F41517AA8C}"/>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cxnSp>
        <p:nvCxnSpPr>
          <p:cNvPr id="4" name="Straight Connector 3">
            <a:extLst>
              <a:ext uri="{FF2B5EF4-FFF2-40B4-BE49-F238E27FC236}">
                <a16:creationId xmlns:a16="http://schemas.microsoft.com/office/drawing/2014/main" id="{8A09DC6A-3ABD-FA76-F91A-542191F8119A}"/>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E42A1CAF-487A-64E9-5E94-09FE71944536}"/>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596369515"/>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Divider_6">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E0746CF9-0210-E241-8CC0-D4536C169E5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B88F2084-DA25-8C9A-182C-8DE4B84EFDAC}"/>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cxnSp>
        <p:nvCxnSpPr>
          <p:cNvPr id="4" name="Straight Connector 3">
            <a:extLst>
              <a:ext uri="{FF2B5EF4-FFF2-40B4-BE49-F238E27FC236}">
                <a16:creationId xmlns:a16="http://schemas.microsoft.com/office/drawing/2014/main" id="{7090D05A-BF94-633F-516E-FE9B230DE505}"/>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3728C721-2C10-2D48-704A-93E4498C9F8D}"/>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427031434"/>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8330118-7E69-4295-8E46-2D3C12A6145D}"/>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05BBAA7F-5B33-4C2D-834A-3AA3431DEAD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923980955"/>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1_Blank_Navy">
    <p:bg>
      <p:bgPr>
        <a:solidFill>
          <a:schemeClr val="accent2"/>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F729F02E-C568-4079-80DB-8AF35FDEB7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96A942DB-9933-4199-B223-8A9AF3F212C7}"/>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4035631961"/>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Blank_Blue">
    <p:bg>
      <p:bgPr>
        <a:solidFill>
          <a:schemeClr val="accent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8979C7A1-5DB9-493E-B3C9-715A64CE0317}"/>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013BE040-8B17-4BFF-A007-D82BBBEDF8B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787324561"/>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Blank_Green">
    <p:bg>
      <p:bgPr>
        <a:solidFill>
          <a:schemeClr val="accent4"/>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69CC2AF9-DDBE-4701-8765-2DD4889CA32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5B23B171-018F-4FCA-888B-6B7146E7C9C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850664127"/>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itle_Numbered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2533A365-6B39-4527-855B-F6BC2552BB05}"/>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F34E0601-1B6B-4C1C-BC8D-DB3DC9ACA0E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F5A77CDA-1A1F-95F2-63BD-FE156E5B2C52}"/>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3" name="TextBox 2">
            <a:extLst>
              <a:ext uri="{FF2B5EF4-FFF2-40B4-BE49-F238E27FC236}">
                <a16:creationId xmlns:a16="http://schemas.microsoft.com/office/drawing/2014/main" id="{E4AEBDCD-9C2D-EEFB-B8AA-57C8FA5AA39D}"/>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29" name="TextBox 28">
            <a:extLst>
              <a:ext uri="{FF2B5EF4-FFF2-40B4-BE49-F238E27FC236}">
                <a16:creationId xmlns:a16="http://schemas.microsoft.com/office/drawing/2014/main" id="{8E680C46-DD6E-2772-6C7F-9ABBF1084DAA}"/>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34" name="TextBox 33">
            <a:extLst>
              <a:ext uri="{FF2B5EF4-FFF2-40B4-BE49-F238E27FC236}">
                <a16:creationId xmlns:a16="http://schemas.microsoft.com/office/drawing/2014/main" id="{87E4FFEA-0F83-8586-B517-90DD00832CF5}"/>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43" name="TextBox 42">
            <a:extLst>
              <a:ext uri="{FF2B5EF4-FFF2-40B4-BE49-F238E27FC236}">
                <a16:creationId xmlns:a16="http://schemas.microsoft.com/office/drawing/2014/main" id="{D6B50B51-CE3D-38FF-5636-E5C9FAE6FE4B}"/>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44" name="TextBox 43">
            <a:extLst>
              <a:ext uri="{FF2B5EF4-FFF2-40B4-BE49-F238E27FC236}">
                <a16:creationId xmlns:a16="http://schemas.microsoft.com/office/drawing/2014/main" id="{59C8C57C-AFC7-D01F-613B-F5B14F66475E}"/>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45" name="TextBox 44">
            <a:extLst>
              <a:ext uri="{FF2B5EF4-FFF2-40B4-BE49-F238E27FC236}">
                <a16:creationId xmlns:a16="http://schemas.microsoft.com/office/drawing/2014/main" id="{51F73151-2D25-CF71-828F-A7F78A77D489}"/>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46" name="TextBox 45">
            <a:extLst>
              <a:ext uri="{FF2B5EF4-FFF2-40B4-BE49-F238E27FC236}">
                <a16:creationId xmlns:a16="http://schemas.microsoft.com/office/drawing/2014/main" id="{B057F83D-1835-ACBE-2D5E-AAC0F15D0324}"/>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47" name="TextBox 46">
            <a:extLst>
              <a:ext uri="{FF2B5EF4-FFF2-40B4-BE49-F238E27FC236}">
                <a16:creationId xmlns:a16="http://schemas.microsoft.com/office/drawing/2014/main" id="{785AE538-2609-09D4-98DB-1BAD837D08EA}"/>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48" name="TextBox 47">
            <a:extLst>
              <a:ext uri="{FF2B5EF4-FFF2-40B4-BE49-F238E27FC236}">
                <a16:creationId xmlns:a16="http://schemas.microsoft.com/office/drawing/2014/main" id="{72E46CC4-F931-28FB-2628-6BEAF5FB14B7}"/>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51" name="TextBox 50">
            <a:extLst>
              <a:ext uri="{FF2B5EF4-FFF2-40B4-BE49-F238E27FC236}">
                <a16:creationId xmlns:a16="http://schemas.microsoft.com/office/drawing/2014/main" id="{4BC71DE5-819B-C005-63EE-60F2C8976600}"/>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52" name="TextBox 51">
            <a:extLst>
              <a:ext uri="{FF2B5EF4-FFF2-40B4-BE49-F238E27FC236}">
                <a16:creationId xmlns:a16="http://schemas.microsoft.com/office/drawing/2014/main" id="{6769B0D6-C235-3FFB-68F0-6C71DA3D27CC}"/>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cxnSp>
        <p:nvCxnSpPr>
          <p:cNvPr id="53" name="Straight Connector 52">
            <a:extLst>
              <a:ext uri="{FF2B5EF4-FFF2-40B4-BE49-F238E27FC236}">
                <a16:creationId xmlns:a16="http://schemas.microsoft.com/office/drawing/2014/main" id="{A0839622-0C49-0673-D387-176594B9294D}"/>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A703FB1-8CFD-22C4-3581-510F481C59F7}"/>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9AA6C92-B973-A246-543A-DA7024338990}"/>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C97EF50-98A4-7394-1AC3-7948542D2EBB}"/>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71CDBF7-B0E8-41F0-507D-D72662E19767}"/>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CE30668-CFEF-9BBA-BC0A-FED30EDA9F0E}"/>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16A8C712-24B5-D582-C6C6-66364E9C5B32}"/>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BCFE365B-681D-FE30-2F1F-2D64E860BE65}"/>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2C09DC0-2C01-2506-33E7-D6EB4BA639AA}"/>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3A60E9F-F527-1461-EC01-88A6BE8FE8ED}"/>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DA46AAA8-9E2C-3124-9D83-CD6EA8DDDE71}"/>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C845619A-43F0-3C64-9695-D41987557628}"/>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4698782"/>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Title_Month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1CB59D0E-3483-4788-94CE-219A5C05F734}"/>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26E36EA7-CB06-4ADF-8688-B244FE6316DF}"/>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42277A82-6FEA-C4D0-9E28-E117F876AC8F}"/>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3" name="TextBox 2">
            <a:extLst>
              <a:ext uri="{FF2B5EF4-FFF2-40B4-BE49-F238E27FC236}">
                <a16:creationId xmlns:a16="http://schemas.microsoft.com/office/drawing/2014/main" id="{D99FD728-6CFC-EE92-32C5-2D9201701C8C}"/>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29" name="TextBox 28">
            <a:extLst>
              <a:ext uri="{FF2B5EF4-FFF2-40B4-BE49-F238E27FC236}">
                <a16:creationId xmlns:a16="http://schemas.microsoft.com/office/drawing/2014/main" id="{FE6FFCF3-633F-F32F-0BF7-C3C64915C318}"/>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34" name="TextBox 33">
            <a:extLst>
              <a:ext uri="{FF2B5EF4-FFF2-40B4-BE49-F238E27FC236}">
                <a16:creationId xmlns:a16="http://schemas.microsoft.com/office/drawing/2014/main" id="{766B6CE9-2C91-181B-38A8-1C94653313F0}"/>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43" name="TextBox 42">
            <a:extLst>
              <a:ext uri="{FF2B5EF4-FFF2-40B4-BE49-F238E27FC236}">
                <a16:creationId xmlns:a16="http://schemas.microsoft.com/office/drawing/2014/main" id="{8E7DAB6E-62FB-0C9A-E741-A25349B1BEB7}"/>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44" name="TextBox 43">
            <a:extLst>
              <a:ext uri="{FF2B5EF4-FFF2-40B4-BE49-F238E27FC236}">
                <a16:creationId xmlns:a16="http://schemas.microsoft.com/office/drawing/2014/main" id="{22AE26C2-E654-E876-95A7-663B3B09DA26}"/>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45" name="TextBox 44">
            <a:extLst>
              <a:ext uri="{FF2B5EF4-FFF2-40B4-BE49-F238E27FC236}">
                <a16:creationId xmlns:a16="http://schemas.microsoft.com/office/drawing/2014/main" id="{2EEC6608-B71C-2E42-E89F-164F6C023AC3}"/>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46" name="TextBox 45">
            <a:extLst>
              <a:ext uri="{FF2B5EF4-FFF2-40B4-BE49-F238E27FC236}">
                <a16:creationId xmlns:a16="http://schemas.microsoft.com/office/drawing/2014/main" id="{7A5D5811-4EFB-D4C8-CE6E-157CD675DACF}"/>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47" name="TextBox 46">
            <a:extLst>
              <a:ext uri="{FF2B5EF4-FFF2-40B4-BE49-F238E27FC236}">
                <a16:creationId xmlns:a16="http://schemas.microsoft.com/office/drawing/2014/main" id="{EC19532D-5FE2-50E3-31D0-8A57E75DEF39}"/>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48" name="TextBox 47">
            <a:extLst>
              <a:ext uri="{FF2B5EF4-FFF2-40B4-BE49-F238E27FC236}">
                <a16:creationId xmlns:a16="http://schemas.microsoft.com/office/drawing/2014/main" id="{9A5101B0-44D5-D6DD-F397-8F26B636C93D}"/>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51" name="TextBox 50">
            <a:extLst>
              <a:ext uri="{FF2B5EF4-FFF2-40B4-BE49-F238E27FC236}">
                <a16:creationId xmlns:a16="http://schemas.microsoft.com/office/drawing/2014/main" id="{F2555AB8-660D-AE17-8A2B-13A2FD81029B}"/>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52" name="TextBox 51">
            <a:extLst>
              <a:ext uri="{FF2B5EF4-FFF2-40B4-BE49-F238E27FC236}">
                <a16:creationId xmlns:a16="http://schemas.microsoft.com/office/drawing/2014/main" id="{C42AF09C-3D4B-E1FD-67F4-9B3D8E347B5F}"/>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cxnSp>
        <p:nvCxnSpPr>
          <p:cNvPr id="53" name="Straight Connector 52">
            <a:extLst>
              <a:ext uri="{FF2B5EF4-FFF2-40B4-BE49-F238E27FC236}">
                <a16:creationId xmlns:a16="http://schemas.microsoft.com/office/drawing/2014/main" id="{B6518AC3-FDF8-7193-71F4-4CEA2D1FF8E2}"/>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51D1E547-A1FD-0CE9-946A-DA586A41FF23}"/>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0AF7CAD-00EF-C6D2-2C76-D401FECAE2B3}"/>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6DFEA73-5C98-E619-D86F-DB87FD9681A5}"/>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77D2B67F-A598-E9EC-357A-305B647D1A4E}"/>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FD18EAC-59B1-4201-E61F-EBD6E293ED68}"/>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5653100-8859-6236-D5E2-2790E2DFED08}"/>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D0213B19-9E32-AAEC-62F0-698C8CCC8732}"/>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F0AEF15B-8B21-9388-6B3F-24C67DAFED3B}"/>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F9E7A05-57AC-B24F-F842-ADF7B020BCAF}"/>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BD9FB6FD-7F69-6C1E-3256-9B35EE805B2A}"/>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75D14B98-A28C-3966-4B22-65EFE888C04C}"/>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8214946"/>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Title_Week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878CC1B1-AA6B-463B-A774-049792B3AC10}"/>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028E4364-080D-4863-8D44-AEE3D29D134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A3A020A6-9A60-94E8-6B70-3C502ECAD284}"/>
              </a:ext>
            </a:extLst>
          </p:cNvPr>
          <p:cNvSpPr txBox="1"/>
          <p:nvPr userDrawn="1"/>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3" name="TextBox 2">
            <a:extLst>
              <a:ext uri="{FF2B5EF4-FFF2-40B4-BE49-F238E27FC236}">
                <a16:creationId xmlns:a16="http://schemas.microsoft.com/office/drawing/2014/main" id="{3733710C-677D-D1C1-B77D-657B4AF266C9}"/>
              </a:ext>
            </a:extLst>
          </p:cNvPr>
          <p:cNvSpPr txBox="1"/>
          <p:nvPr userDrawn="1"/>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29" name="TextBox 28">
            <a:extLst>
              <a:ext uri="{FF2B5EF4-FFF2-40B4-BE49-F238E27FC236}">
                <a16:creationId xmlns:a16="http://schemas.microsoft.com/office/drawing/2014/main" id="{E69F4CA9-D0F4-5886-9D88-DF8DCBFC4CD0}"/>
              </a:ext>
            </a:extLst>
          </p:cNvPr>
          <p:cNvSpPr txBox="1"/>
          <p:nvPr userDrawn="1"/>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34" name="TextBox 33">
            <a:extLst>
              <a:ext uri="{FF2B5EF4-FFF2-40B4-BE49-F238E27FC236}">
                <a16:creationId xmlns:a16="http://schemas.microsoft.com/office/drawing/2014/main" id="{D5CC0856-4400-3A44-F7D8-9E23ED5B660E}"/>
              </a:ext>
            </a:extLst>
          </p:cNvPr>
          <p:cNvSpPr txBox="1"/>
          <p:nvPr userDrawn="1"/>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43" name="TextBox 42">
            <a:extLst>
              <a:ext uri="{FF2B5EF4-FFF2-40B4-BE49-F238E27FC236}">
                <a16:creationId xmlns:a16="http://schemas.microsoft.com/office/drawing/2014/main" id="{BF703BD7-0931-54E3-335D-29A8CB10AD89}"/>
              </a:ext>
            </a:extLst>
          </p:cNvPr>
          <p:cNvSpPr txBox="1"/>
          <p:nvPr userDrawn="1"/>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44" name="TextBox 43">
            <a:extLst>
              <a:ext uri="{FF2B5EF4-FFF2-40B4-BE49-F238E27FC236}">
                <a16:creationId xmlns:a16="http://schemas.microsoft.com/office/drawing/2014/main" id="{C92BD23E-F50A-5B5C-BD4C-66E574BD5ACC}"/>
              </a:ext>
            </a:extLst>
          </p:cNvPr>
          <p:cNvSpPr txBox="1"/>
          <p:nvPr userDrawn="1"/>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45" name="TextBox 44">
            <a:extLst>
              <a:ext uri="{FF2B5EF4-FFF2-40B4-BE49-F238E27FC236}">
                <a16:creationId xmlns:a16="http://schemas.microsoft.com/office/drawing/2014/main" id="{7F8313C6-D1ED-0623-C13D-04764C405EAC}"/>
              </a:ext>
            </a:extLst>
          </p:cNvPr>
          <p:cNvSpPr txBox="1"/>
          <p:nvPr userDrawn="1"/>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46" name="TextBox 45">
            <a:extLst>
              <a:ext uri="{FF2B5EF4-FFF2-40B4-BE49-F238E27FC236}">
                <a16:creationId xmlns:a16="http://schemas.microsoft.com/office/drawing/2014/main" id="{4880B96F-148F-E451-F0D5-2828ACDE3559}"/>
              </a:ext>
            </a:extLst>
          </p:cNvPr>
          <p:cNvSpPr txBox="1"/>
          <p:nvPr userDrawn="1"/>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47" name="TextBox 46">
            <a:extLst>
              <a:ext uri="{FF2B5EF4-FFF2-40B4-BE49-F238E27FC236}">
                <a16:creationId xmlns:a16="http://schemas.microsoft.com/office/drawing/2014/main" id="{9321ED2F-0280-5E22-D33D-F6D95B66D796}"/>
              </a:ext>
            </a:extLst>
          </p:cNvPr>
          <p:cNvSpPr txBox="1"/>
          <p:nvPr userDrawn="1"/>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48" name="TextBox 47">
            <a:extLst>
              <a:ext uri="{FF2B5EF4-FFF2-40B4-BE49-F238E27FC236}">
                <a16:creationId xmlns:a16="http://schemas.microsoft.com/office/drawing/2014/main" id="{A45573A2-63AB-2289-2308-C12FB78CC434}"/>
              </a:ext>
            </a:extLst>
          </p:cNvPr>
          <p:cNvSpPr txBox="1"/>
          <p:nvPr userDrawn="1"/>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51" name="TextBox 50">
            <a:extLst>
              <a:ext uri="{FF2B5EF4-FFF2-40B4-BE49-F238E27FC236}">
                <a16:creationId xmlns:a16="http://schemas.microsoft.com/office/drawing/2014/main" id="{991CC61F-FDA6-AADF-A920-17605163EC82}"/>
              </a:ext>
            </a:extLst>
          </p:cNvPr>
          <p:cNvSpPr txBox="1"/>
          <p:nvPr userDrawn="1"/>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52" name="TextBox 51">
            <a:extLst>
              <a:ext uri="{FF2B5EF4-FFF2-40B4-BE49-F238E27FC236}">
                <a16:creationId xmlns:a16="http://schemas.microsoft.com/office/drawing/2014/main" id="{11FE0D84-9F9D-0282-46B1-4A2033E1F7A1}"/>
              </a:ext>
            </a:extLst>
          </p:cNvPr>
          <p:cNvSpPr txBox="1"/>
          <p:nvPr userDrawn="1"/>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cxnSp>
        <p:nvCxnSpPr>
          <p:cNvPr id="53" name="Straight Connector 52">
            <a:extLst>
              <a:ext uri="{FF2B5EF4-FFF2-40B4-BE49-F238E27FC236}">
                <a16:creationId xmlns:a16="http://schemas.microsoft.com/office/drawing/2014/main" id="{FA30DF63-9B0D-2594-E696-0F5C23B981FE}"/>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6A45DE55-CB97-0CDE-175E-A1583439764C}"/>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17FB3EB0-CC7C-E6CE-1810-82B69695C918}"/>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2410162-624B-1877-1CC8-79829002D0A7}"/>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7EA485B8-B735-FF81-2039-4646DA9EC228}"/>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203A4ED-EF6D-A767-5678-BAC0E9B5313E}"/>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A370C370-17A3-8143-8D98-A0BD97122808}"/>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1E35533C-A56E-15BC-13BA-D548AB87BB29}"/>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5F20445-6AD2-C26B-3D01-92A2C20EE412}"/>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A1483D1A-AE55-396E-4DA1-73EBD3FB92B8}"/>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3057AA8-DDAD-0138-2F24-3A2FBF2472CD}"/>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9E2FDA8-DCE2-EACE-BEEC-8C93F9B60C55}"/>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3987163"/>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1_Title Only">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7" name="Text Placeholder 6">
            <a:extLst>
              <a:ext uri="{FF2B5EF4-FFF2-40B4-BE49-F238E27FC236}">
                <a16:creationId xmlns:a16="http://schemas.microsoft.com/office/drawing/2014/main" id="{3501B1E1-4A0C-4426-8AC4-8B354CF116CE}"/>
              </a:ext>
            </a:extLst>
          </p:cNvPr>
          <p:cNvSpPr>
            <a:spLocks noGrp="1"/>
          </p:cNvSpPr>
          <p:nvPr>
            <p:ph type="body" sz="quarter" idx="10" hasCustomPrompt="1"/>
          </p:nvPr>
        </p:nvSpPr>
        <p:spPr>
          <a:xfrm>
            <a:off x="0" y="6294769"/>
            <a:ext cx="12192000" cy="563231"/>
          </a:xfrm>
          <a:solidFill>
            <a:srgbClr val="FFFF99"/>
          </a:solidFill>
        </p:spPr>
        <p:txBody>
          <a:bodyPr lIns="91440" tIns="91440" rIns="91440" bIns="91440">
            <a:noAutofit/>
          </a:bodyPr>
          <a:lstStyle>
            <a:lvl1pPr marL="0" indent="0" algn="r">
              <a:buNone/>
              <a:defRPr sz="2400"/>
            </a:lvl1pPr>
          </a:lstStyle>
          <a:p>
            <a:pPr lvl="0"/>
            <a:r>
              <a:rPr lang="en-US"/>
              <a:t>Next</a:t>
            </a:r>
          </a:p>
        </p:txBody>
      </p:sp>
    </p:spTree>
    <p:extLst>
      <p:ext uri="{BB962C8B-B14F-4D97-AF65-F5344CB8AC3E}">
        <p14:creationId xmlns:p14="http://schemas.microsoft.com/office/powerpoint/2010/main" val="4024777686"/>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ThankYou">
    <p:bg>
      <p:bgPr>
        <a:solidFill>
          <a:schemeClr val="accent2"/>
        </a:solidFill>
        <a:effectLst/>
      </p:bgPr>
    </p:bg>
    <p:spTree>
      <p:nvGrpSpPr>
        <p:cNvPr id="1" name=""/>
        <p:cNvGrpSpPr/>
        <p:nvPr/>
      </p:nvGrpSpPr>
      <p:grpSpPr>
        <a:xfrm>
          <a:off x="0" y="0"/>
          <a:ext cx="0" cy="0"/>
          <a:chOff x="0" y="0"/>
          <a:chExt cx="0" cy="0"/>
        </a:xfrm>
      </p:grpSpPr>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p:nvPicPr>
        <p:blipFill>
          <a:blip r:embed="rId2"/>
          <a:stretch>
            <a:fillRect/>
          </a:stretch>
        </p:blipFill>
        <p:spPr bwMode="black">
          <a:xfrm>
            <a:off x="584200" y="585788"/>
            <a:ext cx="1366245" cy="292608"/>
          </a:xfrm>
          <a:prstGeom prst="rect">
            <a:avLst/>
          </a:prstGeom>
        </p:spPr>
      </p:pic>
      <p:sp>
        <p:nvSpPr>
          <p:cNvPr id="5" name="Title 1">
            <a:extLst>
              <a:ext uri="{FF2B5EF4-FFF2-40B4-BE49-F238E27FC236}">
                <a16:creationId xmlns:a16="http://schemas.microsoft.com/office/drawing/2014/main" id="{FA05CAAB-C386-EF47-9672-99832E904412}"/>
              </a:ext>
            </a:extLst>
          </p:cNvPr>
          <p:cNvSpPr>
            <a:spLocks noGrp="1"/>
          </p:cNvSpPr>
          <p:nvPr>
            <p:ph type="title" hasCustomPrompt="1"/>
          </p:nvPr>
        </p:nvSpPr>
        <p:spPr>
          <a:xfrm>
            <a:off x="584200" y="4075330"/>
            <a:ext cx="7298437" cy="1015663"/>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Thank you.</a:t>
            </a:r>
          </a:p>
        </p:txBody>
      </p:sp>
      <p:cxnSp>
        <p:nvCxnSpPr>
          <p:cNvPr id="6" name="Straight Connector 5">
            <a:extLst>
              <a:ext uri="{FF2B5EF4-FFF2-40B4-BE49-F238E27FC236}">
                <a16:creationId xmlns:a16="http://schemas.microsoft.com/office/drawing/2014/main" id="{88EA4229-0086-E64D-A616-33062EF62B34}"/>
              </a:ext>
            </a:extLst>
          </p:cNvPr>
          <p:cNvCxnSpPr>
            <a:cxnSpLocks/>
          </p:cNvCxnSpPr>
          <p:nvPr/>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9" name="Footer Placeholder 4">
            <a:extLst>
              <a:ext uri="{FF2B5EF4-FFF2-40B4-BE49-F238E27FC236}">
                <a16:creationId xmlns:a16="http://schemas.microsoft.com/office/drawing/2014/main" id="{F990A1EA-0184-4AE1-8858-D03AFEEF9B8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10" name="Slide Number Placeholder 5">
            <a:extLst>
              <a:ext uri="{FF2B5EF4-FFF2-40B4-BE49-F238E27FC236}">
                <a16:creationId xmlns:a16="http://schemas.microsoft.com/office/drawing/2014/main" id="{162410B6-6E3D-4CB2-A003-281A600A92F3}"/>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pic>
        <p:nvPicPr>
          <p:cNvPr id="2" name="MS logo white - EMF" descr="Microsoft logo white text version">
            <a:extLst>
              <a:ext uri="{FF2B5EF4-FFF2-40B4-BE49-F238E27FC236}">
                <a16:creationId xmlns:a16="http://schemas.microsoft.com/office/drawing/2014/main" id="{AD47F79A-06C6-8146-2726-E337C57DFA6F}"/>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3" name="Straight Connector 2">
            <a:extLst>
              <a:ext uri="{FF2B5EF4-FFF2-40B4-BE49-F238E27FC236}">
                <a16:creationId xmlns:a16="http://schemas.microsoft.com/office/drawing/2014/main" id="{0A0A8ADA-90CC-2EF5-AE44-69BC64BA09FF}"/>
              </a:ext>
            </a:extLst>
          </p:cNvPr>
          <p:cNvCxnSpPr>
            <a:cxnSpLocks/>
          </p:cNvCxnSpPr>
          <p:nvPr userDrawn="1"/>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8450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1_Title square photo">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4200" y="2303312"/>
            <a:ext cx="7298437" cy="3046988"/>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Event name </a:t>
            </a:r>
            <a:br>
              <a:rPr lang="en-US"/>
            </a:br>
            <a:r>
              <a:rPr lang="en-US"/>
              <a:t>or presentation title here</a:t>
            </a:r>
          </a:p>
        </p:txBody>
      </p:sp>
      <p:sp>
        <p:nvSpPr>
          <p:cNvPr id="5" name="Text Placeholder 4"/>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p:nvPicPr>
        <p:blipFill>
          <a:blip r:embed="rId2"/>
          <a:stretch>
            <a:fillRect/>
          </a:stretch>
        </p:blipFill>
        <p:spPr bwMode="black">
          <a:xfrm>
            <a:off x="584200" y="585788"/>
            <a:ext cx="1366245" cy="292608"/>
          </a:xfrm>
          <a:prstGeom prst="rect">
            <a:avLst/>
          </a:prstGeom>
        </p:spPr>
      </p:pic>
      <p:cxnSp>
        <p:nvCxnSpPr>
          <p:cNvPr id="4" name="Straight Connector 3">
            <a:extLst>
              <a:ext uri="{FF2B5EF4-FFF2-40B4-BE49-F238E27FC236}">
                <a16:creationId xmlns:a16="http://schemas.microsoft.com/office/drawing/2014/main" id="{CBA263C4-3326-E64B-9789-EDA19734D864}"/>
              </a:ext>
            </a:extLst>
          </p:cNvPr>
          <p:cNvCxnSpPr>
            <a:cxnSpLocks/>
          </p:cNvCxnSpPr>
          <p:nvPr/>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pic>
        <p:nvPicPr>
          <p:cNvPr id="3" name="MS logo white - EMF" descr="Microsoft logo white text version">
            <a:extLst>
              <a:ext uri="{FF2B5EF4-FFF2-40B4-BE49-F238E27FC236}">
                <a16:creationId xmlns:a16="http://schemas.microsoft.com/office/drawing/2014/main" id="{756F3268-D9C2-26AA-E372-6D3615ACF2F1}"/>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6" name="Straight Connector 5">
            <a:extLst>
              <a:ext uri="{FF2B5EF4-FFF2-40B4-BE49-F238E27FC236}">
                <a16:creationId xmlns:a16="http://schemas.microsoft.com/office/drawing/2014/main" id="{2B9F499C-C8C9-89B3-E576-C790AC68B913}"/>
              </a:ext>
            </a:extLst>
          </p:cNvPr>
          <p:cNvCxnSpPr>
            <a:cxnSpLocks/>
          </p:cNvCxnSpPr>
          <p:nvPr userDrawn="1"/>
        </p:nvCxnSpPr>
        <p:spPr>
          <a:xfrm>
            <a:off x="584200" y="6267088"/>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879637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Agenda Layout">
    <p:spTree>
      <p:nvGrpSpPr>
        <p:cNvPr id="1" name=""/>
        <p:cNvGrpSpPr/>
        <p:nvPr/>
      </p:nvGrpSpPr>
      <p:grpSpPr>
        <a:xfrm>
          <a:off x="0" y="0"/>
          <a:ext cx="0" cy="0"/>
          <a:chOff x="0" y="0"/>
          <a:chExt cx="0" cy="0"/>
        </a:xfrm>
      </p:grpSpPr>
      <p:sp>
        <p:nvSpPr>
          <p:cNvPr id="35" name="Footer Placeholder 4">
            <a:extLst>
              <a:ext uri="{FF2B5EF4-FFF2-40B4-BE49-F238E27FC236}">
                <a16:creationId xmlns:a16="http://schemas.microsoft.com/office/drawing/2014/main" id="{8C64960A-4B61-43E6-B400-13FC4850F81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6" name="Slide Number Placeholder 5">
            <a:extLst>
              <a:ext uri="{FF2B5EF4-FFF2-40B4-BE49-F238E27FC236}">
                <a16:creationId xmlns:a16="http://schemas.microsoft.com/office/drawing/2014/main" id="{4333FB6F-5C99-40E2-8D4E-1E9EE410072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Rectangle 1">
            <a:extLst>
              <a:ext uri="{FF2B5EF4-FFF2-40B4-BE49-F238E27FC236}">
                <a16:creationId xmlns:a16="http://schemas.microsoft.com/office/drawing/2014/main" id="{74BEDE68-1D2D-4A40-A3F4-F77A41DD2BC0}"/>
              </a:ext>
            </a:extLst>
          </p:cNvPr>
          <p:cNvSpPr/>
          <p:nvPr/>
        </p:nvSpPr>
        <p:spPr bwMode="auto">
          <a:xfrm>
            <a:off x="1" y="0"/>
            <a:ext cx="37084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Text Placeholder 5">
            <a:extLst>
              <a:ext uri="{FF2B5EF4-FFF2-40B4-BE49-F238E27FC236}">
                <a16:creationId xmlns:a16="http://schemas.microsoft.com/office/drawing/2014/main" id="{8AAF1AEC-5837-427A-AB77-EF89A45999B0}"/>
              </a:ext>
            </a:extLst>
          </p:cNvPr>
          <p:cNvSpPr>
            <a:spLocks noGrp="1"/>
          </p:cNvSpPr>
          <p:nvPr>
            <p:ph type="body" sz="quarter" idx="39" hasCustomPrompt="1"/>
          </p:nvPr>
        </p:nvSpPr>
        <p:spPr>
          <a:xfrm>
            <a:off x="571500" y="3121224"/>
            <a:ext cx="2824014" cy="615553"/>
          </a:xfrm>
        </p:spPr>
        <p:txBody>
          <a:bodyPr/>
          <a:lstStyle>
            <a:lvl1pPr marL="0" indent="0">
              <a:buNone/>
              <a:defRPr sz="4000">
                <a:solidFill>
                  <a:schemeClr val="bg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Agenda</a:t>
            </a:r>
          </a:p>
        </p:txBody>
      </p:sp>
    </p:spTree>
    <p:extLst>
      <p:ext uri="{BB962C8B-B14F-4D97-AF65-F5344CB8AC3E}">
        <p14:creationId xmlns:p14="http://schemas.microsoft.com/office/powerpoint/2010/main" val="1963357217"/>
      </p:ext>
    </p:extLst>
  </p:cSld>
  <p:clrMapOvr>
    <a:masterClrMapping/>
  </p:clrMapOvr>
  <p:transition>
    <p:fade/>
  </p:transition>
  <p:hf hdr="0" dt="0"/>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519038517"/>
      </p:ext>
    </p:extLst>
  </p:cSld>
  <p:clrMapOvr>
    <a:masterClrMapping/>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1_Title Only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3" name="Rectangle 2">
            <a:extLst>
              <a:ext uri="{FF2B5EF4-FFF2-40B4-BE49-F238E27FC236}">
                <a16:creationId xmlns:a16="http://schemas.microsoft.com/office/drawing/2014/main" id="{B6DB6C57-3951-6006-519D-4615F6898754}"/>
              </a:ext>
              <a:ext uri="{C183D7F6-B498-43B3-948B-1728B52AA6E4}">
                <adec:decorative xmlns:adec="http://schemas.microsoft.com/office/drawing/2017/decorative" val="1"/>
              </a:ext>
            </a:extLst>
          </p:cNvPr>
          <p:cNvSpPr/>
          <p:nvPr userDrawn="1"/>
        </p:nvSpPr>
        <p:spPr bwMode="auto">
          <a:xfrm>
            <a:off x="0" y="2"/>
            <a:ext cx="12192000" cy="1590674"/>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8" name="Rectangle 7">
            <a:extLst>
              <a:ext uri="{FF2B5EF4-FFF2-40B4-BE49-F238E27FC236}">
                <a16:creationId xmlns:a16="http://schemas.microsoft.com/office/drawing/2014/main" id="{891B525B-89EA-B373-ECC8-6581C820A14E}"/>
              </a:ext>
              <a:ext uri="{C183D7F6-B498-43B3-948B-1728B52AA6E4}">
                <adec:decorative xmlns:adec="http://schemas.microsoft.com/office/drawing/2017/decorative" val="1"/>
              </a:ext>
            </a:extLst>
          </p:cNvPr>
          <p:cNvSpPr/>
          <p:nvPr userDrawn="1"/>
        </p:nvSpPr>
        <p:spPr bwMode="auto">
          <a:xfrm>
            <a:off x="0" y="159067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383802497"/>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Title_Blue Bar_Placeholde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F141C64-E920-4DE9-A440-152373BCBA3E}"/>
              </a:ext>
              <a:ext uri="{C183D7F6-B498-43B3-948B-1728B52AA6E4}">
                <adec:decorative xmlns:adec="http://schemas.microsoft.com/office/drawing/2017/decorative" val="1"/>
              </a:ext>
            </a:extLst>
          </p:cNvPr>
          <p:cNvSpPr/>
          <p:nvPr/>
        </p:nvSpPr>
        <p:spPr bwMode="auto">
          <a:xfrm>
            <a:off x="0" y="2"/>
            <a:ext cx="12192000" cy="1429046"/>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Footer Placeholder 4">
            <a:extLst>
              <a:ext uri="{FF2B5EF4-FFF2-40B4-BE49-F238E27FC236}">
                <a16:creationId xmlns:a16="http://schemas.microsoft.com/office/drawing/2014/main" id="{3CB9224E-20A8-4184-BE63-F7ADC102413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ACDA2FAA-F591-4C59-93CB-5FDE50ECC64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9" name="Content Placeholder 8">
            <a:extLst>
              <a:ext uri="{FF2B5EF4-FFF2-40B4-BE49-F238E27FC236}">
                <a16:creationId xmlns:a16="http://schemas.microsoft.com/office/drawing/2014/main" id="{42582AC2-DA98-4BCB-8380-34C382DED89F}"/>
              </a:ext>
            </a:extLst>
          </p:cNvPr>
          <p:cNvSpPr>
            <a:spLocks noGrp="1"/>
          </p:cNvSpPr>
          <p:nvPr>
            <p:ph sz="quarter" idx="10" hasCustomPrompt="1"/>
          </p:nvPr>
        </p:nvSpPr>
        <p:spPr>
          <a:xfrm>
            <a:off x="6019800" y="1871663"/>
            <a:ext cx="5600700" cy="4397375"/>
          </a:xfrm>
          <a:ln w="6350">
            <a:solidFill>
              <a:schemeClr val="bg1">
                <a:lumMod val="85000"/>
              </a:schemeClr>
            </a:solidFill>
          </a:ln>
        </p:spPr>
        <p:txBody>
          <a:bodyPr/>
          <a:lstStyle>
            <a:lvl1pPr marL="0" indent="0" algn="ctr">
              <a:buNone/>
              <a:defRPr sz="1800"/>
            </a:lvl1pPr>
          </a:lstStyle>
          <a:p>
            <a:pPr lvl="0"/>
            <a:r>
              <a:rPr lang="en-US"/>
              <a:t>Place holder for report and illustration </a:t>
            </a:r>
          </a:p>
        </p:txBody>
      </p:sp>
      <p:sp>
        <p:nvSpPr>
          <p:cNvPr id="11" name="Rectangle 10">
            <a:extLst>
              <a:ext uri="{FF2B5EF4-FFF2-40B4-BE49-F238E27FC236}">
                <a16:creationId xmlns:a16="http://schemas.microsoft.com/office/drawing/2014/main" id="{3CBE3747-AB42-4DD5-A33C-42C4A70E8A91}"/>
              </a:ext>
              <a:ext uri="{C183D7F6-B498-43B3-948B-1728B52AA6E4}">
                <adec:decorative xmlns:adec="http://schemas.microsoft.com/office/drawing/2017/decorative" val="1"/>
              </a:ext>
            </a:extLst>
          </p:cNvPr>
          <p:cNvSpPr/>
          <p:nvPr/>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5" name="Rectangle 4">
            <a:extLst>
              <a:ext uri="{FF2B5EF4-FFF2-40B4-BE49-F238E27FC236}">
                <a16:creationId xmlns:a16="http://schemas.microsoft.com/office/drawing/2014/main" id="{505C1F9C-EA6B-0516-A59C-EEAD91DB727F}"/>
              </a:ext>
              <a:ext uri="{C183D7F6-B498-43B3-948B-1728B52AA6E4}">
                <adec:decorative xmlns:adec="http://schemas.microsoft.com/office/drawing/2017/decorative" val="1"/>
              </a:ext>
            </a:extLst>
          </p:cNvPr>
          <p:cNvSpPr/>
          <p:nvPr userDrawn="1"/>
        </p:nvSpPr>
        <p:spPr bwMode="auto">
          <a:xfrm>
            <a:off x="0" y="1429048"/>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136137223"/>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Title Only_Subtitle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accent6"/>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582685789"/>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Title Only_Subtitle_Blue Bar Layou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BA4EE01-A11E-4E94-BD8C-0E370CC84335}"/>
              </a:ext>
              <a:ext uri="{C183D7F6-B498-43B3-948B-1728B52AA6E4}">
                <adec:decorative xmlns:adec="http://schemas.microsoft.com/office/drawing/2017/decorative" val="1"/>
              </a:ext>
            </a:extLst>
          </p:cNvPr>
          <p:cNvSpPr/>
          <p:nvPr/>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 name="Rectangle 6">
            <a:extLst>
              <a:ext uri="{FF2B5EF4-FFF2-40B4-BE49-F238E27FC236}">
                <a16:creationId xmlns:a16="http://schemas.microsoft.com/office/drawing/2014/main" id="{849DBB57-EFF8-4672-A1A8-6F5D20C83EAE}"/>
              </a:ext>
              <a:ext uri="{C183D7F6-B498-43B3-948B-1728B52AA6E4}">
                <adec:decorative xmlns:adec="http://schemas.microsoft.com/office/drawing/2017/decorative" val="1"/>
              </a:ext>
            </a:extLst>
          </p:cNvPr>
          <p:cNvSpPr/>
          <p:nvPr/>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6EC02201-A897-0144-8522-F40E06456BE8}"/>
              </a:ext>
            </a:extLst>
          </p:cNvPr>
          <p:cNvSpPr>
            <a:spLocks noGrp="1"/>
          </p:cNvSpPr>
          <p:nvPr>
            <p:ph type="body" sz="quarter" idx="12" hasCustomPrompt="1"/>
          </p:nvPr>
        </p:nvSpPr>
        <p:spPr>
          <a:xfrm>
            <a:off x="584201" y="1310646"/>
            <a:ext cx="11018520"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BB45644B-7519-025A-EA25-1E735AD16218}"/>
              </a:ext>
              <a:ext uri="{C183D7F6-B498-43B3-948B-1728B52AA6E4}">
                <adec:decorative xmlns:adec="http://schemas.microsoft.com/office/drawing/2017/decorative" val="1"/>
              </a:ext>
            </a:extLst>
          </p:cNvPr>
          <p:cNvSpPr/>
          <p:nvPr userDrawn="1"/>
        </p:nvSpPr>
        <p:spPr bwMode="auto">
          <a:xfrm>
            <a:off x="0" y="1"/>
            <a:ext cx="12192000" cy="1857827"/>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9" name="Rectangle 8">
            <a:extLst>
              <a:ext uri="{FF2B5EF4-FFF2-40B4-BE49-F238E27FC236}">
                <a16:creationId xmlns:a16="http://schemas.microsoft.com/office/drawing/2014/main" id="{DBD08C04-D9E4-3431-3EE6-88E1E7DC1432}"/>
              </a:ext>
              <a:ext uri="{C183D7F6-B498-43B3-948B-1728B52AA6E4}">
                <adec:decorative xmlns:adec="http://schemas.microsoft.com/office/drawing/2017/decorative" val="1"/>
              </a:ext>
            </a:extLst>
          </p:cNvPr>
          <p:cNvSpPr/>
          <p:nvPr userDrawn="1"/>
        </p:nvSpPr>
        <p:spPr bwMode="auto">
          <a:xfrm>
            <a:off x="0" y="1808596"/>
            <a:ext cx="12192000" cy="49232"/>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838807973"/>
      </p:ext>
    </p:extLst>
  </p:cSld>
  <p:clrMapOvr>
    <a:masterClrMapping/>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 Image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5854348"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720843" y="0"/>
            <a:ext cx="5471157" cy="6858000"/>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
        <p:nvSpPr>
          <p:cNvPr id="3" name="Rectangle 2">
            <a:extLst>
              <a:ext uri="{FF2B5EF4-FFF2-40B4-BE49-F238E27FC236}">
                <a16:creationId xmlns:a16="http://schemas.microsoft.com/office/drawing/2014/main" id="{ED3AF0C5-128A-D8D2-10FE-D34EF3815AE9}"/>
              </a:ext>
            </a:extLst>
          </p:cNvPr>
          <p:cNvSpPr>
            <a:spLocks/>
          </p:cNvSpPr>
          <p:nvPr userDrawn="1"/>
        </p:nvSpPr>
        <p:spPr bwMode="auto">
          <a:xfrm>
            <a:off x="0" y="801983"/>
            <a:ext cx="6720842"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694A7857-C08F-E8FE-F2F9-253ACC13995A}"/>
              </a:ext>
            </a:extLst>
          </p:cNvPr>
          <p:cNvSpPr>
            <a:spLocks/>
          </p:cNvSpPr>
          <p:nvPr userDrawn="1"/>
        </p:nvSpPr>
        <p:spPr bwMode="auto">
          <a:xfrm>
            <a:off x="0" y="1923213"/>
            <a:ext cx="6720842"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2563447190"/>
      </p:ext>
    </p:extLst>
  </p:cSld>
  <p:clrMapOvr>
    <a:masterClrMapping/>
  </p:clrMapOvr>
  <p:transition>
    <p:fade/>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Half Image_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p:nvPr/>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p:nvPr/>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4555319" cy="553998"/>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12" name="Content Placeholder 10">
            <a:extLst>
              <a:ext uri="{FF2B5EF4-FFF2-40B4-BE49-F238E27FC236}">
                <a16:creationId xmlns:a16="http://schemas.microsoft.com/office/drawing/2014/main" id="{87392304-E6C1-4312-930D-A6D4819615F6}"/>
              </a:ext>
            </a:extLst>
          </p:cNvPr>
          <p:cNvSpPr>
            <a:spLocks noGrp="1"/>
          </p:cNvSpPr>
          <p:nvPr>
            <p:ph sz="quarter" idx="11"/>
          </p:nvPr>
        </p:nvSpPr>
        <p:spPr>
          <a:xfrm>
            <a:off x="6019800" y="585788"/>
            <a:ext cx="5600700" cy="5686424"/>
          </a:xfrm>
          <a:ln w="6350">
            <a:solidFill>
              <a:schemeClr val="bg1">
                <a:lumMod val="75000"/>
              </a:schemeClr>
            </a:solidFill>
          </a:ln>
        </p:spPr>
        <p:txBody>
          <a:bodyPr/>
          <a:lstStyle>
            <a:lvl1pPr marL="0" indent="0" algn="ctr">
              <a:buNone/>
              <a:defRPr sz="2400"/>
            </a:lvl1pPr>
          </a:lstStyle>
          <a:p>
            <a:pPr lvl="0"/>
            <a:r>
              <a:rPr lang="en-US"/>
              <a:t>Click to edit Master text styles</a:t>
            </a:r>
          </a:p>
        </p:txBody>
      </p:sp>
      <p:sp>
        <p:nvSpPr>
          <p:cNvPr id="3" name="Rectangle 2">
            <a:extLst>
              <a:ext uri="{FF2B5EF4-FFF2-40B4-BE49-F238E27FC236}">
                <a16:creationId xmlns:a16="http://schemas.microsoft.com/office/drawing/2014/main" id="{7AA14FFF-7DEA-4B50-5F1C-156F46296DD9}"/>
              </a:ext>
            </a:extLst>
          </p:cNvPr>
          <p:cNvSpPr/>
          <p:nvPr userDrawn="1"/>
        </p:nvSpPr>
        <p:spPr bwMode="auto">
          <a:xfrm>
            <a:off x="0" y="801983"/>
            <a:ext cx="60198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54D39290-8489-ACD7-6388-6779B6CE0A22}"/>
              </a:ext>
            </a:extLst>
          </p:cNvPr>
          <p:cNvSpPr/>
          <p:nvPr userDrawn="1"/>
        </p:nvSpPr>
        <p:spPr bwMode="auto">
          <a:xfrm>
            <a:off x="0" y="1923213"/>
            <a:ext cx="60198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834917608"/>
      </p:ext>
    </p:extLst>
  </p:cSld>
  <p:clrMapOvr>
    <a:masterClrMapping/>
  </p:clrMapOvr>
  <p:transition>
    <p:fade/>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Blue Bar Layout">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Rectangle 7">
            <a:extLst>
              <a:ext uri="{FF2B5EF4-FFF2-40B4-BE49-F238E27FC236}">
                <a16:creationId xmlns:a16="http://schemas.microsoft.com/office/drawing/2014/main" id="{FCC52691-475D-43F1-A919-4B156DB9EB3B}"/>
              </a:ext>
            </a:extLst>
          </p:cNvPr>
          <p:cNvSpPr>
            <a:spLocks/>
          </p:cNvSpPr>
          <p:nvPr/>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0" name="Rectangle 9">
            <a:extLst>
              <a:ext uri="{FF2B5EF4-FFF2-40B4-BE49-F238E27FC236}">
                <a16:creationId xmlns:a16="http://schemas.microsoft.com/office/drawing/2014/main" id="{5D652719-B081-48FC-940C-093D3CF71ACF}"/>
              </a:ext>
            </a:extLst>
          </p:cNvPr>
          <p:cNvSpPr>
            <a:spLocks/>
          </p:cNvSpPr>
          <p:nvPr/>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1085599"/>
            <a:ext cx="11045019" cy="553998"/>
          </a:xfrm>
        </p:spPr>
        <p:txBody>
          <a:bodyPr wrap="square">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3" name="Rectangle 2">
            <a:extLst>
              <a:ext uri="{FF2B5EF4-FFF2-40B4-BE49-F238E27FC236}">
                <a16:creationId xmlns:a16="http://schemas.microsoft.com/office/drawing/2014/main" id="{40C312EF-C4DB-3DDF-D2EA-D34BFAA122C7}"/>
              </a:ext>
            </a:extLst>
          </p:cNvPr>
          <p:cNvSpPr>
            <a:spLocks/>
          </p:cNvSpPr>
          <p:nvPr userDrawn="1"/>
        </p:nvSpPr>
        <p:spPr bwMode="auto">
          <a:xfrm>
            <a:off x="0" y="801983"/>
            <a:ext cx="12192000" cy="112123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 name="Rectangle 5">
            <a:extLst>
              <a:ext uri="{FF2B5EF4-FFF2-40B4-BE49-F238E27FC236}">
                <a16:creationId xmlns:a16="http://schemas.microsoft.com/office/drawing/2014/main" id="{02399519-6CF5-542D-EC43-39FB96B0E3E7}"/>
              </a:ext>
            </a:extLst>
          </p:cNvPr>
          <p:cNvSpPr>
            <a:spLocks/>
          </p:cNvSpPr>
          <p:nvPr userDrawn="1"/>
        </p:nvSpPr>
        <p:spPr bwMode="auto">
          <a:xfrm>
            <a:off x="0" y="1923213"/>
            <a:ext cx="12192000" cy="54699"/>
          </a:xfrm>
          <a:prstGeom prst="rect">
            <a:avLst/>
          </a:prstGeom>
          <a:solidFill>
            <a:schemeClr val="accent2">
              <a:lumMod val="7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687186590"/>
      </p:ext>
    </p:extLst>
  </p:cSld>
  <p:clrMapOvr>
    <a:masterClrMapping/>
  </p:clrMapOvr>
  <p:transition>
    <p:fade/>
  </p:transition>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Medi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555319" cy="1107996"/>
          </a:xfrm>
        </p:spPr>
        <p:txBody>
          <a:bodyPr>
            <a:spAutoFit/>
          </a:bodyPr>
          <a:lstStyle>
            <a:lvl1pPr algn="l" defTabSz="932742" rtl="0" eaLnBrk="1" latinLnBrk="0" hangingPunct="1">
              <a:lnSpc>
                <a:spcPct val="100000"/>
              </a:lnSpc>
              <a:spcBef>
                <a:spcPct val="0"/>
              </a:spcBef>
              <a:buNone/>
              <a:defRPr lang="en-US" sz="36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Footer Placeholder 4">
            <a:extLst>
              <a:ext uri="{FF2B5EF4-FFF2-40B4-BE49-F238E27FC236}">
                <a16:creationId xmlns:a16="http://schemas.microsoft.com/office/drawing/2014/main" id="{ACA47FE3-808F-4455-9116-CB304A57F6D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29EA8DF5-0F38-4D7D-8A31-170AB79F5D9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7" name="Media Placeholder 6">
            <a:extLst>
              <a:ext uri="{FF2B5EF4-FFF2-40B4-BE49-F238E27FC236}">
                <a16:creationId xmlns:a16="http://schemas.microsoft.com/office/drawing/2014/main" id="{40EC17C2-B72D-4F57-AB81-A8295D570494}"/>
              </a:ext>
            </a:extLst>
          </p:cNvPr>
          <p:cNvSpPr>
            <a:spLocks noGrp="1"/>
          </p:cNvSpPr>
          <p:nvPr>
            <p:ph type="media" sz="quarter" idx="10"/>
          </p:nvPr>
        </p:nvSpPr>
        <p:spPr>
          <a:xfrm>
            <a:off x="6019800" y="585789"/>
            <a:ext cx="5595938" cy="5683249"/>
          </a:xfrm>
          <a:solidFill>
            <a:schemeClr val="bg1">
              <a:lumMod val="95000"/>
            </a:schemeClr>
          </a:solidFill>
          <a:ln w="6350">
            <a:solidFill>
              <a:schemeClr val="bg1">
                <a:lumMod val="75000"/>
              </a:schemeClr>
            </a:solidFill>
          </a:ln>
        </p:spPr>
        <p:txBody>
          <a:bodyPr/>
          <a:lstStyle>
            <a:lvl1pPr marL="0" indent="0" algn="ctr">
              <a:buNone/>
              <a:defRPr sz="2400"/>
            </a:lvl1pPr>
          </a:lstStyle>
          <a:p>
            <a:r>
              <a:rPr lang="en-US"/>
              <a:t>Click icon to add media</a:t>
            </a:r>
          </a:p>
        </p:txBody>
      </p:sp>
    </p:spTree>
    <p:extLst>
      <p:ext uri="{BB962C8B-B14F-4D97-AF65-F5344CB8AC3E}">
        <p14:creationId xmlns:p14="http://schemas.microsoft.com/office/powerpoint/2010/main" val="2225274513"/>
      </p:ext>
    </p:extLst>
  </p:cSld>
  <p:clrMapOvr>
    <a:masterClrMapping/>
  </p:clrMapOvr>
  <p:transition>
    <p:fade/>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Title_ Subtitle_Imag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 name="Text Placeholder 4">
            <a:extLst>
              <a:ext uri="{FF2B5EF4-FFF2-40B4-BE49-F238E27FC236}">
                <a16:creationId xmlns:a16="http://schemas.microsoft.com/office/drawing/2014/main" id="{91F01542-314B-B94E-9E8F-3A1DCF0A8DB6}"/>
              </a:ext>
            </a:extLst>
          </p:cNvPr>
          <p:cNvSpPr>
            <a:spLocks noGrp="1"/>
          </p:cNvSpPr>
          <p:nvPr>
            <p:ph type="body" sz="quarter" idx="12" hasCustomPrompt="1"/>
          </p:nvPr>
        </p:nvSpPr>
        <p:spPr>
          <a:xfrm>
            <a:off x="584201" y="2021455"/>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5" name="Footer Placeholder 4">
            <a:extLst>
              <a:ext uri="{FF2B5EF4-FFF2-40B4-BE49-F238E27FC236}">
                <a16:creationId xmlns:a16="http://schemas.microsoft.com/office/drawing/2014/main" id="{9981877A-366D-46E8-9609-C14F4158122B}"/>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452A6145-AE34-4B2D-8774-7F9781432832}"/>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1497136910"/>
      </p:ext>
    </p:extLst>
  </p:cSld>
  <p:clrMapOvr>
    <a:masterClrMapping/>
  </p:clrMapOvr>
  <p:transition>
    <p:fade/>
  </p:transition>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itle_Subtitle_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4610668" cy="1231106"/>
          </a:xfrm>
        </p:spPr>
        <p:txBody>
          <a:bodyPr/>
          <a:lstStyle>
            <a:lvl1pPr algn="l" defTabSz="932742" rtl="0" eaLnBrk="1" latinLnBrk="0" hangingPunct="1">
              <a:lnSpc>
                <a:spcPct val="100000"/>
              </a:lnSpc>
              <a:spcBef>
                <a:spcPct val="0"/>
              </a:spcBef>
              <a:buNone/>
              <a:defRPr lang="en-US" sz="40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cxnSp>
        <p:nvCxnSpPr>
          <p:cNvPr id="9" name="Straight Connector 8">
            <a:extLst>
              <a:ext uri="{FF2B5EF4-FFF2-40B4-BE49-F238E27FC236}">
                <a16:creationId xmlns:a16="http://schemas.microsoft.com/office/drawing/2014/main" id="{6F2A71D1-F09E-8842-AD05-950FE1498381}"/>
              </a:ext>
            </a:extLst>
          </p:cNvPr>
          <p:cNvCxnSpPr>
            <a:cxnSpLocks/>
          </p:cNvCxnSpPr>
          <p:nvPr/>
        </p:nvCxnSpPr>
        <p:spPr>
          <a:xfrm>
            <a:off x="6134100" y="585968"/>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DB10EA9-1316-2045-BA8E-85DFEBC1CDE2}"/>
              </a:ext>
            </a:extLst>
          </p:cNvPr>
          <p:cNvCxnSpPr>
            <a:cxnSpLocks/>
          </p:cNvCxnSpPr>
          <p:nvPr/>
        </p:nvCxnSpPr>
        <p:spPr>
          <a:xfrm>
            <a:off x="6134100" y="1830139"/>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065D8CB-54F7-4447-8E24-547CD549E6B4}"/>
              </a:ext>
            </a:extLst>
          </p:cNvPr>
          <p:cNvCxnSpPr>
            <a:cxnSpLocks/>
          </p:cNvCxnSpPr>
          <p:nvPr/>
        </p:nvCxnSpPr>
        <p:spPr>
          <a:xfrm>
            <a:off x="6134100" y="2067045"/>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8CD7834-4D7C-9D47-9858-3F2CCB9CB277}"/>
              </a:ext>
            </a:extLst>
          </p:cNvPr>
          <p:cNvCxnSpPr>
            <a:cxnSpLocks/>
          </p:cNvCxnSpPr>
          <p:nvPr/>
        </p:nvCxnSpPr>
        <p:spPr>
          <a:xfrm>
            <a:off x="6134100" y="3311216"/>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0AAA53A-6964-724E-8791-53DB0D3A9CBE}"/>
              </a:ext>
            </a:extLst>
          </p:cNvPr>
          <p:cNvCxnSpPr>
            <a:cxnSpLocks/>
          </p:cNvCxnSpPr>
          <p:nvPr/>
        </p:nvCxnSpPr>
        <p:spPr>
          <a:xfrm>
            <a:off x="6134100" y="3548122"/>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6C9BCD5-4167-604D-974D-68A3F8999BF9}"/>
              </a:ext>
            </a:extLst>
          </p:cNvPr>
          <p:cNvCxnSpPr>
            <a:cxnSpLocks/>
          </p:cNvCxnSpPr>
          <p:nvPr/>
        </p:nvCxnSpPr>
        <p:spPr>
          <a:xfrm>
            <a:off x="6134100" y="4792293"/>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225880F-4EDA-2B41-BA63-105ABFF6A823}"/>
              </a:ext>
            </a:extLst>
          </p:cNvPr>
          <p:cNvCxnSpPr>
            <a:cxnSpLocks/>
          </p:cNvCxnSpPr>
          <p:nvPr/>
        </p:nvCxnSpPr>
        <p:spPr>
          <a:xfrm>
            <a:off x="6134100" y="5029200"/>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EB7D1-AE0B-C24F-8957-3260EC322FDA}"/>
              </a:ext>
            </a:extLst>
          </p:cNvPr>
          <p:cNvCxnSpPr>
            <a:cxnSpLocks/>
          </p:cNvCxnSpPr>
          <p:nvPr/>
        </p:nvCxnSpPr>
        <p:spPr>
          <a:xfrm>
            <a:off x="6134100" y="6273371"/>
            <a:ext cx="5475288"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E3D5A23B-648C-AC47-B8BD-EE892612B02C}"/>
              </a:ext>
            </a:extLst>
          </p:cNvPr>
          <p:cNvSpPr>
            <a:spLocks noGrp="1"/>
          </p:cNvSpPr>
          <p:nvPr>
            <p:ph type="body" sz="quarter" idx="13" hasCustomPrompt="1"/>
          </p:nvPr>
        </p:nvSpPr>
        <p:spPr>
          <a:xfrm>
            <a:off x="7378275" y="2314728"/>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28" name="Text Placeholder 4">
            <a:extLst>
              <a:ext uri="{FF2B5EF4-FFF2-40B4-BE49-F238E27FC236}">
                <a16:creationId xmlns:a16="http://schemas.microsoft.com/office/drawing/2014/main" id="{052991E3-3AF8-7242-AF14-580FCDDA4CF5}"/>
              </a:ext>
            </a:extLst>
          </p:cNvPr>
          <p:cNvSpPr>
            <a:spLocks noGrp="1"/>
          </p:cNvSpPr>
          <p:nvPr>
            <p:ph type="body" sz="quarter" idx="15" hasCustomPrompt="1"/>
          </p:nvPr>
        </p:nvSpPr>
        <p:spPr>
          <a:xfrm>
            <a:off x="7378275" y="8382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0" name="Text Placeholder 4">
            <a:extLst>
              <a:ext uri="{FF2B5EF4-FFF2-40B4-BE49-F238E27FC236}">
                <a16:creationId xmlns:a16="http://schemas.microsoft.com/office/drawing/2014/main" id="{C1C221DA-B39D-734F-9219-6D344EDE4326}"/>
              </a:ext>
            </a:extLst>
          </p:cNvPr>
          <p:cNvSpPr>
            <a:spLocks noGrp="1"/>
          </p:cNvSpPr>
          <p:nvPr>
            <p:ph type="body" sz="quarter" idx="17" hasCustomPrompt="1"/>
          </p:nvPr>
        </p:nvSpPr>
        <p:spPr>
          <a:xfrm>
            <a:off x="7378275" y="38100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32" name="Text Placeholder 4">
            <a:extLst>
              <a:ext uri="{FF2B5EF4-FFF2-40B4-BE49-F238E27FC236}">
                <a16:creationId xmlns:a16="http://schemas.microsoft.com/office/drawing/2014/main" id="{7AD49206-9AA1-9545-B8DE-768C479CE37B}"/>
              </a:ext>
            </a:extLst>
          </p:cNvPr>
          <p:cNvSpPr>
            <a:spLocks noGrp="1"/>
          </p:cNvSpPr>
          <p:nvPr>
            <p:ph type="body" sz="quarter" idx="19" hasCustomPrompt="1"/>
          </p:nvPr>
        </p:nvSpPr>
        <p:spPr>
          <a:xfrm>
            <a:off x="7378275" y="5257800"/>
            <a:ext cx="4242225" cy="742369"/>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54" name="Title 1">
            <a:extLst>
              <a:ext uri="{FF2B5EF4-FFF2-40B4-BE49-F238E27FC236}">
                <a16:creationId xmlns:a16="http://schemas.microsoft.com/office/drawing/2014/main" id="{C749ABB7-E94C-644E-AB3E-CA66A14994E4}"/>
              </a:ext>
            </a:extLst>
          </p:cNvPr>
          <p:cNvSpPr txBox="1">
            <a:spLocks/>
          </p:cNvSpPr>
          <p:nvPr/>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55" name="Title 1">
            <a:extLst>
              <a:ext uri="{FF2B5EF4-FFF2-40B4-BE49-F238E27FC236}">
                <a16:creationId xmlns:a16="http://schemas.microsoft.com/office/drawing/2014/main" id="{AED658B1-2D11-6B40-9AC8-F40A2E8C428E}"/>
              </a:ext>
            </a:extLst>
          </p:cNvPr>
          <p:cNvSpPr txBox="1">
            <a:spLocks/>
          </p:cNvSpPr>
          <p:nvPr/>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6" name="Title 1">
            <a:extLst>
              <a:ext uri="{FF2B5EF4-FFF2-40B4-BE49-F238E27FC236}">
                <a16:creationId xmlns:a16="http://schemas.microsoft.com/office/drawing/2014/main" id="{BF28F184-936F-734E-82FF-11CF771C79D1}"/>
              </a:ext>
            </a:extLst>
          </p:cNvPr>
          <p:cNvSpPr txBox="1">
            <a:spLocks/>
          </p:cNvSpPr>
          <p:nvPr/>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57" name="Title 1">
            <a:extLst>
              <a:ext uri="{FF2B5EF4-FFF2-40B4-BE49-F238E27FC236}">
                <a16:creationId xmlns:a16="http://schemas.microsoft.com/office/drawing/2014/main" id="{50B655BD-0C6C-E84E-8F2B-004B34E870DC}"/>
              </a:ext>
            </a:extLst>
          </p:cNvPr>
          <p:cNvSpPr txBox="1">
            <a:spLocks/>
          </p:cNvSpPr>
          <p:nvPr/>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
        <p:nvSpPr>
          <p:cNvPr id="59" name="Text Placeholder 4">
            <a:extLst>
              <a:ext uri="{FF2B5EF4-FFF2-40B4-BE49-F238E27FC236}">
                <a16:creationId xmlns:a16="http://schemas.microsoft.com/office/drawing/2014/main" id="{1CEA2372-B756-9B49-B735-65CC0C7086CE}"/>
              </a:ext>
            </a:extLst>
          </p:cNvPr>
          <p:cNvSpPr>
            <a:spLocks noGrp="1"/>
          </p:cNvSpPr>
          <p:nvPr>
            <p:ph type="body" sz="quarter" idx="12" hasCustomPrompt="1"/>
          </p:nvPr>
        </p:nvSpPr>
        <p:spPr>
          <a:xfrm>
            <a:off x="584201" y="2150957"/>
            <a:ext cx="4574654" cy="246221"/>
          </a:xfrm>
          <a:noFill/>
        </p:spPr>
        <p:txBody>
          <a:bodyPr wrap="square" lIns="0" tIns="0" rIns="0" bIns="0">
            <a:spAutoFit/>
          </a:bodyPr>
          <a:lstStyle>
            <a:lvl1pPr marL="0" indent="0">
              <a:spcBef>
                <a:spcPts val="0"/>
              </a:spcBef>
              <a:buNone/>
              <a:defRPr sz="1600" spc="0" baseline="0">
                <a:solidFill>
                  <a:schemeClr val="accent6"/>
                </a:solidFill>
                <a:latin typeface="+mn-lt"/>
                <a:cs typeface="Segoe UI" panose="020B0502040204020203" pitchFamily="34" charset="0"/>
              </a:defRPr>
            </a:lvl1pPr>
          </a:lstStyle>
          <a:p>
            <a:pPr lvl="0"/>
            <a:r>
              <a:rPr lang="en-US"/>
              <a:t>Subtitle</a:t>
            </a:r>
          </a:p>
        </p:txBody>
      </p:sp>
      <p:sp>
        <p:nvSpPr>
          <p:cNvPr id="21" name="Footer Placeholder 4">
            <a:extLst>
              <a:ext uri="{FF2B5EF4-FFF2-40B4-BE49-F238E27FC236}">
                <a16:creationId xmlns:a16="http://schemas.microsoft.com/office/drawing/2014/main" id="{26601A05-B18A-4B66-A601-446933C6B1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22" name="Slide Number Placeholder 5">
            <a:extLst>
              <a:ext uri="{FF2B5EF4-FFF2-40B4-BE49-F238E27FC236}">
                <a16:creationId xmlns:a16="http://schemas.microsoft.com/office/drawing/2014/main" id="{2AF7A1D5-4923-435E-A787-BD20E0820261}"/>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3" name="Title 1">
            <a:extLst>
              <a:ext uri="{FF2B5EF4-FFF2-40B4-BE49-F238E27FC236}">
                <a16:creationId xmlns:a16="http://schemas.microsoft.com/office/drawing/2014/main" id="{1D9C04A6-E993-5211-2533-601A281EE02E}"/>
              </a:ext>
            </a:extLst>
          </p:cNvPr>
          <p:cNvSpPr txBox="1">
            <a:spLocks/>
          </p:cNvSpPr>
          <p:nvPr userDrawn="1"/>
        </p:nvSpPr>
        <p:spPr>
          <a:xfrm>
            <a:off x="6144904" y="65594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01</a:t>
            </a:r>
          </a:p>
        </p:txBody>
      </p:sp>
      <p:sp>
        <p:nvSpPr>
          <p:cNvPr id="4" name="Title 1">
            <a:extLst>
              <a:ext uri="{FF2B5EF4-FFF2-40B4-BE49-F238E27FC236}">
                <a16:creationId xmlns:a16="http://schemas.microsoft.com/office/drawing/2014/main" id="{336CD3A4-FED2-D403-B65F-B2D92E676324}"/>
              </a:ext>
            </a:extLst>
          </p:cNvPr>
          <p:cNvSpPr txBox="1">
            <a:spLocks/>
          </p:cNvSpPr>
          <p:nvPr userDrawn="1"/>
        </p:nvSpPr>
        <p:spPr>
          <a:xfrm>
            <a:off x="6144904" y="2142655"/>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02</a:t>
            </a:r>
          </a:p>
        </p:txBody>
      </p:sp>
      <p:sp>
        <p:nvSpPr>
          <p:cNvPr id="5" name="Title 1">
            <a:extLst>
              <a:ext uri="{FF2B5EF4-FFF2-40B4-BE49-F238E27FC236}">
                <a16:creationId xmlns:a16="http://schemas.microsoft.com/office/drawing/2014/main" id="{12B32456-DB82-55AB-700F-6A2C84C4A5EE}"/>
              </a:ext>
            </a:extLst>
          </p:cNvPr>
          <p:cNvSpPr txBox="1">
            <a:spLocks/>
          </p:cNvSpPr>
          <p:nvPr userDrawn="1"/>
        </p:nvSpPr>
        <p:spPr>
          <a:xfrm>
            <a:off x="6144904" y="3673111"/>
            <a:ext cx="1172719" cy="1112383"/>
          </a:xfrm>
          <a:prstGeom prst="rect">
            <a:avLst/>
          </a:prstGeom>
        </p:spPr>
        <p:txBody>
          <a:bodyPr l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03</a:t>
            </a:r>
          </a:p>
        </p:txBody>
      </p:sp>
      <p:sp>
        <p:nvSpPr>
          <p:cNvPr id="6" name="Title 1">
            <a:extLst>
              <a:ext uri="{FF2B5EF4-FFF2-40B4-BE49-F238E27FC236}">
                <a16:creationId xmlns:a16="http://schemas.microsoft.com/office/drawing/2014/main" id="{CF5FC2D3-1A8D-3942-5723-A6D7439E1B32}"/>
              </a:ext>
            </a:extLst>
          </p:cNvPr>
          <p:cNvSpPr txBox="1">
            <a:spLocks/>
          </p:cNvSpPr>
          <p:nvPr userDrawn="1"/>
        </p:nvSpPr>
        <p:spPr>
          <a:xfrm>
            <a:off x="6144904" y="5156655"/>
            <a:ext cx="1222567" cy="1112383"/>
          </a:xfrm>
          <a:prstGeom prst="rect">
            <a:avLst/>
          </a:prstGeom>
        </p:spPr>
        <p:txBody>
          <a:bodyPr lIns="0" tIns="0" rIns="0" bIns="0"/>
          <a:lst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6600" b="0" i="0" u="none" strike="noStrike" kern="1200" cap="none" spc="0" normalizeH="0" baseline="0" noProof="0">
                <a:ln w="3175">
                  <a:noFill/>
                </a:ln>
                <a:solidFill>
                  <a:srgbClr val="243A5E"/>
                </a:solidFill>
                <a:effectLst/>
                <a:uLnTx/>
                <a:uFillTx/>
                <a:latin typeface="Segoe UI Semibold" panose="020B0502040204020203" pitchFamily="34" charset="0"/>
                <a:ea typeface="+mn-ea"/>
                <a:cs typeface="Segoe UI Semibold" panose="020B0502040204020203" pitchFamily="34" charset="0"/>
              </a:rPr>
              <a:t>04</a:t>
            </a:r>
          </a:p>
        </p:txBody>
      </p:sp>
    </p:spTree>
    <p:extLst>
      <p:ext uri="{BB962C8B-B14F-4D97-AF65-F5344CB8AC3E}">
        <p14:creationId xmlns:p14="http://schemas.microsoft.com/office/powerpoint/2010/main" val="2406032928"/>
      </p:ext>
    </p:extLst>
  </p:cSld>
  <p:clrMapOvr>
    <a:masterClrMapping/>
  </p:clrMapOvr>
  <p:transition>
    <p:fade/>
  </p:transition>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Blue shape_Title_Subtitle_Content_3 Layou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5C115828-A4B2-4C63-9284-3EE9A55A556B}"/>
              </a:ext>
            </a:extLst>
          </p:cNvPr>
          <p:cNvSpPr/>
          <p:nvPr/>
        </p:nvSpPr>
        <p:spPr bwMode="auto">
          <a:xfrm>
            <a:off x="4583114" y="3477729"/>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3" name="Rectangle 2">
            <a:extLst>
              <a:ext uri="{FF2B5EF4-FFF2-40B4-BE49-F238E27FC236}">
                <a16:creationId xmlns:a16="http://schemas.microsoft.com/office/drawing/2014/main" id="{42F95E0F-9554-4E8E-BECB-491620008177}"/>
              </a:ext>
            </a:extLst>
          </p:cNvPr>
          <p:cNvSpPr/>
          <p:nvPr/>
        </p:nvSpPr>
        <p:spPr bwMode="auto">
          <a:xfrm>
            <a:off x="4583114" y="585788"/>
            <a:ext cx="1704220" cy="2781046"/>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cxnSp>
        <p:nvCxnSpPr>
          <p:cNvPr id="50" name="Straight Connector 49">
            <a:extLst>
              <a:ext uri="{FF2B5EF4-FFF2-40B4-BE49-F238E27FC236}">
                <a16:creationId xmlns:a16="http://schemas.microsoft.com/office/drawing/2014/main" id="{491ECCFF-A78D-1C4C-B06A-287BFFD18C0B}"/>
              </a:ext>
            </a:extLst>
          </p:cNvPr>
          <p:cNvCxnSpPr>
            <a:cxnSpLocks/>
          </p:cNvCxnSpPr>
          <p:nvPr/>
        </p:nvCxnSpPr>
        <p:spPr>
          <a:xfrm>
            <a:off x="4583114" y="585968"/>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D518E73C-187A-004E-9315-F4550400997B}"/>
              </a:ext>
            </a:extLst>
          </p:cNvPr>
          <p:cNvCxnSpPr>
            <a:cxnSpLocks/>
          </p:cNvCxnSpPr>
          <p:nvPr/>
        </p:nvCxnSpPr>
        <p:spPr>
          <a:xfrm>
            <a:off x="4583114" y="3366839"/>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52E210D2-07B9-CE46-BAA5-0149E8DEF15F}"/>
              </a:ext>
            </a:extLst>
          </p:cNvPr>
          <p:cNvCxnSpPr>
            <a:cxnSpLocks/>
          </p:cNvCxnSpPr>
          <p:nvPr/>
        </p:nvCxnSpPr>
        <p:spPr>
          <a:xfrm>
            <a:off x="4583114" y="347772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177354CA-AA42-3C4F-BC8C-E5000F50D104}"/>
              </a:ext>
            </a:extLst>
          </p:cNvPr>
          <p:cNvCxnSpPr>
            <a:cxnSpLocks/>
          </p:cNvCxnSpPr>
          <p:nvPr/>
        </p:nvCxnSpPr>
        <p:spPr>
          <a:xfrm>
            <a:off x="4583114" y="6258776"/>
            <a:ext cx="7037386" cy="0"/>
          </a:xfrm>
          <a:prstGeom prst="line">
            <a:avLst/>
          </a:prstGeom>
          <a:ln w="12700">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1" name="Text Placeholder 4">
            <a:extLst>
              <a:ext uri="{FF2B5EF4-FFF2-40B4-BE49-F238E27FC236}">
                <a16:creationId xmlns:a16="http://schemas.microsoft.com/office/drawing/2014/main" id="{4BD19EB2-7D8F-AC41-A8B6-1914246DD12A}"/>
              </a:ext>
            </a:extLst>
          </p:cNvPr>
          <p:cNvSpPr>
            <a:spLocks noGrp="1"/>
          </p:cNvSpPr>
          <p:nvPr>
            <p:ph type="body" sz="quarter" idx="15" hasCustomPrompt="1"/>
          </p:nvPr>
        </p:nvSpPr>
        <p:spPr>
          <a:xfrm>
            <a:off x="6573838" y="853214"/>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2" name="Text Placeholder 4">
            <a:extLst>
              <a:ext uri="{FF2B5EF4-FFF2-40B4-BE49-F238E27FC236}">
                <a16:creationId xmlns:a16="http://schemas.microsoft.com/office/drawing/2014/main" id="{E7593565-8F64-304B-8C7E-9439401DD389}"/>
              </a:ext>
            </a:extLst>
          </p:cNvPr>
          <p:cNvSpPr>
            <a:spLocks noGrp="1"/>
          </p:cNvSpPr>
          <p:nvPr>
            <p:ph type="body" sz="quarter" idx="16" hasCustomPrompt="1"/>
          </p:nvPr>
        </p:nvSpPr>
        <p:spPr>
          <a:xfrm>
            <a:off x="4739127" y="853214"/>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63" name="Text Placeholder 4">
            <a:extLst>
              <a:ext uri="{FF2B5EF4-FFF2-40B4-BE49-F238E27FC236}">
                <a16:creationId xmlns:a16="http://schemas.microsoft.com/office/drawing/2014/main" id="{A5C784BF-DD0C-4145-AFF6-60E0CD019133}"/>
              </a:ext>
            </a:extLst>
          </p:cNvPr>
          <p:cNvSpPr>
            <a:spLocks noGrp="1"/>
          </p:cNvSpPr>
          <p:nvPr>
            <p:ph type="body" sz="quarter" idx="17" hasCustomPrompt="1"/>
          </p:nvPr>
        </p:nvSpPr>
        <p:spPr>
          <a:xfrm>
            <a:off x="6573838" y="3745155"/>
            <a:ext cx="5130057" cy="2246194"/>
          </a:xfrm>
          <a:noFill/>
        </p:spPr>
        <p:txBody>
          <a:bodyPr wrap="square" lIns="0" tIns="0" rIns="0" bIns="0">
            <a:noAutofit/>
          </a:bodyPr>
          <a:lstStyle>
            <a:lvl1pPr marL="0" indent="0">
              <a:spcBef>
                <a:spcPts val="0"/>
              </a:spcBef>
              <a:buNone/>
              <a:defRPr sz="1400" spc="0" baseline="0">
                <a:solidFill>
                  <a:schemeClr val="accent6"/>
                </a:solidFill>
                <a:latin typeface="+mn-lt"/>
                <a:cs typeface="Segoe UI" panose="020B0502040204020203" pitchFamily="34" charset="0"/>
              </a:defRPr>
            </a:lvl1pPr>
          </a:lstStyle>
          <a:p>
            <a:pPr lvl="0"/>
            <a:r>
              <a:rPr lang="en-US"/>
              <a:t>Insert text here.</a:t>
            </a:r>
          </a:p>
        </p:txBody>
      </p:sp>
      <p:sp>
        <p:nvSpPr>
          <p:cNvPr id="64" name="Text Placeholder 4">
            <a:extLst>
              <a:ext uri="{FF2B5EF4-FFF2-40B4-BE49-F238E27FC236}">
                <a16:creationId xmlns:a16="http://schemas.microsoft.com/office/drawing/2014/main" id="{2EA836EF-2EB8-5E4E-B346-EC54002F09DC}"/>
              </a:ext>
            </a:extLst>
          </p:cNvPr>
          <p:cNvSpPr>
            <a:spLocks noGrp="1"/>
          </p:cNvSpPr>
          <p:nvPr>
            <p:ph type="body" sz="quarter" idx="18" hasCustomPrompt="1"/>
          </p:nvPr>
        </p:nvSpPr>
        <p:spPr>
          <a:xfrm>
            <a:off x="4739127" y="3745155"/>
            <a:ext cx="1392195" cy="2246194"/>
          </a:xfrm>
          <a:noFill/>
        </p:spPr>
        <p:txBody>
          <a:bodyPr wrap="square" lIns="0" tIns="0" rIns="0" bIns="0" anchor="ctr">
            <a:noAutofit/>
          </a:bodyPr>
          <a:lstStyle>
            <a:lvl1pPr marL="0" indent="0">
              <a:spcBef>
                <a:spcPts val="0"/>
              </a:spcBef>
              <a:buNone/>
              <a:defRPr sz="1600" spc="0" baseline="0">
                <a:solidFill>
                  <a:schemeClr val="tx2"/>
                </a:solidFill>
                <a:latin typeface="+mj-lt"/>
                <a:cs typeface="Segoe UI" panose="020B0502040204020203" pitchFamily="34" charset="0"/>
              </a:defRPr>
            </a:lvl1pPr>
          </a:lstStyle>
          <a:p>
            <a:pPr lvl="0"/>
            <a:r>
              <a:rPr lang="en-US"/>
              <a:t>Title here</a:t>
            </a:r>
          </a:p>
        </p:txBody>
      </p:sp>
      <p:sp>
        <p:nvSpPr>
          <p:cNvPr id="14" name="Footer Placeholder 4">
            <a:extLst>
              <a:ext uri="{FF2B5EF4-FFF2-40B4-BE49-F238E27FC236}">
                <a16:creationId xmlns:a16="http://schemas.microsoft.com/office/drawing/2014/main" id="{6611CD12-3411-4A81-9E8C-BDCA5C7E737F}"/>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15" name="Slide Number Placeholder 5">
            <a:extLst>
              <a:ext uri="{FF2B5EF4-FFF2-40B4-BE49-F238E27FC236}">
                <a16:creationId xmlns:a16="http://schemas.microsoft.com/office/drawing/2014/main" id="{FEBB3A48-4E52-4A27-9CA2-92707D5471FC}"/>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19" name="Rectangle 18">
            <a:extLst>
              <a:ext uri="{FF2B5EF4-FFF2-40B4-BE49-F238E27FC236}">
                <a16:creationId xmlns:a16="http://schemas.microsoft.com/office/drawing/2014/main" id="{06D5A150-7E2C-414D-B68B-9C94D25E39DC}"/>
              </a:ext>
            </a:extLst>
          </p:cNvPr>
          <p:cNvSpPr/>
          <p:nvPr/>
        </p:nvSpPr>
        <p:spPr bwMode="auto">
          <a:xfrm>
            <a:off x="0" y="0"/>
            <a:ext cx="43053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20" name="Title 1">
            <a:extLst>
              <a:ext uri="{FF2B5EF4-FFF2-40B4-BE49-F238E27FC236}">
                <a16:creationId xmlns:a16="http://schemas.microsoft.com/office/drawing/2014/main" id="{12AE0041-F3F5-4B38-BA5A-7E919381E285}"/>
              </a:ext>
            </a:extLst>
          </p:cNvPr>
          <p:cNvSpPr>
            <a:spLocks noGrp="1"/>
          </p:cNvSpPr>
          <p:nvPr>
            <p:ph type="title"/>
          </p:nvPr>
        </p:nvSpPr>
        <p:spPr>
          <a:xfrm>
            <a:off x="575481" y="2141575"/>
            <a:ext cx="3463119" cy="1846659"/>
          </a:xfrm>
        </p:spPr>
        <p:txBody>
          <a:bodyPr wrap="square">
            <a:spAutoFit/>
          </a:bodyPr>
          <a:lstStyle>
            <a:lvl1pPr algn="l" defTabSz="932742" rtl="0" eaLnBrk="1" latinLnBrk="0" hangingPunct="1">
              <a:lnSpc>
                <a:spcPct val="100000"/>
              </a:lnSpc>
              <a:spcBef>
                <a:spcPct val="0"/>
              </a:spcBef>
              <a:buNone/>
              <a:defRPr lang="en-US" sz="40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21" name="Text Placeholder 4">
            <a:extLst>
              <a:ext uri="{FF2B5EF4-FFF2-40B4-BE49-F238E27FC236}">
                <a16:creationId xmlns:a16="http://schemas.microsoft.com/office/drawing/2014/main" id="{5D456B66-B037-4653-AFA9-F989D2754329}"/>
              </a:ext>
            </a:extLst>
          </p:cNvPr>
          <p:cNvSpPr>
            <a:spLocks noGrp="1"/>
          </p:cNvSpPr>
          <p:nvPr>
            <p:ph type="body" sz="quarter" idx="12" hasCustomPrompt="1"/>
          </p:nvPr>
        </p:nvSpPr>
        <p:spPr>
          <a:xfrm>
            <a:off x="584201" y="4120945"/>
            <a:ext cx="3463119"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a:t>Subtitle</a:t>
            </a:r>
          </a:p>
        </p:txBody>
      </p:sp>
    </p:spTree>
    <p:extLst>
      <p:ext uri="{BB962C8B-B14F-4D97-AF65-F5344CB8AC3E}">
        <p14:creationId xmlns:p14="http://schemas.microsoft.com/office/powerpoint/2010/main" val="3093459470"/>
      </p:ext>
    </p:extLst>
  </p:cSld>
  <p:clrMapOvr>
    <a:masterClrMapping/>
  </p:clrMapOvr>
  <p:transition>
    <p:fade/>
  </p:transition>
  <p:hf hdr="0" dt="0"/>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Divider_1">
    <p:bg>
      <p:bgPr>
        <a:solidFill>
          <a:schemeClr val="accent2"/>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2D547BD7-AC55-6C40-A7CB-C9142C95C562}"/>
              </a:ext>
            </a:extLst>
          </p:cNvPr>
          <p:cNvSpPr>
            <a:spLocks noGrp="1"/>
          </p:cNvSpPr>
          <p:nvPr>
            <p:ph type="title"/>
          </p:nvPr>
        </p:nvSpPr>
        <p:spPr>
          <a:xfrm>
            <a:off x="584200" y="4334637"/>
            <a:ext cx="9169400"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edit Master title style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A6196947-EDB7-4F31-A405-9AE6EFA4C476}"/>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8" name="Slide Number Placeholder 5">
            <a:extLst>
              <a:ext uri="{FF2B5EF4-FFF2-40B4-BE49-F238E27FC236}">
                <a16:creationId xmlns:a16="http://schemas.microsoft.com/office/drawing/2014/main" id="{4D2DA863-F774-4788-9D62-D8BDC08571C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cxnSp>
        <p:nvCxnSpPr>
          <p:cNvPr id="2" name="Straight Connector 1">
            <a:extLst>
              <a:ext uri="{FF2B5EF4-FFF2-40B4-BE49-F238E27FC236}">
                <a16:creationId xmlns:a16="http://schemas.microsoft.com/office/drawing/2014/main" id="{6BA0E33D-37F8-4AE3-99A1-FD4770D69CED}"/>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0305821"/>
      </p:ext>
    </p:extLst>
  </p:cSld>
  <p:clrMapOvr>
    <a:masterClrMapping/>
  </p:clrMapOvr>
  <p:transition>
    <p:fade/>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1_Divider_1">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4EC9115C-86E9-F143-8EB8-9CE9C70F9C8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3B352466-73AE-2F17-6811-285EC097EE52}"/>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60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01</a:t>
            </a:r>
          </a:p>
        </p:txBody>
      </p:sp>
      <p:cxnSp>
        <p:nvCxnSpPr>
          <p:cNvPr id="4" name="Straight Connector 3">
            <a:extLst>
              <a:ext uri="{FF2B5EF4-FFF2-40B4-BE49-F238E27FC236}">
                <a16:creationId xmlns:a16="http://schemas.microsoft.com/office/drawing/2014/main" id="{4303211B-F044-6B41-91DD-973CBAB66128}"/>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ED21EA47-7383-A5AE-F7E2-144D92B236D1}"/>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4115051769"/>
      </p:ext>
    </p:extLst>
  </p:cSld>
  <p:clrMapOvr>
    <a:masterClrMapping/>
  </p:clrMapOvr>
  <p:transition>
    <p:fade/>
  </p:transition>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Divider_2">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40025DA-5880-5949-A056-5F0F19F396D7}"/>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9FB0A9EA-399B-A60A-EF32-091C33971B8F}"/>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02</a:t>
            </a:r>
          </a:p>
        </p:txBody>
      </p:sp>
      <p:cxnSp>
        <p:nvCxnSpPr>
          <p:cNvPr id="4" name="Straight Connector 3">
            <a:extLst>
              <a:ext uri="{FF2B5EF4-FFF2-40B4-BE49-F238E27FC236}">
                <a16:creationId xmlns:a16="http://schemas.microsoft.com/office/drawing/2014/main" id="{FC4F2E8A-9667-9DDE-288A-4AC733332DD1}"/>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50021B30-2A90-F856-B1BD-6A692DE44C5E}"/>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456403923"/>
      </p:ext>
    </p:extLst>
  </p:cSld>
  <p:clrMapOvr>
    <a:masterClrMapping/>
  </p:clrMapOvr>
  <p:transition>
    <p:fade/>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Divider_3">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30E57CC7-163C-B847-9127-71FEC21CB88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63E0E838-ED95-446E-6CCB-9AE765F47A32}"/>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03</a:t>
            </a:r>
          </a:p>
        </p:txBody>
      </p:sp>
      <p:cxnSp>
        <p:nvCxnSpPr>
          <p:cNvPr id="4" name="Straight Connector 3">
            <a:extLst>
              <a:ext uri="{FF2B5EF4-FFF2-40B4-BE49-F238E27FC236}">
                <a16:creationId xmlns:a16="http://schemas.microsoft.com/office/drawing/2014/main" id="{6AFDC62D-4B4D-701E-E3BD-854924BE099F}"/>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A781C1D1-D00A-C074-F63A-2F5829F45870}"/>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1910389172"/>
      </p:ext>
    </p:extLst>
  </p:cSld>
  <p:clrMapOvr>
    <a:masterClrMapping/>
  </p:clrMapOvr>
  <p:transition>
    <p:fade/>
  </p:transition>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Divider_4">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C127E473-81C3-9141-8742-48EFD1E9E45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2E23A4AA-F28B-26BD-57B0-D8FE06D7F7C9}"/>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04</a:t>
            </a:r>
          </a:p>
        </p:txBody>
      </p:sp>
      <p:cxnSp>
        <p:nvCxnSpPr>
          <p:cNvPr id="4" name="Straight Connector 3">
            <a:extLst>
              <a:ext uri="{FF2B5EF4-FFF2-40B4-BE49-F238E27FC236}">
                <a16:creationId xmlns:a16="http://schemas.microsoft.com/office/drawing/2014/main" id="{7AA8CF0A-431A-4CDA-954F-5FD34FCA30D1}"/>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6BF29891-85E9-044C-249E-1DC506F25E0D}"/>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14152308"/>
      </p:ext>
    </p:extLst>
  </p:cSld>
  <p:clrMapOvr>
    <a:masterClrMapping/>
  </p:clrMapOvr>
  <p:transition>
    <p:fade/>
  </p:transition>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Divider_5">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A9BCC3FF-9212-1A4D-B6CC-E7BAB6E34917}"/>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23F6F8EF-12A1-147F-C671-621F5F962D15}"/>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05</a:t>
            </a:r>
          </a:p>
        </p:txBody>
      </p:sp>
      <p:cxnSp>
        <p:nvCxnSpPr>
          <p:cNvPr id="4" name="Straight Connector 3">
            <a:extLst>
              <a:ext uri="{FF2B5EF4-FFF2-40B4-BE49-F238E27FC236}">
                <a16:creationId xmlns:a16="http://schemas.microsoft.com/office/drawing/2014/main" id="{41D2742D-678D-A24A-F321-B95FF34DE0A8}"/>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069EAD12-DD32-29FF-3973-2E7CEB5BC091}"/>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527832731"/>
      </p:ext>
    </p:extLst>
  </p:cSld>
  <p:clrMapOvr>
    <a:masterClrMapping/>
  </p:clrMapOvr>
  <p:transition>
    <p:fade/>
  </p:transition>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Divider_6">
    <p:bg>
      <p:bgPr>
        <a:solidFill>
          <a:schemeClr val="accent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944BC2-456D-0D4F-A0FE-CA8310144BFE}"/>
              </a:ext>
            </a:extLst>
          </p:cNvPr>
          <p:cNvSpPr txBox="1"/>
          <p:nvPr/>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sp>
        <p:nvSpPr>
          <p:cNvPr id="17" name="Title 1">
            <a:extLst>
              <a:ext uri="{FF2B5EF4-FFF2-40B4-BE49-F238E27FC236}">
                <a16:creationId xmlns:a16="http://schemas.microsoft.com/office/drawing/2014/main" id="{2D547BD7-AC55-6C40-A7CB-C9142C95C562}"/>
              </a:ext>
            </a:extLst>
          </p:cNvPr>
          <p:cNvSpPr>
            <a:spLocks noGrp="1"/>
          </p:cNvSpPr>
          <p:nvPr>
            <p:ph type="title" hasCustomPrompt="1"/>
          </p:nvPr>
        </p:nvSpPr>
        <p:spPr>
          <a:xfrm>
            <a:off x="584200" y="4334637"/>
            <a:ext cx="7298437" cy="1015663"/>
          </a:xfrm>
        </p:spPr>
        <p:txBody>
          <a:bodyPr wrap="square" anchor="b" anchorCtr="0">
            <a:spAutoFit/>
          </a:bodyPr>
          <a:lstStyle>
            <a:lvl1pPr>
              <a:defRPr sz="6600" b="1" i="0" spc="0">
                <a:solidFill>
                  <a:schemeClr val="bg1"/>
                </a:solidFill>
                <a:latin typeface="Segoe UI Semibold" panose="020B0502040204020203" pitchFamily="34" charset="0"/>
                <a:cs typeface="Segoe UI Semibold" panose="020B0502040204020203" pitchFamily="34" charset="0"/>
              </a:defRPr>
            </a:lvl1pPr>
          </a:lstStyle>
          <a:p>
            <a:r>
              <a:rPr lang="en-US"/>
              <a:t>Click to add title</a:t>
            </a:r>
          </a:p>
        </p:txBody>
      </p:sp>
      <p:sp>
        <p:nvSpPr>
          <p:cNvPr id="18" name="Text Placeholder 4">
            <a:extLst>
              <a:ext uri="{FF2B5EF4-FFF2-40B4-BE49-F238E27FC236}">
                <a16:creationId xmlns:a16="http://schemas.microsoft.com/office/drawing/2014/main" id="{AB99E381-3208-0344-80A7-E40B82122804}"/>
              </a:ext>
            </a:extLst>
          </p:cNvPr>
          <p:cNvSpPr>
            <a:spLocks noGrp="1"/>
          </p:cNvSpPr>
          <p:nvPr>
            <p:ph type="body" sz="quarter" idx="12" hasCustomPrompt="1"/>
          </p:nvPr>
        </p:nvSpPr>
        <p:spPr>
          <a:xfrm>
            <a:off x="582042" y="5634620"/>
            <a:ext cx="4164583" cy="338554"/>
          </a:xfrm>
          <a:noFill/>
        </p:spPr>
        <p:txBody>
          <a:bodyPr wrap="square" lIns="0" tIns="0" rIns="0" bIns="0">
            <a:spAutoFit/>
          </a:bodyPr>
          <a:lstStyle>
            <a:lvl1pPr marL="0" indent="0">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a:t>
            </a:r>
          </a:p>
        </p:txBody>
      </p:sp>
      <p:cxnSp>
        <p:nvCxnSpPr>
          <p:cNvPr id="19" name="Straight Connector 18">
            <a:extLst>
              <a:ext uri="{FF2B5EF4-FFF2-40B4-BE49-F238E27FC236}">
                <a16:creationId xmlns:a16="http://schemas.microsoft.com/office/drawing/2014/main" id="{16446209-32A2-0D4B-A02D-6E6C8AE47D6F}"/>
              </a:ext>
            </a:extLst>
          </p:cNvPr>
          <p:cNvCxnSpPr>
            <a:cxnSpLocks/>
          </p:cNvCxnSpPr>
          <p:nvPr/>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3">
            <a:extLst>
              <a:ext uri="{FF2B5EF4-FFF2-40B4-BE49-F238E27FC236}">
                <a16:creationId xmlns:a16="http://schemas.microsoft.com/office/drawing/2014/main" id="{E0746CF9-0210-E241-8CC0-D4536C169E5A}"/>
              </a:ext>
            </a:extLst>
          </p:cNvPr>
          <p:cNvSpPr txBox="1">
            <a:spLocks/>
          </p:cNvSpPr>
          <p:nvPr/>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
        <p:nvSpPr>
          <p:cNvPr id="3" name="TextBox 2">
            <a:extLst>
              <a:ext uri="{FF2B5EF4-FFF2-40B4-BE49-F238E27FC236}">
                <a16:creationId xmlns:a16="http://schemas.microsoft.com/office/drawing/2014/main" id="{DF686E0C-AF28-1E28-195D-FC9EB7617372}"/>
              </a:ext>
            </a:extLst>
          </p:cNvPr>
          <p:cNvSpPr txBox="1"/>
          <p:nvPr userDrawn="1"/>
        </p:nvSpPr>
        <p:spPr>
          <a:xfrm>
            <a:off x="-1094923" y="-1469571"/>
            <a:ext cx="12127821" cy="8180614"/>
          </a:xfrm>
          <a:prstGeom prst="rect">
            <a:avLst/>
          </a:prstGeom>
          <a:noFill/>
          <a:effectLst>
            <a:outerShdw blurRad="76200" dist="76200" dir="2700000" algn="tl" rotWithShape="0">
              <a:prstClr val="black">
                <a:alpha val="0"/>
              </a:prstClr>
            </a:outerShdw>
          </a:effectLst>
        </p:spPr>
        <p:txBody>
          <a:bodyPr wrap="square" lIns="0" tIns="0" rIns="0" bIns="0" rtlCol="0" anchor="t">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72000" b="1" i="0" u="none" strike="noStrike" kern="1200" cap="none" spc="0" normalizeH="0" baseline="0" noProof="0">
                <a:ln>
                  <a:noFill/>
                </a:ln>
                <a:solidFill>
                  <a:srgbClr val="FFFFFF">
                    <a:alpha val="21000"/>
                  </a:srgbClr>
                </a:solidFill>
                <a:effectLst/>
                <a:uLnTx/>
                <a:uFillTx/>
                <a:latin typeface="Segoe UI" panose="020B0502040204020203" pitchFamily="34" charset="0"/>
                <a:ea typeface="+mn-ea"/>
                <a:cs typeface="Segoe UI" panose="020B0502040204020203" pitchFamily="34" charset="0"/>
              </a:rPr>
              <a:t>06</a:t>
            </a:r>
          </a:p>
        </p:txBody>
      </p:sp>
      <p:cxnSp>
        <p:nvCxnSpPr>
          <p:cNvPr id="4" name="Straight Connector 3">
            <a:extLst>
              <a:ext uri="{FF2B5EF4-FFF2-40B4-BE49-F238E27FC236}">
                <a16:creationId xmlns:a16="http://schemas.microsoft.com/office/drawing/2014/main" id="{78CED571-7426-C0C1-4C2E-A6F51C76897A}"/>
              </a:ext>
            </a:extLst>
          </p:cNvPr>
          <p:cNvCxnSpPr>
            <a:cxnSpLocks/>
          </p:cNvCxnSpPr>
          <p:nvPr userDrawn="1"/>
        </p:nvCxnSpPr>
        <p:spPr>
          <a:xfrm>
            <a:off x="584200" y="6267088"/>
            <a:ext cx="11025188" cy="0"/>
          </a:xfrm>
          <a:prstGeom prst="line">
            <a:avLst/>
          </a:prstGeom>
          <a:ln w="127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3">
            <a:extLst>
              <a:ext uri="{FF2B5EF4-FFF2-40B4-BE49-F238E27FC236}">
                <a16:creationId xmlns:a16="http://schemas.microsoft.com/office/drawing/2014/main" id="{362312A6-BFFD-00AE-2397-A723AE1FFE18}"/>
              </a:ext>
            </a:extLst>
          </p:cNvPr>
          <p:cNvSpPr txBox="1">
            <a:spLocks/>
          </p:cNvSpPr>
          <p:nvPr userDrawn="1"/>
        </p:nvSpPr>
        <p:spPr>
          <a:xfrm>
            <a:off x="7492980" y="6439663"/>
            <a:ext cx="4114839" cy="124650"/>
          </a:xfrm>
          <a:prstGeom prst="rect">
            <a:avLst/>
          </a:prstGeom>
          <a:noFill/>
        </p:spPr>
        <p:txBody>
          <a:bodyPr wrap="square" lIns="0" tIns="0" rIns="0" bIns="0" rtlCol="0">
            <a:spAutoFit/>
          </a:bodyPr>
          <a:lstStyle>
            <a:defPPr>
              <a:defRPr lang="en-US"/>
            </a:defPPr>
            <a:lvl1pPr algn="r" defTabSz="914225">
              <a:lnSpc>
                <a:spcPct val="90000"/>
              </a:lnSpc>
              <a:spcAft>
                <a:spcPts val="600"/>
              </a:spcAft>
              <a:defRPr sz="900">
                <a:solidFill>
                  <a:schemeClr val="accent6"/>
                </a:solidFill>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225" rtl="0" eaLnBrk="1" fontAlgn="auto" latinLnBrk="0" hangingPunct="1">
              <a:lnSpc>
                <a:spcPct val="90000"/>
              </a:lnSpc>
              <a:spcBef>
                <a:spcPts val="0"/>
              </a:spcBef>
              <a:spcAft>
                <a:spcPts val="600"/>
              </a:spcAft>
              <a:buClrTx/>
              <a:buSzTx/>
              <a:buFontTx/>
              <a:buNone/>
              <a:tabLst/>
              <a:defRPr/>
            </a:pPr>
            <a:r>
              <a:rPr kumimoji="0" lang="en-US" sz="900" b="0" i="0" u="none" strike="noStrike" kern="1200" cap="none" spc="0" normalizeH="0" baseline="0" noProof="0">
                <a:ln>
                  <a:noFill/>
                </a:ln>
                <a:solidFill>
                  <a:srgbClr val="FFFFFF"/>
                </a:solidFill>
                <a:effectLst/>
                <a:uLnTx/>
                <a:uFillTx/>
                <a:latin typeface="Segoe UI"/>
                <a:ea typeface="+mn-ea"/>
                <a:cs typeface="+mn-cs"/>
              </a:rPr>
              <a:t>Microsoft Confidential – Internal only </a:t>
            </a:r>
            <a:fld id="{CDA8CF92-FC37-A64A-8AA4-5DF2C811E7A1}" type="slidenum">
              <a:rPr kumimoji="0" lang="en-US" sz="900" b="0" i="0" u="none" strike="noStrike" kern="1200" cap="none" spc="0" normalizeH="0" baseline="0" noProof="0" smtClean="0">
                <a:ln>
                  <a:noFill/>
                </a:ln>
                <a:solidFill>
                  <a:srgbClr val="FFFFFF"/>
                </a:solidFill>
                <a:effectLst/>
                <a:uLnTx/>
                <a:uFillTx/>
                <a:latin typeface="Segoe UI"/>
                <a:ea typeface="+mn-ea"/>
                <a:cs typeface="+mn-cs"/>
              </a:rPr>
              <a:pPr marL="0" marR="0" lvl="0" indent="0" algn="r" defTabSz="914225" rtl="0" eaLnBrk="1" fontAlgn="auto" latinLnBrk="0" hangingPunct="1">
                <a:lnSpc>
                  <a:spcPct val="90000"/>
                </a:lnSpc>
                <a:spcBef>
                  <a:spcPts val="0"/>
                </a:spcBef>
                <a:spcAft>
                  <a:spcPts val="60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364712685"/>
      </p:ext>
    </p:extLst>
  </p:cSld>
  <p:clrMapOvr>
    <a:masterClrMapping/>
  </p:clrMapOvr>
  <p:transition>
    <p:fade/>
  </p:transition>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Footer Placeholder 4">
            <a:extLst>
              <a:ext uri="{FF2B5EF4-FFF2-40B4-BE49-F238E27FC236}">
                <a16:creationId xmlns:a16="http://schemas.microsoft.com/office/drawing/2014/main" id="{A8330118-7E69-4295-8E46-2D3C12A6145D}"/>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5" name="Slide Number Placeholder 5">
            <a:extLst>
              <a:ext uri="{FF2B5EF4-FFF2-40B4-BE49-F238E27FC236}">
                <a16:creationId xmlns:a16="http://schemas.microsoft.com/office/drawing/2014/main" id="{05BBAA7F-5B33-4C2D-834A-3AA3431DEAD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2851300289"/>
      </p:ext>
    </p:extLst>
  </p:cSld>
  <p:clrMapOvr>
    <a:masterClrMapping/>
  </p:clrMapOvr>
  <p:transition>
    <p:fade/>
  </p:transition>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1_Blank_Navy">
    <p:bg>
      <p:bgPr>
        <a:solidFill>
          <a:schemeClr val="accent2"/>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F729F02E-C568-4079-80DB-8AF35FDEB748}"/>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96A942DB-9933-4199-B223-8A9AF3F212C7}"/>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4263180347"/>
      </p:ext>
    </p:extLst>
  </p:cSld>
  <p:clrMapOvr>
    <a:masterClrMapping/>
  </p:clrMapOvr>
  <p:transition>
    <p:fade/>
  </p:transition>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lank_Blue">
    <p:bg>
      <p:bgPr>
        <a:solidFill>
          <a:schemeClr val="accent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8979C7A1-5DB9-493E-B3C9-715A64CE0317}"/>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013BE040-8B17-4BFF-A007-D82BBBEDF8B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3666097444"/>
      </p:ext>
    </p:extLst>
  </p:cSld>
  <p:clrMapOvr>
    <a:masterClrMapping/>
  </p:clrMapOvr>
  <p:transition>
    <p:fade/>
  </p:transition>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lank_Green">
    <p:bg>
      <p:bgPr>
        <a:solidFill>
          <a:schemeClr val="accent4"/>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69CC2AF9-DDBE-4701-8765-2DD4889CA32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4" name="Slide Number Placeholder 5">
            <a:extLst>
              <a:ext uri="{FF2B5EF4-FFF2-40B4-BE49-F238E27FC236}">
                <a16:creationId xmlns:a16="http://schemas.microsoft.com/office/drawing/2014/main" id="{5B23B171-018F-4FCA-888B-6B7146E7C9CD}"/>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bg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Tree>
    <p:extLst>
      <p:ext uri="{BB962C8B-B14F-4D97-AF65-F5344CB8AC3E}">
        <p14:creationId xmlns:p14="http://schemas.microsoft.com/office/powerpoint/2010/main" val="2235287613"/>
      </p:ext>
    </p:extLst>
  </p:cSld>
  <p:clrMapOvr>
    <a:masterClrMapping/>
  </p:clrMapOvr>
  <p:transition>
    <p:fade/>
  </p:transition>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Title_Numbered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2533A365-6B39-4527-855B-F6BC2552BB05}"/>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F34E0601-1B6B-4C1C-BC8D-DB3DC9ACA0E6}"/>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87A5FA9C-CA11-551D-8C9C-DD42DEAD3B86}"/>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a:t>
            </a:r>
          </a:p>
        </p:txBody>
      </p:sp>
      <p:sp>
        <p:nvSpPr>
          <p:cNvPr id="3" name="TextBox 2">
            <a:extLst>
              <a:ext uri="{FF2B5EF4-FFF2-40B4-BE49-F238E27FC236}">
                <a16:creationId xmlns:a16="http://schemas.microsoft.com/office/drawing/2014/main" id="{C0E1BA35-48A2-0F7C-054E-5452105B0EB9}"/>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2</a:t>
            </a:r>
          </a:p>
        </p:txBody>
      </p:sp>
      <p:sp>
        <p:nvSpPr>
          <p:cNvPr id="29" name="TextBox 28">
            <a:extLst>
              <a:ext uri="{FF2B5EF4-FFF2-40B4-BE49-F238E27FC236}">
                <a16:creationId xmlns:a16="http://schemas.microsoft.com/office/drawing/2014/main" id="{2AB55633-061B-6ED4-E4C8-92DF8B75F0C5}"/>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3</a:t>
            </a:r>
          </a:p>
        </p:txBody>
      </p:sp>
      <p:sp>
        <p:nvSpPr>
          <p:cNvPr id="34" name="TextBox 33">
            <a:extLst>
              <a:ext uri="{FF2B5EF4-FFF2-40B4-BE49-F238E27FC236}">
                <a16:creationId xmlns:a16="http://schemas.microsoft.com/office/drawing/2014/main" id="{B8F4E9EB-CF14-1FDF-2D81-E931ED260593}"/>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4</a:t>
            </a:r>
          </a:p>
        </p:txBody>
      </p:sp>
      <p:sp>
        <p:nvSpPr>
          <p:cNvPr id="43" name="TextBox 42">
            <a:extLst>
              <a:ext uri="{FF2B5EF4-FFF2-40B4-BE49-F238E27FC236}">
                <a16:creationId xmlns:a16="http://schemas.microsoft.com/office/drawing/2014/main" id="{081F9009-6FAF-3DAB-98EF-B57786592C41}"/>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5</a:t>
            </a:r>
          </a:p>
        </p:txBody>
      </p:sp>
      <p:sp>
        <p:nvSpPr>
          <p:cNvPr id="44" name="TextBox 43">
            <a:extLst>
              <a:ext uri="{FF2B5EF4-FFF2-40B4-BE49-F238E27FC236}">
                <a16:creationId xmlns:a16="http://schemas.microsoft.com/office/drawing/2014/main" id="{B2FBEE97-E16D-914E-6F43-9E74D0DDBC1D}"/>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6</a:t>
            </a:r>
          </a:p>
        </p:txBody>
      </p:sp>
      <p:sp>
        <p:nvSpPr>
          <p:cNvPr id="45" name="TextBox 44">
            <a:extLst>
              <a:ext uri="{FF2B5EF4-FFF2-40B4-BE49-F238E27FC236}">
                <a16:creationId xmlns:a16="http://schemas.microsoft.com/office/drawing/2014/main" id="{3747CC41-4584-0D75-5370-46328CEF879E}"/>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7</a:t>
            </a:r>
          </a:p>
        </p:txBody>
      </p:sp>
      <p:sp>
        <p:nvSpPr>
          <p:cNvPr id="46" name="TextBox 45">
            <a:extLst>
              <a:ext uri="{FF2B5EF4-FFF2-40B4-BE49-F238E27FC236}">
                <a16:creationId xmlns:a16="http://schemas.microsoft.com/office/drawing/2014/main" id="{01220BB4-34E9-83D8-9F57-72691342526E}"/>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8</a:t>
            </a:r>
          </a:p>
        </p:txBody>
      </p:sp>
      <p:sp>
        <p:nvSpPr>
          <p:cNvPr id="47" name="TextBox 46">
            <a:extLst>
              <a:ext uri="{FF2B5EF4-FFF2-40B4-BE49-F238E27FC236}">
                <a16:creationId xmlns:a16="http://schemas.microsoft.com/office/drawing/2014/main" id="{2BBDB343-5265-A98E-6C91-799B40B1095E}"/>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9</a:t>
            </a:r>
          </a:p>
        </p:txBody>
      </p:sp>
      <p:sp>
        <p:nvSpPr>
          <p:cNvPr id="48" name="TextBox 47">
            <a:extLst>
              <a:ext uri="{FF2B5EF4-FFF2-40B4-BE49-F238E27FC236}">
                <a16:creationId xmlns:a16="http://schemas.microsoft.com/office/drawing/2014/main" id="{670518D9-F896-A739-4FD1-DACC805C1E9A}"/>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10</a:t>
            </a:r>
          </a:p>
        </p:txBody>
      </p:sp>
      <p:sp>
        <p:nvSpPr>
          <p:cNvPr id="51" name="TextBox 50">
            <a:extLst>
              <a:ext uri="{FF2B5EF4-FFF2-40B4-BE49-F238E27FC236}">
                <a16:creationId xmlns:a16="http://schemas.microsoft.com/office/drawing/2014/main" id="{9DF72811-596D-0595-BFA2-D34E7BA21F13}"/>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11</a:t>
            </a:r>
          </a:p>
        </p:txBody>
      </p:sp>
      <p:sp>
        <p:nvSpPr>
          <p:cNvPr id="52" name="TextBox 51">
            <a:extLst>
              <a:ext uri="{FF2B5EF4-FFF2-40B4-BE49-F238E27FC236}">
                <a16:creationId xmlns:a16="http://schemas.microsoft.com/office/drawing/2014/main" id="{F334222D-93E3-7D4A-74F3-05E336AF3245}"/>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12</a:t>
            </a:r>
          </a:p>
        </p:txBody>
      </p:sp>
      <p:cxnSp>
        <p:nvCxnSpPr>
          <p:cNvPr id="53" name="Straight Connector 52">
            <a:extLst>
              <a:ext uri="{FF2B5EF4-FFF2-40B4-BE49-F238E27FC236}">
                <a16:creationId xmlns:a16="http://schemas.microsoft.com/office/drawing/2014/main" id="{A85486A9-A12E-4801-010F-689CFBED9FA2}"/>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7F102C0-99F7-2579-DF13-7A4299A93F6E}"/>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762B166E-CCC5-6C4F-6E0C-4786141DA215}"/>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E8E27825-5F41-6D72-151A-E11AF0855FB8}"/>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E999A4B8-B5CE-8165-9230-5F3DE29E78B4}"/>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5FDAD5B-2E16-F667-1C37-59847BE0B945}"/>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8E651BFE-3DF6-5B9D-A894-11822AE75809}"/>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9BCAAA12-0E59-6462-3F70-AF5A2AF954B9}"/>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6DD414F4-69A1-D15D-0CC6-FDCB808E6095}"/>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64C055B6-5EE1-E356-AA4A-ADD025B8FF65}"/>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77010138-D5AA-8E7C-0815-0FDB5CC45160}"/>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1F3BCE7-7FC5-B6F7-DFE4-AD7A6E5FBC8C}"/>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7239088"/>
      </p:ext>
    </p:extLst>
  </p:cSld>
  <p:clrMapOvr>
    <a:masterClrMapping/>
  </p:clrMapOvr>
  <p:transition>
    <p:fade/>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Title_Month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1CB59D0E-3483-4788-94CE-219A5C05F734}"/>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26E36EA7-CB06-4ADF-8688-B244FE6316DF}"/>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B87BC26A-7C34-479F-4114-F89986902D12}"/>
              </a:ext>
            </a:extLst>
          </p:cNvPr>
          <p:cNvSpPr txBox="1"/>
          <p:nvPr userDrawn="1"/>
        </p:nvSpPr>
        <p:spPr>
          <a:xfrm flipH="1">
            <a:off x="584200" y="1682348"/>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Jan</a:t>
            </a:r>
          </a:p>
        </p:txBody>
      </p:sp>
      <p:sp>
        <p:nvSpPr>
          <p:cNvPr id="3" name="TextBox 2">
            <a:extLst>
              <a:ext uri="{FF2B5EF4-FFF2-40B4-BE49-F238E27FC236}">
                <a16:creationId xmlns:a16="http://schemas.microsoft.com/office/drawing/2014/main" id="{BA01427F-2F61-5826-91B0-44BABCAE5955}"/>
              </a:ext>
            </a:extLst>
          </p:cNvPr>
          <p:cNvSpPr txBox="1"/>
          <p:nvPr userDrawn="1"/>
        </p:nvSpPr>
        <p:spPr>
          <a:xfrm flipH="1">
            <a:off x="2438400" y="1682348"/>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Feb</a:t>
            </a:r>
          </a:p>
        </p:txBody>
      </p:sp>
      <p:sp>
        <p:nvSpPr>
          <p:cNvPr id="29" name="TextBox 28">
            <a:extLst>
              <a:ext uri="{FF2B5EF4-FFF2-40B4-BE49-F238E27FC236}">
                <a16:creationId xmlns:a16="http://schemas.microsoft.com/office/drawing/2014/main" id="{5604DF28-D28C-65C0-0D6B-6BD9504F140F}"/>
              </a:ext>
            </a:extLst>
          </p:cNvPr>
          <p:cNvSpPr txBox="1"/>
          <p:nvPr userDrawn="1"/>
        </p:nvSpPr>
        <p:spPr>
          <a:xfrm flipH="1">
            <a:off x="4317259" y="1682348"/>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Mar</a:t>
            </a:r>
          </a:p>
        </p:txBody>
      </p:sp>
      <p:sp>
        <p:nvSpPr>
          <p:cNvPr id="34" name="TextBox 33">
            <a:extLst>
              <a:ext uri="{FF2B5EF4-FFF2-40B4-BE49-F238E27FC236}">
                <a16:creationId xmlns:a16="http://schemas.microsoft.com/office/drawing/2014/main" id="{4AD149BF-D2BB-2FE9-6DBF-10274DBE9A83}"/>
              </a:ext>
            </a:extLst>
          </p:cNvPr>
          <p:cNvSpPr txBox="1"/>
          <p:nvPr userDrawn="1"/>
        </p:nvSpPr>
        <p:spPr>
          <a:xfrm flipH="1">
            <a:off x="6133759" y="1682348"/>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Apr</a:t>
            </a:r>
          </a:p>
        </p:txBody>
      </p:sp>
      <p:sp>
        <p:nvSpPr>
          <p:cNvPr id="43" name="TextBox 42">
            <a:extLst>
              <a:ext uri="{FF2B5EF4-FFF2-40B4-BE49-F238E27FC236}">
                <a16:creationId xmlns:a16="http://schemas.microsoft.com/office/drawing/2014/main" id="{1E67488E-FF77-7347-1144-18A60A70E0C9}"/>
              </a:ext>
            </a:extLst>
          </p:cNvPr>
          <p:cNvSpPr txBox="1"/>
          <p:nvPr userDrawn="1"/>
        </p:nvSpPr>
        <p:spPr>
          <a:xfrm flipH="1">
            <a:off x="8000999" y="1682348"/>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May</a:t>
            </a:r>
          </a:p>
        </p:txBody>
      </p:sp>
      <p:sp>
        <p:nvSpPr>
          <p:cNvPr id="44" name="TextBox 43">
            <a:extLst>
              <a:ext uri="{FF2B5EF4-FFF2-40B4-BE49-F238E27FC236}">
                <a16:creationId xmlns:a16="http://schemas.microsoft.com/office/drawing/2014/main" id="{E15DD351-C693-656E-9C55-38963131B77B}"/>
              </a:ext>
            </a:extLst>
          </p:cNvPr>
          <p:cNvSpPr txBox="1"/>
          <p:nvPr userDrawn="1"/>
        </p:nvSpPr>
        <p:spPr>
          <a:xfrm flipH="1">
            <a:off x="9867900" y="1682348"/>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Jun</a:t>
            </a:r>
          </a:p>
        </p:txBody>
      </p:sp>
      <p:sp>
        <p:nvSpPr>
          <p:cNvPr id="45" name="TextBox 44">
            <a:extLst>
              <a:ext uri="{FF2B5EF4-FFF2-40B4-BE49-F238E27FC236}">
                <a16:creationId xmlns:a16="http://schemas.microsoft.com/office/drawing/2014/main" id="{6AE9FCD4-68EF-2B5C-9993-662174E9B3AF}"/>
              </a:ext>
            </a:extLst>
          </p:cNvPr>
          <p:cNvSpPr txBox="1"/>
          <p:nvPr userDrawn="1"/>
        </p:nvSpPr>
        <p:spPr>
          <a:xfrm flipH="1">
            <a:off x="584200" y="4035023"/>
            <a:ext cx="159543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Jul</a:t>
            </a:r>
          </a:p>
        </p:txBody>
      </p:sp>
      <p:sp>
        <p:nvSpPr>
          <p:cNvPr id="46" name="TextBox 45">
            <a:extLst>
              <a:ext uri="{FF2B5EF4-FFF2-40B4-BE49-F238E27FC236}">
                <a16:creationId xmlns:a16="http://schemas.microsoft.com/office/drawing/2014/main" id="{AEDD0D06-0822-D6CF-F7F2-ECA1DD42F5C5}"/>
              </a:ext>
            </a:extLst>
          </p:cNvPr>
          <p:cNvSpPr txBox="1"/>
          <p:nvPr userDrawn="1"/>
        </p:nvSpPr>
        <p:spPr>
          <a:xfrm flipH="1">
            <a:off x="2438400" y="4035023"/>
            <a:ext cx="16271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Aug</a:t>
            </a:r>
          </a:p>
        </p:txBody>
      </p:sp>
      <p:sp>
        <p:nvSpPr>
          <p:cNvPr id="47" name="TextBox 46">
            <a:extLst>
              <a:ext uri="{FF2B5EF4-FFF2-40B4-BE49-F238E27FC236}">
                <a16:creationId xmlns:a16="http://schemas.microsoft.com/office/drawing/2014/main" id="{50B3CA65-D609-AB6A-CE08-FCAE009CFCE8}"/>
              </a:ext>
            </a:extLst>
          </p:cNvPr>
          <p:cNvSpPr txBox="1"/>
          <p:nvPr userDrawn="1"/>
        </p:nvSpPr>
        <p:spPr>
          <a:xfrm flipH="1">
            <a:off x="4317259" y="4035023"/>
            <a:ext cx="1645987"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Sept</a:t>
            </a:r>
          </a:p>
        </p:txBody>
      </p:sp>
      <p:sp>
        <p:nvSpPr>
          <p:cNvPr id="48" name="TextBox 47">
            <a:extLst>
              <a:ext uri="{FF2B5EF4-FFF2-40B4-BE49-F238E27FC236}">
                <a16:creationId xmlns:a16="http://schemas.microsoft.com/office/drawing/2014/main" id="{EB7E8541-E2FD-C3EE-A627-86DB1BF9869B}"/>
              </a:ext>
            </a:extLst>
          </p:cNvPr>
          <p:cNvSpPr txBox="1"/>
          <p:nvPr userDrawn="1"/>
        </p:nvSpPr>
        <p:spPr>
          <a:xfrm flipH="1">
            <a:off x="6133759" y="4035023"/>
            <a:ext cx="1701695"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Oct</a:t>
            </a:r>
          </a:p>
        </p:txBody>
      </p:sp>
      <p:sp>
        <p:nvSpPr>
          <p:cNvPr id="51" name="TextBox 50">
            <a:extLst>
              <a:ext uri="{FF2B5EF4-FFF2-40B4-BE49-F238E27FC236}">
                <a16:creationId xmlns:a16="http://schemas.microsoft.com/office/drawing/2014/main" id="{97FBB600-B90E-6173-DA8D-0C4B5493FC54}"/>
              </a:ext>
            </a:extLst>
          </p:cNvPr>
          <p:cNvSpPr txBox="1"/>
          <p:nvPr userDrawn="1"/>
        </p:nvSpPr>
        <p:spPr>
          <a:xfrm flipH="1">
            <a:off x="8000999" y="4035023"/>
            <a:ext cx="1719262"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Nov</a:t>
            </a:r>
          </a:p>
        </p:txBody>
      </p:sp>
      <p:sp>
        <p:nvSpPr>
          <p:cNvPr id="52" name="TextBox 51">
            <a:extLst>
              <a:ext uri="{FF2B5EF4-FFF2-40B4-BE49-F238E27FC236}">
                <a16:creationId xmlns:a16="http://schemas.microsoft.com/office/drawing/2014/main" id="{764C5A39-08BF-32ED-B393-B3E32D187B7D}"/>
              </a:ext>
            </a:extLst>
          </p:cNvPr>
          <p:cNvSpPr txBox="1"/>
          <p:nvPr userDrawn="1"/>
        </p:nvSpPr>
        <p:spPr>
          <a:xfrm flipH="1">
            <a:off x="9867900" y="4035023"/>
            <a:ext cx="1741488" cy="581025"/>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243A5E"/>
                </a:solidFill>
                <a:effectLst/>
                <a:uLnTx/>
                <a:uFillTx/>
                <a:latin typeface="Segoe UI Semibold"/>
                <a:ea typeface="+mn-ea"/>
                <a:cs typeface="+mn-cs"/>
              </a:rPr>
              <a:t>Dec</a:t>
            </a:r>
          </a:p>
        </p:txBody>
      </p:sp>
      <p:cxnSp>
        <p:nvCxnSpPr>
          <p:cNvPr id="53" name="Straight Connector 52">
            <a:extLst>
              <a:ext uri="{FF2B5EF4-FFF2-40B4-BE49-F238E27FC236}">
                <a16:creationId xmlns:a16="http://schemas.microsoft.com/office/drawing/2014/main" id="{B12653D6-9611-CF69-EC1F-2CEF44520628}"/>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81E32C65-63F6-AC0C-F5B4-2CD6C3FD75F1}"/>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333DEDF-AD3C-645B-6D8A-C9FE79A2CDB9}"/>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69D5B02-8BF0-9F54-1DD2-843947A045E0}"/>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4624141D-1EC2-F6A2-4F49-507B9FCB3648}"/>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78BEA3A-4F0C-8D90-FDAB-EC1C1B5CC584}"/>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978EA5E3-7BAD-462B-AB87-36C08BA1E31C}"/>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911E5A75-82F4-A2A3-D83A-48C0D1716CBF}"/>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0436ABB-81F1-8EC2-6BC6-BFB945FD337C}"/>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6CFF5157-84C5-A522-CD55-4FD17E2875BA}"/>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90F39BD8-2655-4968-D193-B00BEA995011}"/>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F252866B-3666-8656-D203-E6AA0E0D93E7}"/>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5105275"/>
      </p:ext>
    </p:extLst>
  </p:cSld>
  <p:clrMapOvr>
    <a:masterClrMapping/>
  </p:clrMapOvr>
  <p:transition>
    <p:fade/>
  </p:transition>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Title_Week_Content">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18F2C41-5A30-1248-BC80-9A37B665EECC}"/>
              </a:ext>
            </a:extLst>
          </p:cNvPr>
          <p:cNvSpPr txBox="1"/>
          <p:nvPr/>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5" name="TextBox 4">
            <a:extLst>
              <a:ext uri="{FF2B5EF4-FFF2-40B4-BE49-F238E27FC236}">
                <a16:creationId xmlns:a16="http://schemas.microsoft.com/office/drawing/2014/main" id="{4D68F0A3-9593-8B46-BA55-A0F722402788}"/>
              </a:ext>
            </a:extLst>
          </p:cNvPr>
          <p:cNvSpPr txBox="1"/>
          <p:nvPr/>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6" name="TextBox 5">
            <a:extLst>
              <a:ext uri="{FF2B5EF4-FFF2-40B4-BE49-F238E27FC236}">
                <a16:creationId xmlns:a16="http://schemas.microsoft.com/office/drawing/2014/main" id="{E5945E50-A071-0142-989D-F328676D8802}"/>
              </a:ext>
            </a:extLst>
          </p:cNvPr>
          <p:cNvSpPr txBox="1"/>
          <p:nvPr/>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7" name="TextBox 6">
            <a:extLst>
              <a:ext uri="{FF2B5EF4-FFF2-40B4-BE49-F238E27FC236}">
                <a16:creationId xmlns:a16="http://schemas.microsoft.com/office/drawing/2014/main" id="{2F614F22-4D74-7342-860E-4B18A66D7E4D}"/>
              </a:ext>
            </a:extLst>
          </p:cNvPr>
          <p:cNvSpPr txBox="1"/>
          <p:nvPr/>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8" name="TextBox 7">
            <a:extLst>
              <a:ext uri="{FF2B5EF4-FFF2-40B4-BE49-F238E27FC236}">
                <a16:creationId xmlns:a16="http://schemas.microsoft.com/office/drawing/2014/main" id="{9CFA38B9-D596-324E-B56C-86272052ED71}"/>
              </a:ext>
            </a:extLst>
          </p:cNvPr>
          <p:cNvSpPr txBox="1"/>
          <p:nvPr/>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9" name="TextBox 8">
            <a:extLst>
              <a:ext uri="{FF2B5EF4-FFF2-40B4-BE49-F238E27FC236}">
                <a16:creationId xmlns:a16="http://schemas.microsoft.com/office/drawing/2014/main" id="{389AA766-019D-D747-8BF8-A6BB5F9B0D2A}"/>
              </a:ext>
            </a:extLst>
          </p:cNvPr>
          <p:cNvSpPr txBox="1"/>
          <p:nvPr/>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10" name="TextBox 9">
            <a:extLst>
              <a:ext uri="{FF2B5EF4-FFF2-40B4-BE49-F238E27FC236}">
                <a16:creationId xmlns:a16="http://schemas.microsoft.com/office/drawing/2014/main" id="{FC53D296-5303-4A40-AC03-A80B718ABEE0}"/>
              </a:ext>
            </a:extLst>
          </p:cNvPr>
          <p:cNvSpPr txBox="1"/>
          <p:nvPr/>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11" name="TextBox 10">
            <a:extLst>
              <a:ext uri="{FF2B5EF4-FFF2-40B4-BE49-F238E27FC236}">
                <a16:creationId xmlns:a16="http://schemas.microsoft.com/office/drawing/2014/main" id="{28091C67-5938-734E-B7A2-BD95A68B67E6}"/>
              </a:ext>
            </a:extLst>
          </p:cNvPr>
          <p:cNvSpPr txBox="1"/>
          <p:nvPr/>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12" name="TextBox 11">
            <a:extLst>
              <a:ext uri="{FF2B5EF4-FFF2-40B4-BE49-F238E27FC236}">
                <a16:creationId xmlns:a16="http://schemas.microsoft.com/office/drawing/2014/main" id="{F6E67942-3EF0-2141-89C0-47BA2F77054B}"/>
              </a:ext>
            </a:extLst>
          </p:cNvPr>
          <p:cNvSpPr txBox="1"/>
          <p:nvPr/>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13" name="TextBox 12">
            <a:extLst>
              <a:ext uri="{FF2B5EF4-FFF2-40B4-BE49-F238E27FC236}">
                <a16:creationId xmlns:a16="http://schemas.microsoft.com/office/drawing/2014/main" id="{76066549-A02E-E44F-96D7-F0B171B059E3}"/>
              </a:ext>
            </a:extLst>
          </p:cNvPr>
          <p:cNvSpPr txBox="1"/>
          <p:nvPr/>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14" name="TextBox 13">
            <a:extLst>
              <a:ext uri="{FF2B5EF4-FFF2-40B4-BE49-F238E27FC236}">
                <a16:creationId xmlns:a16="http://schemas.microsoft.com/office/drawing/2014/main" id="{898C6871-7F8D-4545-9CE1-97DF89587969}"/>
              </a:ext>
            </a:extLst>
          </p:cNvPr>
          <p:cNvSpPr txBox="1"/>
          <p:nvPr/>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15" name="TextBox 14">
            <a:extLst>
              <a:ext uri="{FF2B5EF4-FFF2-40B4-BE49-F238E27FC236}">
                <a16:creationId xmlns:a16="http://schemas.microsoft.com/office/drawing/2014/main" id="{0BCD1BBA-EDFD-9E48-8219-788B491881B6}"/>
              </a:ext>
            </a:extLst>
          </p:cNvPr>
          <p:cNvSpPr txBox="1"/>
          <p:nvPr/>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715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384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05300" y="2382803"/>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134100" y="2382803"/>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001000" y="2382803"/>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9867900" y="2382803"/>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754780"/>
            <a:ext cx="17399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38400" y="4754780"/>
            <a:ext cx="17526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05300" y="4754780"/>
            <a:ext cx="1714500"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134100" y="4754780"/>
            <a:ext cx="1752599"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001000" y="4754780"/>
            <a:ext cx="1719263"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9867900" y="4754780"/>
            <a:ext cx="1741488" cy="430887"/>
          </a:xfrm>
        </p:spPr>
        <p:txBody>
          <a:bodyPr lIns="90000" anchor="t"/>
          <a:lstStyle>
            <a:lvl1pPr marL="0" indent="0">
              <a:buSzPct val="90000"/>
              <a:buFont typeface="Wingdings" pitchFamily="2" charset="2"/>
              <a:buNone/>
              <a:tabLst/>
              <a:defRPr sz="1400">
                <a:solidFill>
                  <a:schemeClr val="accent6"/>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6214ADD-C013-AD4B-9259-B4C0DF103505}"/>
              </a:ext>
            </a:extLst>
          </p:cNvPr>
          <p:cNvCxnSpPr>
            <a:cxnSpLocks/>
          </p:cNvCxnSpPr>
          <p:nvPr/>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60070C8-183F-C043-835B-D2D13758DA7B}"/>
              </a:ext>
            </a:extLst>
          </p:cNvPr>
          <p:cNvCxnSpPr>
            <a:cxnSpLocks/>
          </p:cNvCxnSpPr>
          <p:nvPr/>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Title 1">
            <a:extLst>
              <a:ext uri="{FF2B5EF4-FFF2-40B4-BE49-F238E27FC236}">
                <a16:creationId xmlns:a16="http://schemas.microsoft.com/office/drawing/2014/main" id="{A121B5B0-D86E-714A-AD4D-AE5C81179484}"/>
              </a:ext>
            </a:extLst>
          </p:cNvPr>
          <p:cNvSpPr>
            <a:spLocks noGrp="1"/>
          </p:cNvSpPr>
          <p:nvPr>
            <p:ph type="title"/>
          </p:nvPr>
        </p:nvSpPr>
        <p:spPr>
          <a:xfrm>
            <a:off x="575481" y="599436"/>
            <a:ext cx="11018520" cy="677108"/>
          </a:xfrm>
        </p:spPr>
        <p:txBody>
          <a:bodyPr/>
          <a:lstStyle>
            <a:lvl1pPr algn="l" defTabSz="932742" rtl="0" eaLnBrk="1" latinLnBrk="0" hangingPunct="1">
              <a:lnSpc>
                <a:spcPct val="100000"/>
              </a:lnSpc>
              <a:spcBef>
                <a:spcPct val="0"/>
              </a:spcBef>
              <a:buNone/>
              <a:defRPr lang="en-US" sz="4400" b="0" kern="1200" cap="none" spc="0" baseline="0" dirty="0">
                <a:ln w="3175">
                  <a:noFill/>
                </a:ln>
                <a:solidFill>
                  <a:schemeClr val="tx2"/>
                </a:solidFill>
                <a:effectLst/>
                <a:latin typeface="+mj-lt"/>
                <a:ea typeface="+mn-ea"/>
                <a:cs typeface="Segoe UI" pitchFamily="34" charset="0"/>
              </a:defRPr>
            </a:lvl1pPr>
          </a:lstStyle>
          <a:p>
            <a:r>
              <a:rPr lang="en-US"/>
              <a:t>Click to edit Master title style</a:t>
            </a:r>
          </a:p>
        </p:txBody>
      </p:sp>
      <p:sp>
        <p:nvSpPr>
          <p:cNvPr id="41" name="Footer Placeholder 4">
            <a:extLst>
              <a:ext uri="{FF2B5EF4-FFF2-40B4-BE49-F238E27FC236}">
                <a16:creationId xmlns:a16="http://schemas.microsoft.com/office/drawing/2014/main" id="{878CC1B1-AA6B-463B-A774-049792B3AC10}"/>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42" name="Slide Number Placeholder 5">
            <a:extLst>
              <a:ext uri="{FF2B5EF4-FFF2-40B4-BE49-F238E27FC236}">
                <a16:creationId xmlns:a16="http://schemas.microsoft.com/office/drawing/2014/main" id="{028E4364-080D-4863-8D44-AEE3D29D134E}"/>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2" name="TextBox 1">
            <a:extLst>
              <a:ext uri="{FF2B5EF4-FFF2-40B4-BE49-F238E27FC236}">
                <a16:creationId xmlns:a16="http://schemas.microsoft.com/office/drawing/2014/main" id="{0A3F8966-57C4-8D69-C2EE-33B49713DBB9}"/>
              </a:ext>
            </a:extLst>
          </p:cNvPr>
          <p:cNvSpPr txBox="1"/>
          <p:nvPr userDrawn="1"/>
        </p:nvSpPr>
        <p:spPr>
          <a:xfrm flipH="1">
            <a:off x="584200" y="1801504"/>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a:t>
            </a:r>
          </a:p>
        </p:txBody>
      </p:sp>
      <p:sp>
        <p:nvSpPr>
          <p:cNvPr id="3" name="TextBox 2">
            <a:extLst>
              <a:ext uri="{FF2B5EF4-FFF2-40B4-BE49-F238E27FC236}">
                <a16:creationId xmlns:a16="http://schemas.microsoft.com/office/drawing/2014/main" id="{AEAD8DFB-08AB-1CA1-08FC-39EC59F5EBFE}"/>
              </a:ext>
            </a:extLst>
          </p:cNvPr>
          <p:cNvSpPr txBox="1"/>
          <p:nvPr userDrawn="1"/>
        </p:nvSpPr>
        <p:spPr>
          <a:xfrm flipH="1">
            <a:off x="2438400" y="1801504"/>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2</a:t>
            </a:r>
          </a:p>
        </p:txBody>
      </p:sp>
      <p:sp>
        <p:nvSpPr>
          <p:cNvPr id="29" name="TextBox 28">
            <a:extLst>
              <a:ext uri="{FF2B5EF4-FFF2-40B4-BE49-F238E27FC236}">
                <a16:creationId xmlns:a16="http://schemas.microsoft.com/office/drawing/2014/main" id="{671E9712-E3C1-A63F-8C08-29D6ED708785}"/>
              </a:ext>
            </a:extLst>
          </p:cNvPr>
          <p:cNvSpPr txBox="1"/>
          <p:nvPr userDrawn="1"/>
        </p:nvSpPr>
        <p:spPr>
          <a:xfrm flipH="1">
            <a:off x="4317258" y="1801504"/>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3</a:t>
            </a:r>
          </a:p>
        </p:txBody>
      </p:sp>
      <p:sp>
        <p:nvSpPr>
          <p:cNvPr id="34" name="TextBox 33">
            <a:extLst>
              <a:ext uri="{FF2B5EF4-FFF2-40B4-BE49-F238E27FC236}">
                <a16:creationId xmlns:a16="http://schemas.microsoft.com/office/drawing/2014/main" id="{6F6F8AB6-38BF-D978-847B-D749F8DB2D79}"/>
              </a:ext>
            </a:extLst>
          </p:cNvPr>
          <p:cNvSpPr txBox="1"/>
          <p:nvPr userDrawn="1"/>
        </p:nvSpPr>
        <p:spPr>
          <a:xfrm flipH="1">
            <a:off x="6133758" y="1801504"/>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4</a:t>
            </a:r>
          </a:p>
        </p:txBody>
      </p:sp>
      <p:sp>
        <p:nvSpPr>
          <p:cNvPr id="43" name="TextBox 42">
            <a:extLst>
              <a:ext uri="{FF2B5EF4-FFF2-40B4-BE49-F238E27FC236}">
                <a16:creationId xmlns:a16="http://schemas.microsoft.com/office/drawing/2014/main" id="{7B3FCA31-9DBC-535A-F646-502AD3C4D1D9}"/>
              </a:ext>
            </a:extLst>
          </p:cNvPr>
          <p:cNvSpPr txBox="1"/>
          <p:nvPr userDrawn="1"/>
        </p:nvSpPr>
        <p:spPr>
          <a:xfrm flipH="1">
            <a:off x="8000999" y="1801504"/>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5</a:t>
            </a:r>
          </a:p>
        </p:txBody>
      </p:sp>
      <p:sp>
        <p:nvSpPr>
          <p:cNvPr id="44" name="TextBox 43">
            <a:extLst>
              <a:ext uri="{FF2B5EF4-FFF2-40B4-BE49-F238E27FC236}">
                <a16:creationId xmlns:a16="http://schemas.microsoft.com/office/drawing/2014/main" id="{30AEFC43-70D4-4B2E-D1FE-2EAA1FFDC2B0}"/>
              </a:ext>
            </a:extLst>
          </p:cNvPr>
          <p:cNvSpPr txBox="1"/>
          <p:nvPr userDrawn="1"/>
        </p:nvSpPr>
        <p:spPr>
          <a:xfrm flipH="1">
            <a:off x="9867900" y="1801504"/>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6</a:t>
            </a:r>
          </a:p>
        </p:txBody>
      </p:sp>
      <p:sp>
        <p:nvSpPr>
          <p:cNvPr id="45" name="TextBox 44">
            <a:extLst>
              <a:ext uri="{FF2B5EF4-FFF2-40B4-BE49-F238E27FC236}">
                <a16:creationId xmlns:a16="http://schemas.microsoft.com/office/drawing/2014/main" id="{657D4A5C-0906-5390-F0F2-FBDAEF89021E}"/>
              </a:ext>
            </a:extLst>
          </p:cNvPr>
          <p:cNvSpPr txBox="1"/>
          <p:nvPr userDrawn="1"/>
        </p:nvSpPr>
        <p:spPr>
          <a:xfrm flipH="1">
            <a:off x="584200" y="4154179"/>
            <a:ext cx="159543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7</a:t>
            </a:r>
          </a:p>
        </p:txBody>
      </p:sp>
      <p:sp>
        <p:nvSpPr>
          <p:cNvPr id="46" name="TextBox 45">
            <a:extLst>
              <a:ext uri="{FF2B5EF4-FFF2-40B4-BE49-F238E27FC236}">
                <a16:creationId xmlns:a16="http://schemas.microsoft.com/office/drawing/2014/main" id="{E025B546-6089-6239-8F8C-2460DC28233A}"/>
              </a:ext>
            </a:extLst>
          </p:cNvPr>
          <p:cNvSpPr txBox="1"/>
          <p:nvPr userDrawn="1"/>
        </p:nvSpPr>
        <p:spPr>
          <a:xfrm flipH="1">
            <a:off x="2438400" y="4154179"/>
            <a:ext cx="16271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8</a:t>
            </a:r>
          </a:p>
        </p:txBody>
      </p:sp>
      <p:sp>
        <p:nvSpPr>
          <p:cNvPr id="47" name="TextBox 46">
            <a:extLst>
              <a:ext uri="{FF2B5EF4-FFF2-40B4-BE49-F238E27FC236}">
                <a16:creationId xmlns:a16="http://schemas.microsoft.com/office/drawing/2014/main" id="{EA0FEA50-3041-99F7-8E63-BEF554768F0F}"/>
              </a:ext>
            </a:extLst>
          </p:cNvPr>
          <p:cNvSpPr txBox="1"/>
          <p:nvPr userDrawn="1"/>
        </p:nvSpPr>
        <p:spPr>
          <a:xfrm flipH="1">
            <a:off x="4317258" y="4154179"/>
            <a:ext cx="1645987"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9</a:t>
            </a:r>
          </a:p>
        </p:txBody>
      </p:sp>
      <p:sp>
        <p:nvSpPr>
          <p:cNvPr id="48" name="TextBox 47">
            <a:extLst>
              <a:ext uri="{FF2B5EF4-FFF2-40B4-BE49-F238E27FC236}">
                <a16:creationId xmlns:a16="http://schemas.microsoft.com/office/drawing/2014/main" id="{D4B7E630-810D-96ED-55A6-FE05046C1F8E}"/>
              </a:ext>
            </a:extLst>
          </p:cNvPr>
          <p:cNvSpPr txBox="1"/>
          <p:nvPr userDrawn="1"/>
        </p:nvSpPr>
        <p:spPr>
          <a:xfrm flipH="1">
            <a:off x="6133758" y="4154179"/>
            <a:ext cx="1701695"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10</a:t>
            </a:r>
          </a:p>
        </p:txBody>
      </p:sp>
      <p:sp>
        <p:nvSpPr>
          <p:cNvPr id="51" name="TextBox 50">
            <a:extLst>
              <a:ext uri="{FF2B5EF4-FFF2-40B4-BE49-F238E27FC236}">
                <a16:creationId xmlns:a16="http://schemas.microsoft.com/office/drawing/2014/main" id="{649E71A2-2E20-8403-B55C-AB232C8E2DB6}"/>
              </a:ext>
            </a:extLst>
          </p:cNvPr>
          <p:cNvSpPr txBox="1"/>
          <p:nvPr userDrawn="1"/>
        </p:nvSpPr>
        <p:spPr>
          <a:xfrm flipH="1">
            <a:off x="8000999" y="4154179"/>
            <a:ext cx="1719262"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11</a:t>
            </a:r>
          </a:p>
        </p:txBody>
      </p:sp>
      <p:sp>
        <p:nvSpPr>
          <p:cNvPr id="52" name="TextBox 51">
            <a:extLst>
              <a:ext uri="{FF2B5EF4-FFF2-40B4-BE49-F238E27FC236}">
                <a16:creationId xmlns:a16="http://schemas.microsoft.com/office/drawing/2014/main" id="{20A9CECE-ADB9-A3E2-3752-8BEEE480CCCB}"/>
              </a:ext>
            </a:extLst>
          </p:cNvPr>
          <p:cNvSpPr txBox="1"/>
          <p:nvPr userDrawn="1"/>
        </p:nvSpPr>
        <p:spPr>
          <a:xfrm flipH="1">
            <a:off x="9867900" y="4154179"/>
            <a:ext cx="1741488" cy="461869"/>
          </a:xfrm>
          <a:prstGeom prst="rect">
            <a:avLst/>
          </a:prstGeom>
          <a:noFill/>
        </p:spPr>
        <p:txBody>
          <a:bodyPr wrap="square" lIns="9000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243A5E"/>
                </a:solidFill>
                <a:effectLst/>
                <a:uLnTx/>
                <a:uFillTx/>
                <a:latin typeface="Segoe UI Semibold"/>
                <a:ea typeface="+mn-ea"/>
                <a:cs typeface="+mn-cs"/>
              </a:rPr>
              <a:t>Week 12</a:t>
            </a:r>
          </a:p>
        </p:txBody>
      </p:sp>
      <p:cxnSp>
        <p:nvCxnSpPr>
          <p:cNvPr id="53" name="Straight Connector 52">
            <a:extLst>
              <a:ext uri="{FF2B5EF4-FFF2-40B4-BE49-F238E27FC236}">
                <a16:creationId xmlns:a16="http://schemas.microsoft.com/office/drawing/2014/main" id="{B5095EB6-A636-9B82-2D9B-92E94DCFB107}"/>
              </a:ext>
            </a:extLst>
          </p:cNvPr>
          <p:cNvCxnSpPr>
            <a:cxnSpLocks/>
          </p:cNvCxnSpPr>
          <p:nvPr userDrawn="1"/>
        </p:nvCxnSpPr>
        <p:spPr>
          <a:xfrm>
            <a:off x="584200" y="2263373"/>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DBD8B419-8700-09BC-6C95-2084A6309A87}"/>
              </a:ext>
            </a:extLst>
          </p:cNvPr>
          <p:cNvCxnSpPr>
            <a:cxnSpLocks/>
          </p:cNvCxnSpPr>
          <p:nvPr userDrawn="1"/>
        </p:nvCxnSpPr>
        <p:spPr>
          <a:xfrm>
            <a:off x="2438400" y="2263373"/>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BA89DC29-66A1-1813-CAF6-46E5228296C4}"/>
              </a:ext>
            </a:extLst>
          </p:cNvPr>
          <p:cNvCxnSpPr>
            <a:cxnSpLocks/>
          </p:cNvCxnSpPr>
          <p:nvPr userDrawn="1"/>
        </p:nvCxnSpPr>
        <p:spPr>
          <a:xfrm>
            <a:off x="4313488" y="2260900"/>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0AC8A285-4F95-F90F-4937-830BB68E94ED}"/>
              </a:ext>
            </a:extLst>
          </p:cNvPr>
          <p:cNvCxnSpPr>
            <a:cxnSpLocks/>
          </p:cNvCxnSpPr>
          <p:nvPr userDrawn="1"/>
        </p:nvCxnSpPr>
        <p:spPr>
          <a:xfrm>
            <a:off x="6134206" y="2263373"/>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AB542510-3C26-9C80-F5F6-92EA7A954851}"/>
              </a:ext>
            </a:extLst>
          </p:cNvPr>
          <p:cNvCxnSpPr>
            <a:cxnSpLocks/>
          </p:cNvCxnSpPr>
          <p:nvPr userDrawn="1"/>
        </p:nvCxnSpPr>
        <p:spPr>
          <a:xfrm>
            <a:off x="7997572" y="2263373"/>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E779AC0-FBDA-CE35-A626-3927B3A1EDF0}"/>
              </a:ext>
            </a:extLst>
          </p:cNvPr>
          <p:cNvCxnSpPr>
            <a:cxnSpLocks/>
          </p:cNvCxnSpPr>
          <p:nvPr userDrawn="1"/>
        </p:nvCxnSpPr>
        <p:spPr>
          <a:xfrm>
            <a:off x="584200" y="4610764"/>
            <a:ext cx="17399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9771C710-41E0-6882-FDB3-69102CE05C69}"/>
              </a:ext>
            </a:extLst>
          </p:cNvPr>
          <p:cNvCxnSpPr>
            <a:cxnSpLocks/>
          </p:cNvCxnSpPr>
          <p:nvPr userDrawn="1"/>
        </p:nvCxnSpPr>
        <p:spPr>
          <a:xfrm>
            <a:off x="2438400" y="4610764"/>
            <a:ext cx="1752600"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1A81D277-20A5-A253-4DCA-54209067BD36}"/>
              </a:ext>
            </a:extLst>
          </p:cNvPr>
          <p:cNvCxnSpPr>
            <a:cxnSpLocks/>
          </p:cNvCxnSpPr>
          <p:nvPr userDrawn="1"/>
        </p:nvCxnSpPr>
        <p:spPr>
          <a:xfrm>
            <a:off x="4313488" y="4608291"/>
            <a:ext cx="1706312"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D0185C3-29D3-2059-2E6D-0B07CE0B2014}"/>
              </a:ext>
            </a:extLst>
          </p:cNvPr>
          <p:cNvCxnSpPr>
            <a:cxnSpLocks/>
          </p:cNvCxnSpPr>
          <p:nvPr userDrawn="1"/>
        </p:nvCxnSpPr>
        <p:spPr>
          <a:xfrm>
            <a:off x="6134206" y="4610764"/>
            <a:ext cx="1752494"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2989C6A-A88E-2EA6-98F8-304FF070BB0A}"/>
              </a:ext>
            </a:extLst>
          </p:cNvPr>
          <p:cNvCxnSpPr>
            <a:cxnSpLocks/>
          </p:cNvCxnSpPr>
          <p:nvPr userDrawn="1"/>
        </p:nvCxnSpPr>
        <p:spPr>
          <a:xfrm>
            <a:off x="7997572" y="4610764"/>
            <a:ext cx="175602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DADFD3E-B19C-9A2C-EFF6-34CAA61FD4DB}"/>
              </a:ext>
            </a:extLst>
          </p:cNvPr>
          <p:cNvCxnSpPr>
            <a:cxnSpLocks/>
          </p:cNvCxnSpPr>
          <p:nvPr userDrawn="1"/>
        </p:nvCxnSpPr>
        <p:spPr>
          <a:xfrm>
            <a:off x="9886697" y="2252487"/>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B0CCE77A-6046-630C-03DF-2CA4427EDCEA}"/>
              </a:ext>
            </a:extLst>
          </p:cNvPr>
          <p:cNvCxnSpPr>
            <a:cxnSpLocks/>
          </p:cNvCxnSpPr>
          <p:nvPr userDrawn="1"/>
        </p:nvCxnSpPr>
        <p:spPr>
          <a:xfrm>
            <a:off x="9886697" y="4599878"/>
            <a:ext cx="1722691"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2370172"/>
      </p:ext>
    </p:extLst>
  </p:cSld>
  <p:clrMapOvr>
    <a:masterClrMapping/>
  </p:clrMapOvr>
  <p:transition>
    <p:fade/>
  </p:transition>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1_Title Only">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75481" y="599436"/>
            <a:ext cx="11018520" cy="553998"/>
          </a:xfrm>
        </p:spPr>
        <p:txBody>
          <a:bodyPr/>
          <a:lstStyle>
            <a:lvl1pPr algn="l" defTabSz="932742" rtl="0" eaLnBrk="1" latinLnBrk="0" hangingPunct="1">
              <a:lnSpc>
                <a:spcPct val="100000"/>
              </a:lnSpc>
              <a:spcBef>
                <a:spcPct val="0"/>
              </a:spcBef>
              <a:buNone/>
              <a:defRPr lang="en-US" sz="3600" b="0" kern="1200" cap="none" spc="0" baseline="0" dirty="0">
                <a:ln w="3175">
                  <a:noFill/>
                </a:ln>
                <a:solidFill>
                  <a:schemeClr val="bg1"/>
                </a:solidFill>
                <a:effectLst/>
                <a:latin typeface="+mj-lt"/>
                <a:ea typeface="+mn-ea"/>
                <a:cs typeface="Segoe UI" pitchFamily="34" charset="0"/>
              </a:defRPr>
            </a:lvl1pPr>
          </a:lstStyle>
          <a:p>
            <a:r>
              <a:rPr lang="en-US"/>
              <a:t>Click to edit Master title style</a:t>
            </a:r>
          </a:p>
        </p:txBody>
      </p:sp>
      <p:sp>
        <p:nvSpPr>
          <p:cNvPr id="7" name="Text Placeholder 6">
            <a:extLst>
              <a:ext uri="{FF2B5EF4-FFF2-40B4-BE49-F238E27FC236}">
                <a16:creationId xmlns:a16="http://schemas.microsoft.com/office/drawing/2014/main" id="{3501B1E1-4A0C-4426-8AC4-8B354CF116CE}"/>
              </a:ext>
            </a:extLst>
          </p:cNvPr>
          <p:cNvSpPr>
            <a:spLocks noGrp="1"/>
          </p:cNvSpPr>
          <p:nvPr>
            <p:ph type="body" sz="quarter" idx="10" hasCustomPrompt="1"/>
          </p:nvPr>
        </p:nvSpPr>
        <p:spPr>
          <a:xfrm>
            <a:off x="0" y="6294769"/>
            <a:ext cx="12192000" cy="563231"/>
          </a:xfrm>
          <a:solidFill>
            <a:srgbClr val="FFFF99"/>
          </a:solidFill>
        </p:spPr>
        <p:txBody>
          <a:bodyPr lIns="91440" tIns="91440" rIns="91440" bIns="91440">
            <a:noAutofit/>
          </a:bodyPr>
          <a:lstStyle>
            <a:lvl1pPr marL="0" indent="0" algn="r">
              <a:buNone/>
              <a:defRPr sz="2400"/>
            </a:lvl1pPr>
          </a:lstStyle>
          <a:p>
            <a:pPr lvl="0"/>
            <a:r>
              <a:rPr lang="en-US"/>
              <a:t>Next</a:t>
            </a:r>
          </a:p>
        </p:txBody>
      </p:sp>
    </p:spTree>
    <p:extLst>
      <p:ext uri="{BB962C8B-B14F-4D97-AF65-F5344CB8AC3E}">
        <p14:creationId xmlns:p14="http://schemas.microsoft.com/office/powerpoint/2010/main" val="4278225201"/>
      </p:ext>
    </p:extLst>
  </p:cSld>
  <p:clrMapOvr>
    <a:masterClrMapping/>
  </p:clrMapOvr>
  <p:transition>
    <p:fade/>
  </p:transition>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hankYou">
    <p:bg>
      <p:bgPr>
        <a:solidFill>
          <a:schemeClr val="accent2"/>
        </a:solidFill>
        <a:effectLst/>
      </p:bgPr>
    </p:bg>
    <p:spTree>
      <p:nvGrpSpPr>
        <p:cNvPr id="1" name=""/>
        <p:cNvGrpSpPr/>
        <p:nvPr/>
      </p:nvGrpSpPr>
      <p:grpSpPr>
        <a:xfrm>
          <a:off x="0" y="0"/>
          <a:ext cx="0" cy="0"/>
          <a:chOff x="0" y="0"/>
          <a:chExt cx="0" cy="0"/>
        </a:xfrm>
      </p:grpSpPr>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p:nvPicPr>
        <p:blipFill>
          <a:blip r:embed="rId2"/>
          <a:stretch>
            <a:fillRect/>
          </a:stretch>
        </p:blipFill>
        <p:spPr bwMode="black">
          <a:xfrm>
            <a:off x="584200" y="585788"/>
            <a:ext cx="1366245" cy="292608"/>
          </a:xfrm>
          <a:prstGeom prst="rect">
            <a:avLst/>
          </a:prstGeom>
        </p:spPr>
      </p:pic>
      <p:sp>
        <p:nvSpPr>
          <p:cNvPr id="5" name="Title 1">
            <a:extLst>
              <a:ext uri="{FF2B5EF4-FFF2-40B4-BE49-F238E27FC236}">
                <a16:creationId xmlns:a16="http://schemas.microsoft.com/office/drawing/2014/main" id="{FA05CAAB-C386-EF47-9672-99832E904412}"/>
              </a:ext>
            </a:extLst>
          </p:cNvPr>
          <p:cNvSpPr>
            <a:spLocks noGrp="1"/>
          </p:cNvSpPr>
          <p:nvPr>
            <p:ph type="title" hasCustomPrompt="1"/>
          </p:nvPr>
        </p:nvSpPr>
        <p:spPr>
          <a:xfrm>
            <a:off x="584200" y="4075330"/>
            <a:ext cx="7298437" cy="1015663"/>
          </a:xfrm>
        </p:spPr>
        <p:txBody>
          <a:bodyPr wrap="square" anchor="b" anchorCtr="0">
            <a:spAutoFit/>
          </a:bodyPr>
          <a:lstStyle>
            <a:lvl1pPr>
              <a:defRPr sz="6600" b="1" i="0" spc="0">
                <a:solidFill>
                  <a:schemeClr val="tx1"/>
                </a:solidFill>
                <a:latin typeface="Segoe UI Semibold" panose="020B0502040204020203" pitchFamily="34" charset="0"/>
                <a:cs typeface="Segoe UI Semibold" panose="020B0502040204020203" pitchFamily="34" charset="0"/>
              </a:defRPr>
            </a:lvl1pPr>
          </a:lstStyle>
          <a:p>
            <a:r>
              <a:rPr lang="en-US"/>
              <a:t>Thank you.</a:t>
            </a:r>
          </a:p>
        </p:txBody>
      </p:sp>
      <p:cxnSp>
        <p:nvCxnSpPr>
          <p:cNvPr id="6" name="Straight Connector 5">
            <a:extLst>
              <a:ext uri="{FF2B5EF4-FFF2-40B4-BE49-F238E27FC236}">
                <a16:creationId xmlns:a16="http://schemas.microsoft.com/office/drawing/2014/main" id="{88EA4229-0086-E64D-A616-33062EF62B34}"/>
              </a:ext>
            </a:extLst>
          </p:cNvPr>
          <p:cNvCxnSpPr>
            <a:cxnSpLocks/>
          </p:cNvCxnSpPr>
          <p:nvPr/>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9" name="Footer Placeholder 4">
            <a:extLst>
              <a:ext uri="{FF2B5EF4-FFF2-40B4-BE49-F238E27FC236}">
                <a16:creationId xmlns:a16="http://schemas.microsoft.com/office/drawing/2014/main" id="{F990A1EA-0184-4AE1-8858-D03AFEEF9B8A}"/>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10" name="Slide Number Placeholder 5">
            <a:extLst>
              <a:ext uri="{FF2B5EF4-FFF2-40B4-BE49-F238E27FC236}">
                <a16:creationId xmlns:a16="http://schemas.microsoft.com/office/drawing/2014/main" id="{162410B6-6E3D-4CB2-A003-281A600A92F3}"/>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pic>
        <p:nvPicPr>
          <p:cNvPr id="2" name="MS logo white - EMF" descr="Microsoft logo white text version">
            <a:extLst>
              <a:ext uri="{FF2B5EF4-FFF2-40B4-BE49-F238E27FC236}">
                <a16:creationId xmlns:a16="http://schemas.microsoft.com/office/drawing/2014/main" id="{72028822-A305-2632-7308-349518C64BF7}"/>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cxnSp>
        <p:nvCxnSpPr>
          <p:cNvPr id="3" name="Straight Connector 2">
            <a:extLst>
              <a:ext uri="{FF2B5EF4-FFF2-40B4-BE49-F238E27FC236}">
                <a16:creationId xmlns:a16="http://schemas.microsoft.com/office/drawing/2014/main" id="{1B0072A0-F3A5-3ACF-F6E3-98DC215F173A}"/>
              </a:ext>
            </a:extLst>
          </p:cNvPr>
          <p:cNvCxnSpPr>
            <a:cxnSpLocks/>
          </p:cNvCxnSpPr>
          <p:nvPr userDrawn="1"/>
        </p:nvCxnSpPr>
        <p:spPr>
          <a:xfrm>
            <a:off x="584200" y="6007781"/>
            <a:ext cx="11025188" cy="0"/>
          </a:xfrm>
          <a:prstGeom prst="line">
            <a:avLst/>
          </a:prstGeom>
          <a:ln w="12700">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437645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C35EA4"/>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9.xml"/><Relationship Id="rId13" Type="http://schemas.openxmlformats.org/officeDocument/2006/relationships/slideLayout" Target="../slideLayouts/slideLayout44.xml"/><Relationship Id="rId18" Type="http://schemas.openxmlformats.org/officeDocument/2006/relationships/slideLayout" Target="../slideLayouts/slideLayout49.xml"/><Relationship Id="rId26" Type="http://schemas.openxmlformats.org/officeDocument/2006/relationships/slideLayout" Target="../slideLayouts/slideLayout57.xml"/><Relationship Id="rId3" Type="http://schemas.openxmlformats.org/officeDocument/2006/relationships/slideLayout" Target="../slideLayouts/slideLayout34.xml"/><Relationship Id="rId21" Type="http://schemas.openxmlformats.org/officeDocument/2006/relationships/slideLayout" Target="../slideLayouts/slideLayout52.xml"/><Relationship Id="rId7" Type="http://schemas.openxmlformats.org/officeDocument/2006/relationships/slideLayout" Target="../slideLayouts/slideLayout38.xml"/><Relationship Id="rId12" Type="http://schemas.openxmlformats.org/officeDocument/2006/relationships/slideLayout" Target="../slideLayouts/slideLayout43.xml"/><Relationship Id="rId17" Type="http://schemas.openxmlformats.org/officeDocument/2006/relationships/slideLayout" Target="../slideLayouts/slideLayout48.xml"/><Relationship Id="rId25" Type="http://schemas.openxmlformats.org/officeDocument/2006/relationships/slideLayout" Target="../slideLayouts/slideLayout56.xml"/><Relationship Id="rId2" Type="http://schemas.openxmlformats.org/officeDocument/2006/relationships/slideLayout" Target="../slideLayouts/slideLayout33.xml"/><Relationship Id="rId16" Type="http://schemas.openxmlformats.org/officeDocument/2006/relationships/slideLayout" Target="../slideLayouts/slideLayout47.xml"/><Relationship Id="rId20" Type="http://schemas.openxmlformats.org/officeDocument/2006/relationships/slideLayout" Target="../slideLayouts/slideLayout51.xml"/><Relationship Id="rId29" Type="http://schemas.openxmlformats.org/officeDocument/2006/relationships/slideLayout" Target="../slideLayouts/slideLayout60.xml"/><Relationship Id="rId1" Type="http://schemas.openxmlformats.org/officeDocument/2006/relationships/slideLayout" Target="../slideLayouts/slideLayout32.xml"/><Relationship Id="rId6" Type="http://schemas.openxmlformats.org/officeDocument/2006/relationships/slideLayout" Target="../slideLayouts/slideLayout37.xml"/><Relationship Id="rId11" Type="http://schemas.openxmlformats.org/officeDocument/2006/relationships/slideLayout" Target="../slideLayouts/slideLayout42.xml"/><Relationship Id="rId24" Type="http://schemas.openxmlformats.org/officeDocument/2006/relationships/slideLayout" Target="../slideLayouts/slideLayout55.xml"/><Relationship Id="rId5" Type="http://schemas.openxmlformats.org/officeDocument/2006/relationships/slideLayout" Target="../slideLayouts/slideLayout36.xml"/><Relationship Id="rId15" Type="http://schemas.openxmlformats.org/officeDocument/2006/relationships/slideLayout" Target="../slideLayouts/slideLayout46.xml"/><Relationship Id="rId23" Type="http://schemas.openxmlformats.org/officeDocument/2006/relationships/slideLayout" Target="../slideLayouts/slideLayout54.xml"/><Relationship Id="rId28" Type="http://schemas.openxmlformats.org/officeDocument/2006/relationships/slideLayout" Target="../slideLayouts/slideLayout59.xml"/><Relationship Id="rId10" Type="http://schemas.openxmlformats.org/officeDocument/2006/relationships/slideLayout" Target="../slideLayouts/slideLayout41.xml"/><Relationship Id="rId19" Type="http://schemas.openxmlformats.org/officeDocument/2006/relationships/slideLayout" Target="../slideLayouts/slideLayout50.xml"/><Relationship Id="rId31" Type="http://schemas.openxmlformats.org/officeDocument/2006/relationships/theme" Target="../theme/theme2.xml"/><Relationship Id="rId4" Type="http://schemas.openxmlformats.org/officeDocument/2006/relationships/slideLayout" Target="../slideLayouts/slideLayout35.xml"/><Relationship Id="rId9" Type="http://schemas.openxmlformats.org/officeDocument/2006/relationships/slideLayout" Target="../slideLayouts/slideLayout40.xml"/><Relationship Id="rId14" Type="http://schemas.openxmlformats.org/officeDocument/2006/relationships/slideLayout" Target="../slideLayouts/slideLayout45.xml"/><Relationship Id="rId22" Type="http://schemas.openxmlformats.org/officeDocument/2006/relationships/slideLayout" Target="../slideLayouts/slideLayout53.xml"/><Relationship Id="rId27" Type="http://schemas.openxmlformats.org/officeDocument/2006/relationships/slideLayout" Target="../slideLayouts/slideLayout58.xml"/><Relationship Id="rId30" Type="http://schemas.openxmlformats.org/officeDocument/2006/relationships/slideLayout" Target="../slideLayouts/slideLayout6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9.xml"/><Relationship Id="rId13" Type="http://schemas.openxmlformats.org/officeDocument/2006/relationships/slideLayout" Target="../slideLayouts/slideLayout74.xml"/><Relationship Id="rId18" Type="http://schemas.openxmlformats.org/officeDocument/2006/relationships/slideLayout" Target="../slideLayouts/slideLayout79.xml"/><Relationship Id="rId26" Type="http://schemas.openxmlformats.org/officeDocument/2006/relationships/slideLayout" Target="../slideLayouts/slideLayout87.xml"/><Relationship Id="rId3" Type="http://schemas.openxmlformats.org/officeDocument/2006/relationships/slideLayout" Target="../slideLayouts/slideLayout64.xml"/><Relationship Id="rId21" Type="http://schemas.openxmlformats.org/officeDocument/2006/relationships/slideLayout" Target="../slideLayouts/slideLayout82.xml"/><Relationship Id="rId7" Type="http://schemas.openxmlformats.org/officeDocument/2006/relationships/slideLayout" Target="../slideLayouts/slideLayout68.xml"/><Relationship Id="rId12" Type="http://schemas.openxmlformats.org/officeDocument/2006/relationships/slideLayout" Target="../slideLayouts/slideLayout73.xml"/><Relationship Id="rId17" Type="http://schemas.openxmlformats.org/officeDocument/2006/relationships/slideLayout" Target="../slideLayouts/slideLayout78.xml"/><Relationship Id="rId25" Type="http://schemas.openxmlformats.org/officeDocument/2006/relationships/slideLayout" Target="../slideLayouts/slideLayout86.xml"/><Relationship Id="rId2" Type="http://schemas.openxmlformats.org/officeDocument/2006/relationships/slideLayout" Target="../slideLayouts/slideLayout63.xml"/><Relationship Id="rId16" Type="http://schemas.openxmlformats.org/officeDocument/2006/relationships/slideLayout" Target="../slideLayouts/slideLayout77.xml"/><Relationship Id="rId20" Type="http://schemas.openxmlformats.org/officeDocument/2006/relationships/slideLayout" Target="../slideLayouts/slideLayout81.xml"/><Relationship Id="rId29" Type="http://schemas.openxmlformats.org/officeDocument/2006/relationships/slideLayout" Target="../slideLayouts/slideLayout90.xml"/><Relationship Id="rId1" Type="http://schemas.openxmlformats.org/officeDocument/2006/relationships/slideLayout" Target="../slideLayouts/slideLayout62.xml"/><Relationship Id="rId6" Type="http://schemas.openxmlformats.org/officeDocument/2006/relationships/slideLayout" Target="../slideLayouts/slideLayout67.xml"/><Relationship Id="rId11" Type="http://schemas.openxmlformats.org/officeDocument/2006/relationships/slideLayout" Target="../slideLayouts/slideLayout72.xml"/><Relationship Id="rId24" Type="http://schemas.openxmlformats.org/officeDocument/2006/relationships/slideLayout" Target="../slideLayouts/slideLayout85.xml"/><Relationship Id="rId5" Type="http://schemas.openxmlformats.org/officeDocument/2006/relationships/slideLayout" Target="../slideLayouts/slideLayout66.xml"/><Relationship Id="rId15" Type="http://schemas.openxmlformats.org/officeDocument/2006/relationships/slideLayout" Target="../slideLayouts/slideLayout76.xml"/><Relationship Id="rId23" Type="http://schemas.openxmlformats.org/officeDocument/2006/relationships/slideLayout" Target="../slideLayouts/slideLayout84.xml"/><Relationship Id="rId28" Type="http://schemas.openxmlformats.org/officeDocument/2006/relationships/slideLayout" Target="../slideLayouts/slideLayout89.xml"/><Relationship Id="rId10" Type="http://schemas.openxmlformats.org/officeDocument/2006/relationships/slideLayout" Target="../slideLayouts/slideLayout71.xml"/><Relationship Id="rId19" Type="http://schemas.openxmlformats.org/officeDocument/2006/relationships/slideLayout" Target="../slideLayouts/slideLayout80.xml"/><Relationship Id="rId31" Type="http://schemas.openxmlformats.org/officeDocument/2006/relationships/theme" Target="../theme/theme3.xml"/><Relationship Id="rId4" Type="http://schemas.openxmlformats.org/officeDocument/2006/relationships/slideLayout" Target="../slideLayouts/slideLayout65.xml"/><Relationship Id="rId9" Type="http://schemas.openxmlformats.org/officeDocument/2006/relationships/slideLayout" Target="../slideLayouts/slideLayout70.xml"/><Relationship Id="rId14" Type="http://schemas.openxmlformats.org/officeDocument/2006/relationships/slideLayout" Target="../slideLayouts/slideLayout75.xml"/><Relationship Id="rId22" Type="http://schemas.openxmlformats.org/officeDocument/2006/relationships/slideLayout" Target="../slideLayouts/slideLayout83.xml"/><Relationship Id="rId27" Type="http://schemas.openxmlformats.org/officeDocument/2006/relationships/slideLayout" Target="../slideLayouts/slideLayout88.xml"/><Relationship Id="rId30" Type="http://schemas.openxmlformats.org/officeDocument/2006/relationships/slideLayout" Target="../slideLayouts/slideLayout9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507432"/>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5" name="Footer Placeholder 4">
            <a:extLst>
              <a:ext uri="{FF2B5EF4-FFF2-40B4-BE49-F238E27FC236}">
                <a16:creationId xmlns:a16="http://schemas.microsoft.com/office/drawing/2014/main" id="{771C3853-B766-4422-BD2B-65A999523B3C}"/>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6AB66A86-D476-4B82-BD63-F20B61D610B4}"/>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Tree>
    <p:extLst>
      <p:ext uri="{BB962C8B-B14F-4D97-AF65-F5344CB8AC3E}">
        <p14:creationId xmlns:p14="http://schemas.microsoft.com/office/powerpoint/2010/main" val="4135085315"/>
      </p:ext>
    </p:extLst>
  </p:cSld>
  <p:clrMap bg1="lt1" tx1="dk1" bg2="lt2" tx2="dk2" accent1="accent1" accent2="accent2" accent3="accent3" accent4="accent4" accent5="accent5" accent6="accent6" hlink="hlink" folHlink="folHlink"/>
  <p:sldLayoutIdLst>
    <p:sldLayoutId id="2147484069" r:id="rId1"/>
    <p:sldLayoutId id="2147484070" r:id="rId2"/>
    <p:sldLayoutId id="2147484071" r:id="rId3"/>
    <p:sldLayoutId id="2147484072" r:id="rId4"/>
    <p:sldLayoutId id="2147484073" r:id="rId5"/>
    <p:sldLayoutId id="2147484074" r:id="rId6"/>
    <p:sldLayoutId id="2147484075" r:id="rId7"/>
    <p:sldLayoutId id="2147484076" r:id="rId8"/>
    <p:sldLayoutId id="2147484077" r:id="rId9"/>
    <p:sldLayoutId id="2147484078" r:id="rId10"/>
    <p:sldLayoutId id="2147484079" r:id="rId11"/>
    <p:sldLayoutId id="2147484080" r:id="rId12"/>
    <p:sldLayoutId id="2147484081" r:id="rId13"/>
    <p:sldLayoutId id="2147484082" r:id="rId14"/>
    <p:sldLayoutId id="2147484083" r:id="rId15"/>
    <p:sldLayoutId id="2147484084" r:id="rId16"/>
    <p:sldLayoutId id="2147484085" r:id="rId17"/>
    <p:sldLayoutId id="2147484086" r:id="rId18"/>
    <p:sldLayoutId id="2147484087" r:id="rId19"/>
    <p:sldLayoutId id="2147484088" r:id="rId20"/>
    <p:sldLayoutId id="2147484089" r:id="rId21"/>
    <p:sldLayoutId id="2147484090" r:id="rId22"/>
    <p:sldLayoutId id="2147484091" r:id="rId23"/>
    <p:sldLayoutId id="2147484092" r:id="rId24"/>
    <p:sldLayoutId id="2147484093" r:id="rId25"/>
    <p:sldLayoutId id="2147484094" r:id="rId26"/>
    <p:sldLayoutId id="2147484095" r:id="rId27"/>
    <p:sldLayoutId id="2147484096" r:id="rId28"/>
    <p:sldLayoutId id="2147484097" r:id="rId29"/>
    <p:sldLayoutId id="2147484098" r:id="rId30"/>
    <p:sldLayoutId id="2147484099" r:id="rId31"/>
  </p:sldLayoutIdLst>
  <p:transition>
    <p:fade/>
  </p:transition>
  <p:hf hdr="0" dt="0"/>
  <p:txStyles>
    <p:title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pos="1464">
          <p15:clr>
            <a:srgbClr val="F26B43"/>
          </p15:clr>
        </p15:guide>
        <p15:guide id="32" pos="1536">
          <p15:clr>
            <a:srgbClr val="F26B43"/>
          </p15:clr>
        </p15:guide>
        <p15:guide id="33" pos="2640">
          <p15:clr>
            <a:srgbClr val="F26B43"/>
          </p15:clr>
        </p15:guide>
        <p15:guide id="34" pos="2712">
          <p15:clr>
            <a:srgbClr val="F26B43"/>
          </p15:clr>
        </p15:guide>
        <p15:guide id="35" pos="3792">
          <p15:clr>
            <a:srgbClr val="F26B43"/>
          </p15:clr>
        </p15:guide>
        <p15:guide id="36" pos="4968">
          <p15:clr>
            <a:srgbClr val="F26B43"/>
          </p15:clr>
        </p15:guide>
        <p15:guide id="37" pos="3864">
          <p15:clr>
            <a:srgbClr val="F26B43"/>
          </p15:clr>
        </p15:guide>
        <p15:guide id="38" pos="5040">
          <p15:clr>
            <a:srgbClr val="F26B43"/>
          </p15:clr>
        </p15:guide>
        <p15:guide id="39" pos="6144">
          <p15:clr>
            <a:srgbClr val="F26B43"/>
          </p15:clr>
        </p15:guide>
        <p15:guide id="40" pos="6216">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507432"/>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5" name="Footer Placeholder 4">
            <a:extLst>
              <a:ext uri="{FF2B5EF4-FFF2-40B4-BE49-F238E27FC236}">
                <a16:creationId xmlns:a16="http://schemas.microsoft.com/office/drawing/2014/main" id="{771C3853-B766-4422-BD2B-65A999523B3C}"/>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6AB66A86-D476-4B82-BD63-F20B61D610B4}"/>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8" name="Title Placeholder 1">
            <a:extLst>
              <a:ext uri="{FF2B5EF4-FFF2-40B4-BE49-F238E27FC236}">
                <a16:creationId xmlns:a16="http://schemas.microsoft.com/office/drawing/2014/main" id="{DA58ED04-A41D-F6D6-EF43-9324CB14A94A}"/>
              </a:ext>
            </a:extLst>
          </p:cNvPr>
          <p:cNvSpPr>
            <a:spLocks noGrp="1"/>
          </p:cNvSpPr>
          <p:nvPr>
            <p:ph type="title"/>
          </p:nvPr>
        </p:nvSpPr>
        <p:spPr>
          <a:xfrm>
            <a:off x="588263" y="507432"/>
            <a:ext cx="11018520" cy="553998"/>
          </a:xfrm>
          <a:prstGeom prst="rect">
            <a:avLst/>
          </a:prstGeom>
        </p:spPr>
        <p:txBody>
          <a:bodyPr vert="horz" wrap="square" lIns="0" tIns="0" rIns="0" bIns="0" rtlCol="0" anchor="t">
            <a:spAutoFit/>
          </a:bodyPr>
          <a:lstStyle/>
          <a:p>
            <a:r>
              <a:rPr lang="en-US"/>
              <a:t>Click to edit Master title style</a:t>
            </a:r>
          </a:p>
        </p:txBody>
      </p:sp>
      <p:sp>
        <p:nvSpPr>
          <p:cNvPr id="34" name="Text Placeholder 3">
            <a:extLst>
              <a:ext uri="{FF2B5EF4-FFF2-40B4-BE49-F238E27FC236}">
                <a16:creationId xmlns:a16="http://schemas.microsoft.com/office/drawing/2014/main" id="{B9F0F4AE-E8FD-934C-8C14-9D675AD712A9}"/>
              </a:ext>
            </a:extLst>
          </p:cNvPr>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6" name="GRID" hidden="1">
            <a:extLst>
              <a:ext uri="{FF2B5EF4-FFF2-40B4-BE49-F238E27FC236}">
                <a16:creationId xmlns:a16="http://schemas.microsoft.com/office/drawing/2014/main" id="{D5D73230-EDAD-D53F-59F8-FD0D14164C09}"/>
              </a:ext>
            </a:extLst>
          </p:cNvPr>
          <p:cNvGrpSpPr/>
          <p:nvPr userDrawn="1"/>
        </p:nvGrpSpPr>
        <p:grpSpPr>
          <a:xfrm>
            <a:off x="0" y="0"/>
            <a:ext cx="12192000" cy="6858000"/>
            <a:chOff x="0" y="0"/>
            <a:chExt cx="12192000" cy="6858000"/>
          </a:xfrm>
        </p:grpSpPr>
        <p:cxnSp>
          <p:nvCxnSpPr>
            <p:cNvPr id="37" name="Straight Connector 36">
              <a:extLst>
                <a:ext uri="{FF2B5EF4-FFF2-40B4-BE49-F238E27FC236}">
                  <a16:creationId xmlns:a16="http://schemas.microsoft.com/office/drawing/2014/main" id="{96B0BD6C-F32A-52BD-3FEB-3D9A6DC243F8}"/>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7ACE2E7-E61E-40FD-BB53-1851CB0652B8}"/>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C9E18E8B-CE9D-8949-70F4-3028D1AD94C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CA01B6A-4AC0-6A5D-B5C8-71BE559BA865}"/>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FCD63A13-4951-FE84-6E44-EF6FA6582032}"/>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53270D57-D41C-0DBB-594A-ECB1884B21B4}"/>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DFE9844D-4E86-846C-BE01-4AD94A28C744}"/>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1D841936-9B7E-8170-72DB-89EFAE19D3A8}"/>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908B5CC-8DF8-7489-A2EA-72656395B4CD}"/>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7896F75B-DA59-7463-0E62-201407450C49}"/>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CA34CF89-46BA-99A0-38D1-2B52748F9C7E}"/>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CCFB786B-A62E-2AC8-8353-F38BDF9BB013}"/>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9CFFADD-4B16-36EE-B634-DA4F349BF50E}"/>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69C125E2-ECF6-B730-B2AA-28C8B8DA1B78}"/>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F438841B-EA6F-21C8-569C-BB809B5A4006}"/>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9DD06D3F-1B28-31B4-0387-B2B473497750}"/>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2CFF8194-2DA3-CC7B-E9C3-9FFDFDA8B0D4}"/>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BFA55516-A0C6-1889-6A8B-73858BEBDE99}"/>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D8F3940E-516F-A553-DB1C-5710578772DF}"/>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4F7F2FA-6044-B440-78F1-3220A0EC4FCC}"/>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6FF80011-5C92-7CD9-952E-AE8DE09E1C3D}"/>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47A75AB4-C3DC-E3AC-AE35-B6B21E7BDF76}"/>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58EDF65A-E73F-B9F4-450E-CE4734F6FB02}"/>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86C3C96E-F77B-3315-D7FF-DA9B09EAF9EF}"/>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7575FA65-25DE-8B58-C85B-F6180B657E78}"/>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F176B1C9-F817-88AA-131D-226CDE75396B}"/>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095C5B56-09DE-80F4-9063-361FE984969D}"/>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3EA8D092-A68E-966D-05AB-5C5F711644B1}"/>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17B50F7C-54D2-8CF5-C2CC-2C0CFF958754}"/>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463FCD2F-60E6-A3A7-B15B-137B18185BA6}"/>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C449D22-C2C2-04AF-D96C-01D22008D307}"/>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CA0F9A2E-6243-A242-A849-63A73FA2CC7F}"/>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5DE0FABE-742C-D8C3-6991-6E9B0E1D7F53}"/>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E62C2A98-6AE3-1156-1450-8988EB9EE615}"/>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80" name=".64 square" hidden="1">
            <a:extLst>
              <a:ext uri="{FF2B5EF4-FFF2-40B4-BE49-F238E27FC236}">
                <a16:creationId xmlns:a16="http://schemas.microsoft.com/office/drawing/2014/main" id="{6382D235-4B2E-67AE-3912-5E0EB4DFE993}"/>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81" name=".32 square" hidden="1">
            <a:extLst>
              <a:ext uri="{FF2B5EF4-FFF2-40B4-BE49-F238E27FC236}">
                <a16:creationId xmlns:a16="http://schemas.microsoft.com/office/drawing/2014/main" id="{1991EC17-57D3-7338-9697-9B8D4DAAC163}"/>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3961732303"/>
      </p:ext>
    </p:extLst>
  </p:cSld>
  <p:clrMap bg1="lt1" tx1="dk1" bg2="lt2" tx2="dk2" accent1="accent1" accent2="accent2" accent3="accent3" accent4="accent4" accent5="accent5" accent6="accent6" hlink="hlink" folHlink="folHlink"/>
  <p:sldLayoutIdLst>
    <p:sldLayoutId id="2147484101" r:id="rId1"/>
    <p:sldLayoutId id="2147484102" r:id="rId2"/>
    <p:sldLayoutId id="2147484103" r:id="rId3"/>
    <p:sldLayoutId id="2147484104" r:id="rId4"/>
    <p:sldLayoutId id="2147484105" r:id="rId5"/>
    <p:sldLayoutId id="2147484106" r:id="rId6"/>
    <p:sldLayoutId id="2147484107" r:id="rId7"/>
    <p:sldLayoutId id="2147484108" r:id="rId8"/>
    <p:sldLayoutId id="2147484109" r:id="rId9"/>
    <p:sldLayoutId id="2147484110" r:id="rId10"/>
    <p:sldLayoutId id="2147484111" r:id="rId11"/>
    <p:sldLayoutId id="2147484112" r:id="rId12"/>
    <p:sldLayoutId id="2147484113" r:id="rId13"/>
    <p:sldLayoutId id="2147484114" r:id="rId14"/>
    <p:sldLayoutId id="2147484115" r:id="rId15"/>
    <p:sldLayoutId id="2147484116" r:id="rId16"/>
    <p:sldLayoutId id="2147484117" r:id="rId17"/>
    <p:sldLayoutId id="2147484118" r:id="rId18"/>
    <p:sldLayoutId id="2147484119" r:id="rId19"/>
    <p:sldLayoutId id="2147484120" r:id="rId20"/>
    <p:sldLayoutId id="2147484121" r:id="rId21"/>
    <p:sldLayoutId id="2147484122" r:id="rId22"/>
    <p:sldLayoutId id="2147484123" r:id="rId23"/>
    <p:sldLayoutId id="2147484124" r:id="rId24"/>
    <p:sldLayoutId id="2147484125" r:id="rId25"/>
    <p:sldLayoutId id="2147484126" r:id="rId26"/>
    <p:sldLayoutId id="2147484127" r:id="rId27"/>
    <p:sldLayoutId id="2147484128" r:id="rId28"/>
    <p:sldLayoutId id="2147484129" r:id="rId29"/>
    <p:sldLayoutId id="2147484130" r:id="rId30"/>
  </p:sldLayoutIdLst>
  <p:transition>
    <p:fade/>
  </p:transition>
  <p:hf hdr="0" dt="0"/>
  <p:txStyles>
    <p:title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pos="1464">
          <p15:clr>
            <a:srgbClr val="F26B43"/>
          </p15:clr>
        </p15:guide>
        <p15:guide id="32" pos="1536">
          <p15:clr>
            <a:srgbClr val="F26B43"/>
          </p15:clr>
        </p15:guide>
        <p15:guide id="33" pos="2640">
          <p15:clr>
            <a:srgbClr val="F26B43"/>
          </p15:clr>
        </p15:guide>
        <p15:guide id="34" pos="2712">
          <p15:clr>
            <a:srgbClr val="F26B43"/>
          </p15:clr>
        </p15:guide>
        <p15:guide id="35" pos="3792">
          <p15:clr>
            <a:srgbClr val="F26B43"/>
          </p15:clr>
        </p15:guide>
        <p15:guide id="36" pos="4968">
          <p15:clr>
            <a:srgbClr val="F26B43"/>
          </p15:clr>
        </p15:guide>
        <p15:guide id="37" pos="3864">
          <p15:clr>
            <a:srgbClr val="F26B43"/>
          </p15:clr>
        </p15:guide>
        <p15:guide id="38" pos="5040">
          <p15:clr>
            <a:srgbClr val="F26B43"/>
          </p15:clr>
        </p15:guide>
        <p15:guide id="39" pos="6144">
          <p15:clr>
            <a:srgbClr val="F26B43"/>
          </p15:clr>
        </p15:guide>
        <p15:guide id="40" pos="6216">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507432"/>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5" name="Footer Placeholder 4">
            <a:extLst>
              <a:ext uri="{FF2B5EF4-FFF2-40B4-BE49-F238E27FC236}">
                <a16:creationId xmlns:a16="http://schemas.microsoft.com/office/drawing/2014/main" id="{771C3853-B766-4422-BD2B-65A999523B3C}"/>
              </a:ext>
            </a:extLst>
          </p:cNvPr>
          <p:cNvSpPr>
            <a:spLocks noGrp="1"/>
          </p:cNvSpPr>
          <p:nvPr>
            <p:ph type="ftr" sz="quarter" idx="3"/>
          </p:nvPr>
        </p:nvSpPr>
        <p:spPr>
          <a:xfrm>
            <a:off x="4038600" y="6539518"/>
            <a:ext cx="4114800" cy="123111"/>
          </a:xfrm>
          <a:prstGeom prst="rect">
            <a:avLst/>
          </a:prstGeom>
        </p:spPr>
        <p:txBody>
          <a:bodyPr vert="horz"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6" name="Slide Number Placeholder 5">
            <a:extLst>
              <a:ext uri="{FF2B5EF4-FFF2-40B4-BE49-F238E27FC236}">
                <a16:creationId xmlns:a16="http://schemas.microsoft.com/office/drawing/2014/main" id="{6AB66A86-D476-4B82-BD63-F20B61D610B4}"/>
              </a:ext>
            </a:extLst>
          </p:cNvPr>
          <p:cNvSpPr>
            <a:spLocks noGrp="1"/>
          </p:cNvSpPr>
          <p:nvPr>
            <p:ph type="sldNum" sz="quarter" idx="4"/>
          </p:nvPr>
        </p:nvSpPr>
        <p:spPr>
          <a:xfrm>
            <a:off x="11697272" y="6539518"/>
            <a:ext cx="404240" cy="123111"/>
          </a:xfrm>
          <a:prstGeom prst="rect">
            <a:avLst/>
          </a:prstGeom>
        </p:spPr>
        <p:txBody>
          <a:bodyPr vert="horz" wrap="square" lIns="0" tIns="0" rIns="0" bIns="0" rtlCol="0" anchor="ctr">
            <a:spAutoFit/>
          </a:bodyPr>
          <a:lstStyle>
            <a:lvl1pPr algn="ctr">
              <a:defRPr sz="800">
                <a:solidFill>
                  <a:schemeClr val="tx1"/>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grpSp>
        <p:nvGrpSpPr>
          <p:cNvPr id="8" name="GRID" hidden="1">
            <a:extLst>
              <a:ext uri="{FF2B5EF4-FFF2-40B4-BE49-F238E27FC236}">
                <a16:creationId xmlns:a16="http://schemas.microsoft.com/office/drawing/2014/main" id="{DC680CE1-0152-A9B3-81CD-D7469FA1F45A}"/>
              </a:ext>
            </a:extLst>
          </p:cNvPr>
          <p:cNvGrpSpPr/>
          <p:nvPr userDrawn="1"/>
        </p:nvGrpSpPr>
        <p:grpSpPr>
          <a:xfrm>
            <a:off x="0" y="0"/>
            <a:ext cx="12192000" cy="6858000"/>
            <a:chOff x="0" y="0"/>
            <a:chExt cx="12192000" cy="6858000"/>
          </a:xfrm>
        </p:grpSpPr>
        <p:cxnSp>
          <p:nvCxnSpPr>
            <p:cNvPr id="34" name="Straight Connector 33">
              <a:extLst>
                <a:ext uri="{FF2B5EF4-FFF2-40B4-BE49-F238E27FC236}">
                  <a16:creationId xmlns:a16="http://schemas.microsoft.com/office/drawing/2014/main" id="{EC200297-0A98-8AE6-0A6D-1E94168949AD}"/>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DB67385F-35A7-D130-3418-F10389C4DA2C}"/>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67D3EBB-08E2-F629-C15C-01FFE854237A}"/>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0B0575A-A62C-DD17-309D-939A56D19DE3}"/>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63683606-CB61-C6BA-6231-0DDAC12DAA3F}"/>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6D7F8F7-78EA-CF8E-936E-24D3BE64C25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AE92743C-307F-4DF1-E323-373054232889}"/>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4EB12845-B0B6-7190-8BB0-C44E534A0A28}"/>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8CAD91D-3198-B853-C80C-06A279FD8380}"/>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A891F7E7-7233-E9C2-DCAE-8BDAFD1EF1EC}"/>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EC4A88CB-CBE2-BB9D-F215-64570BA1A652}"/>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3F19CBE1-1EA4-F3E9-D97C-4AEF7FB670CF}"/>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2A85532-B597-C610-F029-1F7358412171}"/>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C4B174D4-016F-F483-58FA-EF7C0C19EA1E}"/>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F2B9D32E-5FAA-1D00-01D3-48532F725B73}"/>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0C5C16BC-B2B8-8FDB-F751-289A977C6DD3}"/>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9E8EC1A-46FD-FA1D-BD66-CAF96087431B}"/>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81D50D9E-9095-1E3C-A327-8DB08232695D}"/>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732E05B0-B89C-7A35-7B9F-87436CAAECDD}"/>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6168F935-7ACB-51CC-B910-483594E554A0}"/>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1D414F4F-471B-FF12-D8F0-2FCDF7D92C61}"/>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6BF9E40C-6C1C-4347-7221-7FADE472373D}"/>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7989C83A-C592-83A4-9EEC-A45519E2DD1C}"/>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74010B14-7365-C624-AD5D-7716A529DD51}"/>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90D09495-38C3-CD54-01F7-8CA84A2BADCC}"/>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7DDC5C14-1638-B786-B582-AA49DF1E2EF7}"/>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1BB542A2-9D2C-B85F-9EE0-D025871A1A79}"/>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D3151646-8A9D-A7F8-0D55-BAD73A5CEA67}"/>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E15D6A62-F74D-1AB4-0563-28AB9E4C41C0}"/>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F1D2D649-FE0F-B760-4ABC-1267AF89D67E}"/>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8E7004DF-B401-F6C7-29C3-72E415127EF1}"/>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15DE4F3B-28F2-9012-C048-527C3DDA0C22}"/>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571DC2F5-239C-94AE-5EA4-42459ABDE2CD}"/>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A923C781-4CFD-7715-1126-27F71BFFC7F6}"/>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78" name=".64 square" hidden="1">
            <a:extLst>
              <a:ext uri="{FF2B5EF4-FFF2-40B4-BE49-F238E27FC236}">
                <a16:creationId xmlns:a16="http://schemas.microsoft.com/office/drawing/2014/main" id="{403C4AD3-10A9-A760-C8F5-BC5E03CF0436}"/>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79" name=".32 square" hidden="1">
            <a:extLst>
              <a:ext uri="{FF2B5EF4-FFF2-40B4-BE49-F238E27FC236}">
                <a16:creationId xmlns:a16="http://schemas.microsoft.com/office/drawing/2014/main" id="{7FD4C3F5-136F-FDBD-9FA6-2F1C679D8021}"/>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Tree>
    <p:extLst>
      <p:ext uri="{BB962C8B-B14F-4D97-AF65-F5344CB8AC3E}">
        <p14:creationId xmlns:p14="http://schemas.microsoft.com/office/powerpoint/2010/main" val="1694084769"/>
      </p:ext>
    </p:extLst>
  </p:cSld>
  <p:clrMap bg1="lt1" tx1="dk1" bg2="lt2" tx2="dk2" accent1="accent1" accent2="accent2" accent3="accent3" accent4="accent4" accent5="accent5" accent6="accent6" hlink="hlink" folHlink="folHlink"/>
  <p:sldLayoutIdLst>
    <p:sldLayoutId id="2147484133" r:id="rId1"/>
    <p:sldLayoutId id="2147484134" r:id="rId2"/>
    <p:sldLayoutId id="2147484135" r:id="rId3"/>
    <p:sldLayoutId id="2147484136" r:id="rId4"/>
    <p:sldLayoutId id="2147484137" r:id="rId5"/>
    <p:sldLayoutId id="2147484138" r:id="rId6"/>
    <p:sldLayoutId id="2147484139" r:id="rId7"/>
    <p:sldLayoutId id="2147484140" r:id="rId8"/>
    <p:sldLayoutId id="2147484141" r:id="rId9"/>
    <p:sldLayoutId id="2147484142" r:id="rId10"/>
    <p:sldLayoutId id="2147484143" r:id="rId11"/>
    <p:sldLayoutId id="2147484144" r:id="rId12"/>
    <p:sldLayoutId id="2147484145" r:id="rId13"/>
    <p:sldLayoutId id="2147484146" r:id="rId14"/>
    <p:sldLayoutId id="2147484147" r:id="rId15"/>
    <p:sldLayoutId id="2147484148" r:id="rId16"/>
    <p:sldLayoutId id="2147484149" r:id="rId17"/>
    <p:sldLayoutId id="2147484150" r:id="rId18"/>
    <p:sldLayoutId id="2147484151" r:id="rId19"/>
    <p:sldLayoutId id="2147484152" r:id="rId20"/>
    <p:sldLayoutId id="2147484153" r:id="rId21"/>
    <p:sldLayoutId id="2147484154" r:id="rId22"/>
    <p:sldLayoutId id="2147484155" r:id="rId23"/>
    <p:sldLayoutId id="2147484156" r:id="rId24"/>
    <p:sldLayoutId id="2147484157" r:id="rId25"/>
    <p:sldLayoutId id="2147484158" r:id="rId26"/>
    <p:sldLayoutId id="2147484159" r:id="rId27"/>
    <p:sldLayoutId id="2147484160" r:id="rId28"/>
    <p:sldLayoutId id="2147484161" r:id="rId29"/>
    <p:sldLayoutId id="2147484162" r:id="rId30"/>
  </p:sldLayoutIdLst>
  <p:transition>
    <p:fade/>
  </p:transition>
  <p:hf hdr="0" dt="0"/>
  <p:txStyles>
    <p:titleStyle>
      <a:lvl1pPr algn="l" defTabSz="932742" rtl="0" eaLnBrk="1" latinLnBrk="0" hangingPunct="1">
        <a:lnSpc>
          <a:spcPct val="100000"/>
        </a:lnSpc>
        <a:spcBef>
          <a:spcPct val="0"/>
        </a:spcBef>
        <a:buNone/>
        <a:defRPr lang="en-US" sz="3600" b="0" kern="1200" cap="none" spc="0" baseline="0" dirty="0" smtClean="0">
          <a:ln w="3175">
            <a:noFill/>
          </a:ln>
          <a:solidFill>
            <a:schemeClr val="tx1"/>
          </a:solidFill>
          <a:effectLst/>
          <a:latin typeface="+mn-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pos="1464">
          <p15:clr>
            <a:srgbClr val="F26B43"/>
          </p15:clr>
        </p15:guide>
        <p15:guide id="32" pos="1536">
          <p15:clr>
            <a:srgbClr val="F26B43"/>
          </p15:clr>
        </p15:guide>
        <p15:guide id="33" pos="2640">
          <p15:clr>
            <a:srgbClr val="F26B43"/>
          </p15:clr>
        </p15:guide>
        <p15:guide id="34" pos="2712">
          <p15:clr>
            <a:srgbClr val="F26B43"/>
          </p15:clr>
        </p15:guide>
        <p15:guide id="35" pos="3792">
          <p15:clr>
            <a:srgbClr val="F26B43"/>
          </p15:clr>
        </p15:guide>
        <p15:guide id="36" pos="4968">
          <p15:clr>
            <a:srgbClr val="F26B43"/>
          </p15:clr>
        </p15:guide>
        <p15:guide id="37" pos="3864">
          <p15:clr>
            <a:srgbClr val="F26B43"/>
          </p15:clr>
        </p15:guide>
        <p15:guide id="38" pos="5040">
          <p15:clr>
            <a:srgbClr val="F26B43"/>
          </p15:clr>
        </p15:guide>
        <p15:guide id="39" pos="6144">
          <p15:clr>
            <a:srgbClr val="F26B43"/>
          </p15:clr>
        </p15:guide>
        <p15:guide id="40" pos="621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microsoft.com/azure/azure-monitor/app/app-insights-overview" TargetMode="External"/><Relationship Id="rId3" Type="http://schemas.openxmlformats.org/officeDocument/2006/relationships/hyperlink" Target="https://learn.microsoft.com/azure/ai-foundry/observability/concepts/trace-agent-concept" TargetMode="External"/><Relationship Id="rId7" Type="http://schemas.openxmlformats.org/officeDocument/2006/relationships/hyperlink" Target="https://learn.microsoft.com/azure/ai-foundry/how-to/monitor-applications" TargetMode="External"/><Relationship Id="rId2" Type="http://schemas.openxmlformats.org/officeDocument/2006/relationships/notesSlide" Target="../notesSlides/notesSlide24.xml"/><Relationship Id="rId1" Type="http://schemas.openxmlformats.org/officeDocument/2006/relationships/slideLayout" Target="../slideLayouts/slideLayout22.xml"/><Relationship Id="rId6" Type="http://schemas.openxmlformats.org/officeDocument/2006/relationships/hyperlink" Target="https://learn.microsoft.com/azure/foundry/observability/how-to/how-to-monitor-agents-dashboard" TargetMode="External"/><Relationship Id="rId5" Type="http://schemas.openxmlformats.org/officeDocument/2006/relationships/hyperlink" Target="https://learn.microsoft.com/azure/ai-foundry/observability/how-to/how-to-monitor-agents-dashboard" TargetMode="External"/><Relationship Id="rId4" Type="http://schemas.openxmlformats.org/officeDocument/2006/relationships/hyperlink" Target="https://learn.microsoft.com/azure/foundry/observability/concepts/trace-agent-concept"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3318975"/>
            <a:ext cx="9050130" cy="2031325"/>
          </a:xfrm>
        </p:spPr>
        <p:txBody>
          <a:bodyPr/>
          <a:lstStyle/>
          <a:p>
            <a:r>
              <a:rPr lang="en-US"/>
              <a:t>Module 3.4C - AgentOps</a:t>
            </a:r>
            <a:endParaRPr dirty="0"/>
          </a:p>
        </p:txBody>
      </p:sp>
      <p:sp>
        <p:nvSpPr>
          <p:cNvPr id="3" name="Text Placeholder 2"/>
          <p:cNvSpPr>
            <a:spLocks noGrp="1"/>
          </p:cNvSpPr>
          <p:nvPr>
            <p:ph type="body" sz="quarter" idx="12"/>
          </p:nvPr>
        </p:nvSpPr>
        <p:spPr>
          <a:xfrm>
            <a:off x="582042" y="5634620"/>
            <a:ext cx="10398192" cy="215444"/>
          </a:xfrm>
        </p:spPr>
        <p:txBody>
          <a:bodyPr/>
          <a:lstStyle/>
          <a:p>
            <a:r>
              <a:rPr lang="en-US" sz="1400"/>
              <a:t>Observe and Operate | AI Governance Workshop | Microsoft Foundry</a:t>
            </a:r>
            <a:endParaRPr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65760"/>
            <a:ext cx="7315200" cy="731520"/>
          </a:xfrm>
          <a:prstGeom prst="rect">
            <a:avLst/>
          </a:prstGeom>
          <a:noFill/>
        </p:spPr>
        <p:txBody>
          <a:bodyPr wrap="square" anchor="t"/>
          <a:lstStyle/>
          <a:p>
            <a:pPr algn="l">
              <a:defRPr sz="2800" b="1">
                <a:solidFill>
                  <a:srgbClr val="243A5E"/>
                </a:solidFill>
                <a:latin typeface="Segoe UI Semibold"/>
              </a:defRPr>
            </a:pPr>
            <a:r>
              <a:t>Conditions and terms of use</a:t>
            </a:r>
          </a:p>
        </p:txBody>
      </p:sp>
      <p:sp>
        <p:nvSpPr>
          <p:cNvPr id="3" name="Rectangle 2"/>
          <p:cNvSpPr/>
          <p:nvPr/>
        </p:nvSpPr>
        <p:spPr>
          <a:xfrm>
            <a:off x="640080" y="1645920"/>
            <a:ext cx="10881360" cy="4114800"/>
          </a:xfrm>
          <a:prstGeom prst="rect">
            <a:avLst/>
          </a:prstGeom>
          <a:solidFill>
            <a:srgbClr val="FFFFFF"/>
          </a:solidFill>
          <a:ln w="12700">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2011680"/>
            <a:ext cx="9966960" cy="3474720"/>
          </a:xfrm>
          <a:prstGeom prst="rect">
            <a:avLst/>
          </a:prstGeom>
          <a:noFill/>
        </p:spPr>
        <p:txBody>
          <a:bodyPr wrap="square" anchor="t"/>
          <a:lstStyle/>
          <a:p>
            <a:pPr algn="l">
              <a:defRPr sz="1000" b="0">
                <a:solidFill>
                  <a:srgbClr val="000000"/>
                </a:solidFill>
                <a:latin typeface="Segoe UI"/>
              </a:defRPr>
            </a:pPr>
            <a:r>
              <a:t>© Microsoft Corporation. All rights reserved.</a:t>
            </a:r>
            <a:br/>
            <a:br/>
            <a:r>
              <a:t>You may use these training materials solely for your personal internal reference and non-commercial purposes. You may not distribute, transmit, resell or otherwise make these training materials available to any other person or party without express permission from Microsoft Corporation. URL’s or other internet website references in the training materials may change without notice. Unless otherwise noted, any companies, organizations, domain names, e-mail addresses, people, places and events depicted in the training materials are for illustration only and are fictitious. No real association is intended or inferred. THESE TRAINING MATERIALS ARE PROVIDED "AS IS"; MICROSOFT MAKES NO WARRANTIES, EXPRESS OR IMPLIED IN THESE TRAINING MATERIALS</a:t>
            </a:r>
          </a:p>
        </p:txBody>
      </p:sp>
      <p:sp>
        <p:nvSpPr>
          <p:cNvPr id="5" name="Rectangle 4"/>
          <p:cNvSpPr/>
          <p:nvPr/>
        </p:nvSpPr>
        <p:spPr>
          <a:xfrm>
            <a:off x="0" y="6537960"/>
            <a:ext cx="12191695" cy="320040"/>
          </a:xfrm>
          <a:prstGeom prst="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0" y="6172200"/>
            <a:ext cx="3931920" cy="320040"/>
          </a:xfrm>
          <a:prstGeom prst="rect">
            <a:avLst/>
          </a:prstGeom>
          <a:noFill/>
        </p:spPr>
        <p:txBody>
          <a:bodyPr wrap="square" anchor="t"/>
          <a:lstStyle/>
          <a:p>
            <a:pPr algn="ctr">
              <a:defRPr sz="800" b="0">
                <a:solidFill>
                  <a:srgbClr val="737373"/>
                </a:solidFill>
                <a:latin typeface="Segoe UI"/>
              </a:defRPr>
            </a:pPr>
            <a:r>
              <a:t>Microsoft Confidential</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C85C06C-7DA5-1F85-9EF4-D6A5D3454962}"/>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1A371299-F33D-C4AB-23C3-283676F475C4}"/>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C5125B6F-AB48-7A40-4C1C-50AF1BCB035A}"/>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93F22EE9-769A-D72D-9C0A-2E88398CB7C9}"/>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Learning outcomes in this module</a:t>
            </a:r>
            <a:endParaRPr lang="en-US" sz="2400" b="1" dirty="0" err="1">
              <a:solidFill>
                <a:srgbClr val="243A5E"/>
              </a:solidFill>
              <a:latin typeface="Segoe UI" panose="020B0502040204020203" pitchFamily="34" charset="0"/>
            </a:endParaRPr>
          </a:p>
        </p:txBody>
      </p:sp>
      <p:sp>
        <p:nvSpPr>
          <p:cNvPr id="6" name="Oval 5">
            <a:extLst>
              <a:ext uri="{FF2B5EF4-FFF2-40B4-BE49-F238E27FC236}">
                <a16:creationId xmlns:a16="http://schemas.microsoft.com/office/drawing/2014/main" id="{58F08BB3-ED7F-601B-9EE7-33CFF77C2D1F}"/>
              </a:ext>
            </a:extLst>
          </p:cNvPr>
          <p:cNvSpPr/>
          <p:nvPr/>
        </p:nvSpPr>
        <p:spPr bwMode="auto">
          <a:xfrm>
            <a:off x="838200" y="14224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7" name="TextBox 6">
            <a:extLst>
              <a:ext uri="{FF2B5EF4-FFF2-40B4-BE49-F238E27FC236}">
                <a16:creationId xmlns:a16="http://schemas.microsoft.com/office/drawing/2014/main" id="{F12C8EB9-3738-4CEF-75E1-09769D385B6E}"/>
              </a:ext>
            </a:extLst>
          </p:cNvPr>
          <p:cNvSpPr txBox="1"/>
          <p:nvPr/>
        </p:nvSpPr>
        <p:spPr>
          <a:xfrm>
            <a:off x="838200" y="15113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1</a:t>
            </a:r>
            <a:endParaRPr lang="en-US" sz="1400" b="1" dirty="0" err="1">
              <a:solidFill>
                <a:srgbClr val="0078D4"/>
              </a:solidFill>
              <a:latin typeface="Segoe UI" panose="020B0502040204020203" pitchFamily="34" charset="0"/>
            </a:endParaRPr>
          </a:p>
        </p:txBody>
      </p:sp>
      <p:sp>
        <p:nvSpPr>
          <p:cNvPr id="8" name="TextBox 7">
            <a:extLst>
              <a:ext uri="{FF2B5EF4-FFF2-40B4-BE49-F238E27FC236}">
                <a16:creationId xmlns:a16="http://schemas.microsoft.com/office/drawing/2014/main" id="{EA7EF3B0-2A10-1FAA-5CF3-F8CA6818C580}"/>
              </a:ext>
            </a:extLst>
          </p:cNvPr>
          <p:cNvSpPr txBox="1"/>
          <p:nvPr/>
        </p:nvSpPr>
        <p:spPr>
          <a:xfrm>
            <a:off x="1574800" y="14732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AgentOps foundations and production readiness</a:t>
            </a:r>
            <a:endParaRPr lang="en-US" sz="1600" dirty="0" err="1">
              <a:solidFill>
                <a:srgbClr val="303132"/>
              </a:solidFill>
              <a:latin typeface="Segoe UI" panose="020B0502040204020203" pitchFamily="34" charset="0"/>
            </a:endParaRPr>
          </a:p>
        </p:txBody>
      </p:sp>
      <p:sp>
        <p:nvSpPr>
          <p:cNvPr id="9" name="Rectangle 8">
            <a:extLst>
              <a:ext uri="{FF2B5EF4-FFF2-40B4-BE49-F238E27FC236}">
                <a16:creationId xmlns:a16="http://schemas.microsoft.com/office/drawing/2014/main" id="{BFD4148E-AA3F-2E23-8CB8-501914D97F9C}"/>
              </a:ext>
            </a:extLst>
          </p:cNvPr>
          <p:cNvSpPr/>
          <p:nvPr/>
        </p:nvSpPr>
        <p:spPr bwMode="auto">
          <a:xfrm>
            <a:off x="1574800" y="19685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Connect AgentOps foundations to production readiness</a:t>
            </a:r>
            <a:endParaRPr lang="en-US" sz="2000" dirty="0" err="1">
              <a:solidFill>
                <a:srgbClr val="FFFFFF"/>
              </a:solidFill>
              <a:ea typeface="Segoe UI" pitchFamily="34" charset="0"/>
              <a:cs typeface="Segoe UI" pitchFamily="34" charset="0"/>
            </a:endParaRPr>
          </a:p>
        </p:txBody>
      </p:sp>
      <p:sp>
        <p:nvSpPr>
          <p:cNvPr id="10" name="Oval 9">
            <a:extLst>
              <a:ext uri="{FF2B5EF4-FFF2-40B4-BE49-F238E27FC236}">
                <a16:creationId xmlns:a16="http://schemas.microsoft.com/office/drawing/2014/main" id="{E020B4AA-A5D8-6B80-0ED5-7E941A7F7A3E}"/>
              </a:ext>
            </a:extLst>
          </p:cNvPr>
          <p:cNvSpPr/>
          <p:nvPr/>
        </p:nvSpPr>
        <p:spPr bwMode="auto">
          <a:xfrm>
            <a:off x="838200" y="22098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TextBox 10">
            <a:extLst>
              <a:ext uri="{FF2B5EF4-FFF2-40B4-BE49-F238E27FC236}">
                <a16:creationId xmlns:a16="http://schemas.microsoft.com/office/drawing/2014/main" id="{F441CE10-E189-1D0A-0CF4-09D065A4714C}"/>
              </a:ext>
            </a:extLst>
          </p:cNvPr>
          <p:cNvSpPr txBox="1"/>
          <p:nvPr/>
        </p:nvSpPr>
        <p:spPr>
          <a:xfrm>
            <a:off x="838200" y="22987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2</a:t>
            </a:r>
            <a:endParaRPr lang="en-US" sz="1400" b="1" dirty="0" err="1">
              <a:solidFill>
                <a:srgbClr val="0078D4"/>
              </a:solidFill>
              <a:latin typeface="Segoe UI" panose="020B0502040204020203" pitchFamily="34" charset="0"/>
            </a:endParaRPr>
          </a:p>
        </p:txBody>
      </p:sp>
      <p:sp>
        <p:nvSpPr>
          <p:cNvPr id="12" name="TextBox 11">
            <a:extLst>
              <a:ext uri="{FF2B5EF4-FFF2-40B4-BE49-F238E27FC236}">
                <a16:creationId xmlns:a16="http://schemas.microsoft.com/office/drawing/2014/main" id="{9763EE4F-456E-F782-4D35-9ABD06734A0E}"/>
              </a:ext>
            </a:extLst>
          </p:cNvPr>
          <p:cNvSpPr txBox="1"/>
          <p:nvPr/>
        </p:nvSpPr>
        <p:spPr>
          <a:xfrm>
            <a:off x="1574800" y="22606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Observability, tracing, and correlation</a:t>
            </a:r>
            <a:endParaRPr lang="en-US" sz="1600" dirty="0" err="1">
              <a:solidFill>
                <a:srgbClr val="303132"/>
              </a:solidFill>
              <a:latin typeface="Segoe UI" panose="020B0502040204020203" pitchFamily="34" charset="0"/>
            </a:endParaRPr>
          </a:p>
        </p:txBody>
      </p:sp>
      <p:sp>
        <p:nvSpPr>
          <p:cNvPr id="13" name="Rectangle 12">
            <a:extLst>
              <a:ext uri="{FF2B5EF4-FFF2-40B4-BE49-F238E27FC236}">
                <a16:creationId xmlns:a16="http://schemas.microsoft.com/office/drawing/2014/main" id="{91DADF8E-3723-27CC-2374-E93FF9BBF661}"/>
              </a:ext>
            </a:extLst>
          </p:cNvPr>
          <p:cNvSpPr/>
          <p:nvPr/>
        </p:nvSpPr>
        <p:spPr bwMode="auto">
          <a:xfrm>
            <a:off x="1574800" y="27559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Interpret observability, tracing, and correlation</a:t>
            </a:r>
            <a:endParaRPr lang="en-US" sz="2000" dirty="0" err="1">
              <a:solidFill>
                <a:srgbClr val="FFFFFF"/>
              </a:solidFill>
              <a:ea typeface="Segoe UI" pitchFamily="34" charset="0"/>
              <a:cs typeface="Segoe UI" pitchFamily="34" charset="0"/>
            </a:endParaRPr>
          </a:p>
        </p:txBody>
      </p:sp>
      <p:sp>
        <p:nvSpPr>
          <p:cNvPr id="14" name="Oval 13">
            <a:extLst>
              <a:ext uri="{FF2B5EF4-FFF2-40B4-BE49-F238E27FC236}">
                <a16:creationId xmlns:a16="http://schemas.microsoft.com/office/drawing/2014/main" id="{C1FAB47E-B603-BC38-A2C4-5889D4FED7A9}"/>
              </a:ext>
            </a:extLst>
          </p:cNvPr>
          <p:cNvSpPr/>
          <p:nvPr/>
        </p:nvSpPr>
        <p:spPr bwMode="auto">
          <a:xfrm>
            <a:off x="838200" y="29972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7727F84E-B0BD-AC67-09C0-63F6E5AFB23B}"/>
              </a:ext>
            </a:extLst>
          </p:cNvPr>
          <p:cNvSpPr txBox="1"/>
          <p:nvPr/>
        </p:nvSpPr>
        <p:spPr>
          <a:xfrm>
            <a:off x="838200" y="30861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3</a:t>
            </a:r>
            <a:endParaRPr lang="en-US" sz="1400" b="1" dirty="0" err="1">
              <a:solidFill>
                <a:srgbClr val="0078D4"/>
              </a:solidFill>
              <a:latin typeface="Segoe UI" panose="020B0502040204020203" pitchFamily="34" charset="0"/>
            </a:endParaRPr>
          </a:p>
        </p:txBody>
      </p:sp>
      <p:sp>
        <p:nvSpPr>
          <p:cNvPr id="16" name="TextBox 15">
            <a:extLst>
              <a:ext uri="{FF2B5EF4-FFF2-40B4-BE49-F238E27FC236}">
                <a16:creationId xmlns:a16="http://schemas.microsoft.com/office/drawing/2014/main" id="{27416A6A-AE3B-AA17-609C-BF82FC31DF56}"/>
              </a:ext>
            </a:extLst>
          </p:cNvPr>
          <p:cNvSpPr txBox="1"/>
          <p:nvPr/>
        </p:nvSpPr>
        <p:spPr>
          <a:xfrm>
            <a:off x="1574800" y="30480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Telemetry-to-action feedback loop</a:t>
            </a:r>
            <a:endParaRPr lang="en-US" sz="1600" dirty="0" err="1">
              <a:solidFill>
                <a:srgbClr val="303132"/>
              </a:solidFill>
              <a:latin typeface="Segoe UI" panose="020B0502040204020203" pitchFamily="34" charset="0"/>
            </a:endParaRPr>
          </a:p>
        </p:txBody>
      </p:sp>
      <p:sp>
        <p:nvSpPr>
          <p:cNvPr id="17" name="Rectangle 16">
            <a:extLst>
              <a:ext uri="{FF2B5EF4-FFF2-40B4-BE49-F238E27FC236}">
                <a16:creationId xmlns:a16="http://schemas.microsoft.com/office/drawing/2014/main" id="{C0281032-B8FE-D5E7-3CEA-3C49DB639DCC}"/>
              </a:ext>
            </a:extLst>
          </p:cNvPr>
          <p:cNvSpPr/>
          <p:nvPr/>
        </p:nvSpPr>
        <p:spPr bwMode="auto">
          <a:xfrm>
            <a:off x="1574800" y="35433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Connect telemetry to governed action</a:t>
            </a:r>
            <a:endParaRPr lang="en-US" sz="2000" dirty="0" err="1">
              <a:solidFill>
                <a:srgbClr val="FFFFFF"/>
              </a:solidFill>
              <a:ea typeface="Segoe UI" pitchFamily="34" charset="0"/>
              <a:cs typeface="Segoe UI" pitchFamily="34" charset="0"/>
            </a:endParaRPr>
          </a:p>
        </p:txBody>
      </p:sp>
      <p:sp>
        <p:nvSpPr>
          <p:cNvPr id="18" name="Oval 17">
            <a:extLst>
              <a:ext uri="{FF2B5EF4-FFF2-40B4-BE49-F238E27FC236}">
                <a16:creationId xmlns:a16="http://schemas.microsoft.com/office/drawing/2014/main" id="{7E5317C3-7ECB-E407-BEF8-792C25FFD0C5}"/>
              </a:ext>
            </a:extLst>
          </p:cNvPr>
          <p:cNvSpPr/>
          <p:nvPr/>
        </p:nvSpPr>
        <p:spPr bwMode="auto">
          <a:xfrm>
            <a:off x="838200" y="37846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TextBox 18">
            <a:extLst>
              <a:ext uri="{FF2B5EF4-FFF2-40B4-BE49-F238E27FC236}">
                <a16:creationId xmlns:a16="http://schemas.microsoft.com/office/drawing/2014/main" id="{55D07A67-8082-EF82-4832-5CE9E78C1FB1}"/>
              </a:ext>
            </a:extLst>
          </p:cNvPr>
          <p:cNvSpPr txBox="1"/>
          <p:nvPr/>
        </p:nvSpPr>
        <p:spPr>
          <a:xfrm>
            <a:off x="838200" y="38735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4</a:t>
            </a:r>
            <a:endParaRPr lang="en-US" sz="1400" b="1" dirty="0" err="1">
              <a:solidFill>
                <a:srgbClr val="0078D4"/>
              </a:solidFill>
              <a:latin typeface="Segoe UI" panose="020B0502040204020203" pitchFamily="34" charset="0"/>
            </a:endParaRPr>
          </a:p>
        </p:txBody>
      </p:sp>
      <p:sp>
        <p:nvSpPr>
          <p:cNvPr id="20" name="TextBox 19">
            <a:extLst>
              <a:ext uri="{FF2B5EF4-FFF2-40B4-BE49-F238E27FC236}">
                <a16:creationId xmlns:a16="http://schemas.microsoft.com/office/drawing/2014/main" id="{4B10F587-2F6F-BF2F-54F1-024B0BE3C795}"/>
              </a:ext>
            </a:extLst>
          </p:cNvPr>
          <p:cNvSpPr txBox="1"/>
          <p:nvPr/>
        </p:nvSpPr>
        <p:spPr>
          <a:xfrm>
            <a:off x="1574800" y="38354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Post-deployment operations, incidents, and model lifecycle</a:t>
            </a:r>
            <a:endParaRPr lang="en-US" sz="1600" dirty="0" err="1">
              <a:solidFill>
                <a:srgbClr val="303132"/>
              </a:solidFill>
              <a:latin typeface="Segoe UI" panose="020B0502040204020203" pitchFamily="34" charset="0"/>
            </a:endParaRPr>
          </a:p>
        </p:txBody>
      </p:sp>
      <p:sp>
        <p:nvSpPr>
          <p:cNvPr id="21" name="Rectangle 20">
            <a:extLst>
              <a:ext uri="{FF2B5EF4-FFF2-40B4-BE49-F238E27FC236}">
                <a16:creationId xmlns:a16="http://schemas.microsoft.com/office/drawing/2014/main" id="{06415DF6-E541-FC4C-033F-77F7715ABFE0}"/>
              </a:ext>
            </a:extLst>
          </p:cNvPr>
          <p:cNvSpPr/>
          <p:nvPr/>
        </p:nvSpPr>
        <p:spPr bwMode="auto">
          <a:xfrm>
            <a:off x="1574800" y="43307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Explain post-deployment operations and model lifecycle</a:t>
            </a:r>
            <a:endParaRPr lang="en-US" sz="2000" dirty="0" err="1">
              <a:solidFill>
                <a:srgbClr val="FFFFFF"/>
              </a:solidFill>
              <a:ea typeface="Segoe UI" pitchFamily="34" charset="0"/>
              <a:cs typeface="Segoe UI" pitchFamily="34" charset="0"/>
            </a:endParaRPr>
          </a:p>
        </p:txBody>
      </p:sp>
      <p:sp>
        <p:nvSpPr>
          <p:cNvPr id="22" name="Oval 21">
            <a:extLst>
              <a:ext uri="{FF2B5EF4-FFF2-40B4-BE49-F238E27FC236}">
                <a16:creationId xmlns:a16="http://schemas.microsoft.com/office/drawing/2014/main" id="{CA7FD015-A19F-3340-C12E-A663AE384BE2}"/>
              </a:ext>
            </a:extLst>
          </p:cNvPr>
          <p:cNvSpPr/>
          <p:nvPr/>
        </p:nvSpPr>
        <p:spPr bwMode="auto">
          <a:xfrm>
            <a:off x="838200" y="4572000"/>
            <a:ext cx="457200" cy="457200"/>
          </a:xfrm>
          <a:prstGeom prst="ellipse">
            <a:avLst/>
          </a:prstGeom>
          <a:solidFill>
            <a:srgbClr val="E8F2F8"/>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TextBox 22">
            <a:extLst>
              <a:ext uri="{FF2B5EF4-FFF2-40B4-BE49-F238E27FC236}">
                <a16:creationId xmlns:a16="http://schemas.microsoft.com/office/drawing/2014/main" id="{3DB796C5-9086-523D-BE48-3CAC4EABAE5A}"/>
              </a:ext>
            </a:extLst>
          </p:cNvPr>
          <p:cNvSpPr txBox="1"/>
          <p:nvPr/>
        </p:nvSpPr>
        <p:spPr>
          <a:xfrm>
            <a:off x="838200" y="4660900"/>
            <a:ext cx="457200" cy="307777"/>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5</a:t>
            </a:r>
            <a:endParaRPr lang="en-US" sz="1400" b="1" dirty="0" err="1">
              <a:solidFill>
                <a:srgbClr val="0078D4"/>
              </a:solidFill>
              <a:latin typeface="Segoe UI" panose="020B0502040204020203" pitchFamily="34" charset="0"/>
            </a:endParaRPr>
          </a:p>
        </p:txBody>
      </p:sp>
      <p:sp>
        <p:nvSpPr>
          <p:cNvPr id="24" name="TextBox 23">
            <a:extLst>
              <a:ext uri="{FF2B5EF4-FFF2-40B4-BE49-F238E27FC236}">
                <a16:creationId xmlns:a16="http://schemas.microsoft.com/office/drawing/2014/main" id="{EF7CE169-E810-744E-A43A-2FA9AEE761AC}"/>
              </a:ext>
            </a:extLst>
          </p:cNvPr>
          <p:cNvSpPr txBox="1"/>
          <p:nvPr/>
        </p:nvSpPr>
        <p:spPr>
          <a:xfrm>
            <a:off x="1574800" y="4622800"/>
            <a:ext cx="9321800" cy="307777"/>
          </a:xfrm>
          <a:prstGeom prst="rect">
            <a:avLst/>
          </a:prstGeom>
          <a:noFill/>
        </p:spPr>
        <p:txBody>
          <a:bodyPr vert="horz" wrap="square" lIns="0" tIns="0" rIns="0" bIns="0" rtlCol="0">
            <a:noAutofit/>
          </a:bodyPr>
          <a:lstStyle/>
          <a:p>
            <a:r>
              <a:rPr lang="en-US" sz="1600">
                <a:solidFill>
                  <a:srgbClr val="303132"/>
                </a:solidFill>
                <a:latin typeface="Segoe UI" panose="020B0502040204020203" pitchFamily="34" charset="0"/>
              </a:rPr>
              <a:t>Demos, participant next steps, and discussion</a:t>
            </a:r>
            <a:endParaRPr lang="en-US" sz="1600" dirty="0" err="1">
              <a:solidFill>
                <a:srgbClr val="303132"/>
              </a:solidFill>
              <a:latin typeface="Segoe UI" panose="020B0502040204020203" pitchFamily="34" charset="0"/>
            </a:endParaRPr>
          </a:p>
        </p:txBody>
      </p:sp>
      <p:sp>
        <p:nvSpPr>
          <p:cNvPr id="25" name="Rectangle 24">
            <a:extLst>
              <a:ext uri="{FF2B5EF4-FFF2-40B4-BE49-F238E27FC236}">
                <a16:creationId xmlns:a16="http://schemas.microsoft.com/office/drawing/2014/main" id="{3581FF6E-ACAE-6003-2AF7-91DC6DC4829B}"/>
              </a:ext>
            </a:extLst>
          </p:cNvPr>
          <p:cNvSpPr/>
          <p:nvPr/>
        </p:nvSpPr>
        <p:spPr bwMode="auto">
          <a:xfrm>
            <a:off x="1574800" y="5118100"/>
            <a:ext cx="9321800" cy="12700"/>
          </a:xfrm>
          <a:prstGeom prst="rect">
            <a:avLst/>
          </a:prstGeom>
          <a:solidFill>
            <a:srgbClr val="E5E5E5"/>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en-US" sz="2000">
                <a:solidFill>
                  <a:srgbClr val="FFFFFF"/>
                </a:solidFill>
                <a:ea typeface="Segoe UI" pitchFamily="34" charset="0"/>
                <a:cs typeface="Segoe UI" pitchFamily="34" charset="0"/>
              </a:rPr>
              <a:t>Produce a sample runtime signal review through the lab or demo</a:t>
            </a: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84317973"/>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02C8EB9-AA07-E4CC-58B6-65DBF6E2FDC5}"/>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0859975D-C744-7C66-9B8B-BA786310751B}"/>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FFFFFF"/>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a:t>
            </a:fld>
            <a:endParaRPr kumimoji="0" lang="en-US" sz="800" b="0" i="0" u="none" strike="noStrike" kern="1200" cap="none" spc="0" normalizeH="0" baseline="0" noProof="0">
              <a:ln>
                <a:noFill/>
              </a:ln>
              <a:solidFill>
                <a:srgbClr val="FFFFFF"/>
              </a:solidFill>
              <a:effectLst/>
              <a:uLnTx/>
              <a:uFillTx/>
              <a:latin typeface="Segoe UI"/>
              <a:ea typeface="+mn-ea"/>
              <a:cs typeface="+mn-cs"/>
            </a:endParaRPr>
          </a:p>
        </p:txBody>
      </p:sp>
      <p:sp>
        <p:nvSpPr>
          <p:cNvPr id="4" name="TextBox 3">
            <a:extLst>
              <a:ext uri="{FF2B5EF4-FFF2-40B4-BE49-F238E27FC236}">
                <a16:creationId xmlns:a16="http://schemas.microsoft.com/office/drawing/2014/main" id="{1A5733C9-787B-EC38-01B7-B57C37A3B092}"/>
              </a:ext>
            </a:extLst>
          </p:cNvPr>
          <p:cNvSpPr txBox="1"/>
          <p:nvPr/>
        </p:nvSpPr>
        <p:spPr>
          <a:xfrm>
            <a:off x="660400" y="2616200"/>
            <a:ext cx="10871200" cy="307777"/>
          </a:xfrm>
          <a:prstGeom prst="rect">
            <a:avLst/>
          </a:prstGeom>
          <a:noFill/>
        </p:spPr>
        <p:txBody>
          <a:bodyPr vert="horz" wrap="square" lIns="0" tIns="0" rIns="0" bIns="0" rtlCol="0">
            <a:noAutofit/>
          </a:bodyPr>
          <a:lstStyle/>
          <a:p>
            <a:r>
              <a:rPr lang="en-US" sz="3100">
                <a:solidFill>
                  <a:srgbClr val="FFFFFF"/>
                </a:solidFill>
                <a:latin typeface="Segoe UI" panose="020B0502040204020203" pitchFamily="34" charset="0"/>
              </a:rPr>
              <a:t>AgentOps Foundations</a:t>
            </a:r>
            <a:endParaRPr lang="en-US" sz="3100" dirty="0" err="1">
              <a:solidFill>
                <a:srgbClr val="FFFFFF"/>
              </a:solidFill>
              <a:latin typeface="Segoe UI" panose="020B0502040204020203" pitchFamily="34" charset="0"/>
            </a:endParaRPr>
          </a:p>
        </p:txBody>
      </p:sp>
      <p:sp>
        <p:nvSpPr>
          <p:cNvPr id="5" name="TextBox 4">
            <a:extLst>
              <a:ext uri="{FF2B5EF4-FFF2-40B4-BE49-F238E27FC236}">
                <a16:creationId xmlns:a16="http://schemas.microsoft.com/office/drawing/2014/main" id="{C57F5488-A7C9-AF26-626F-F5CBDF3E56FA}"/>
              </a:ext>
            </a:extLst>
          </p:cNvPr>
          <p:cNvSpPr txBox="1"/>
          <p:nvPr/>
        </p:nvSpPr>
        <p:spPr>
          <a:xfrm>
            <a:off x="660400" y="3403600"/>
            <a:ext cx="10871200" cy="307777"/>
          </a:xfrm>
          <a:prstGeom prst="rect">
            <a:avLst/>
          </a:prstGeom>
          <a:noFill/>
        </p:spPr>
        <p:txBody>
          <a:bodyPr vert="horz" wrap="square" lIns="0" tIns="0" rIns="0" bIns="0" rtlCol="0">
            <a:noAutofit/>
          </a:bodyPr>
          <a:lstStyle/>
          <a:p>
            <a:r>
              <a:rPr lang="en-US" sz="1400">
                <a:solidFill>
                  <a:srgbClr val="F0E4D6"/>
                </a:solidFill>
                <a:latin typeface="Segoe UI" panose="020B0502040204020203" pitchFamily="34" charset="0"/>
              </a:rPr>
              <a:t>Why AI operations need a new discipline</a:t>
            </a:r>
            <a:endParaRPr lang="en-US" sz="1400" dirty="0" err="1">
              <a:solidFill>
                <a:srgbClr val="F0E4D6"/>
              </a:solidFill>
              <a:latin typeface="Segoe UI" panose="020B0502040204020203" pitchFamily="34" charset="0"/>
            </a:endParaRPr>
          </a:p>
        </p:txBody>
      </p:sp>
      <p:sp>
        <p:nvSpPr>
          <p:cNvPr id="6" name="Rectangle 5">
            <a:extLst>
              <a:ext uri="{FF2B5EF4-FFF2-40B4-BE49-F238E27FC236}">
                <a16:creationId xmlns:a16="http://schemas.microsoft.com/office/drawing/2014/main" id="{E88D671C-A4F0-81E7-BB91-26F33945F7E0}"/>
              </a:ext>
            </a:extLst>
          </p:cNvPr>
          <p:cNvSpPr/>
          <p:nvPr/>
        </p:nvSpPr>
        <p:spPr bwMode="auto">
          <a:xfrm>
            <a:off x="660400" y="5943600"/>
            <a:ext cx="10871200" cy="12700"/>
          </a:xfrm>
          <a:prstGeom prst="rect">
            <a:avLst/>
          </a:prstGeom>
          <a:solidFill>
            <a:srgbClr val="FFFFFF">
              <a:alpha val="55000"/>
            </a:srgbClr>
          </a:solidFill>
          <a:ln w="9525" cap="flat" cmpd="sng" algn="ctr">
            <a:no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2721408873"/>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3CFF3C3-C173-C475-3537-43A7ED6D45D4}"/>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D2A9740E-DB3D-A1A4-F013-41D7329315CC}"/>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A0C8206B-5CED-5FCA-D7A4-32C6D8D4E091}"/>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3F53FEFB-9975-46EB-3421-5198B3E2BE39}"/>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The production gap</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971525B4-B2DC-AFA5-18F7-2FEFC5D4C3DC}"/>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The bottleneck moved from building the first demo to proving the next version is safe to release.</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1F21EC0B-C8F1-135F-017C-BBAB29905818}"/>
              </a:ext>
            </a:extLst>
          </p:cNvPr>
          <p:cNvSpPr/>
          <p:nvPr/>
        </p:nvSpPr>
        <p:spPr bwMode="auto">
          <a:xfrm>
            <a:off x="660400" y="1422400"/>
            <a:ext cx="5207000" cy="4368800"/>
          </a:xfrm>
          <a:prstGeom prst="roundRect">
            <a:avLst/>
          </a:prstGeom>
          <a:solidFill>
            <a:srgbClr val="FDEBEB"/>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0BD2B032-FABD-A806-0294-B8F0F0A1B7D6}"/>
              </a:ext>
            </a:extLst>
          </p:cNvPr>
          <p:cNvSpPr/>
          <p:nvPr/>
        </p:nvSpPr>
        <p:spPr bwMode="auto">
          <a:xfrm>
            <a:off x="6324600" y="1422400"/>
            <a:ext cx="5207000" cy="43688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Left Card Header Base">
            <a:extLst>
              <a:ext uri="{FF2B5EF4-FFF2-40B4-BE49-F238E27FC236}">
                <a16:creationId xmlns:a16="http://schemas.microsoft.com/office/drawing/2014/main" id="{05FE743D-CC29-7A11-A8AD-0FCEC620B2C5}"/>
              </a:ext>
            </a:extLst>
          </p:cNvPr>
          <p:cNvSpPr/>
          <p:nvPr/>
        </p:nvSpPr>
        <p:spPr bwMode="auto">
          <a:xfrm>
            <a:off x="660400" y="1422400"/>
            <a:ext cx="5207000" cy="609600"/>
          </a:xfrm>
          <a:prstGeom prst="roundRect">
            <a:avLst/>
          </a:prstGeom>
          <a:solidFill>
            <a:srgbClr val="C4192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Right Card Header Base">
            <a:extLst>
              <a:ext uri="{FF2B5EF4-FFF2-40B4-BE49-F238E27FC236}">
                <a16:creationId xmlns:a16="http://schemas.microsoft.com/office/drawing/2014/main" id="{44F64FC1-4960-AD82-274E-4843E2E25532}"/>
              </a:ext>
            </a:extLst>
          </p:cNvPr>
          <p:cNvSpPr/>
          <p:nvPr/>
        </p:nvSpPr>
        <p:spPr bwMode="auto">
          <a:xfrm>
            <a:off x="6324600" y="1422400"/>
            <a:ext cx="5207000"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Oval 12">
            <a:extLst>
              <a:ext uri="{FF2B5EF4-FFF2-40B4-BE49-F238E27FC236}">
                <a16:creationId xmlns:a16="http://schemas.microsoft.com/office/drawing/2014/main" id="{7405C2E1-BF99-2FCF-3360-2E4DE817EA5C}"/>
              </a:ext>
            </a:extLst>
          </p:cNvPr>
          <p:cNvSpPr/>
          <p:nvPr/>
        </p:nvSpPr>
        <p:spPr bwMode="auto">
          <a:xfrm>
            <a:off x="977900" y="24130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TextBox 13">
            <a:extLst>
              <a:ext uri="{FF2B5EF4-FFF2-40B4-BE49-F238E27FC236}">
                <a16:creationId xmlns:a16="http://schemas.microsoft.com/office/drawing/2014/main" id="{C145D1D0-FFAA-FC33-6E53-5B0CDC2B6E37}"/>
              </a:ext>
            </a:extLst>
          </p:cNvPr>
          <p:cNvSpPr txBox="1"/>
          <p:nvPr/>
        </p:nvSpPr>
        <p:spPr>
          <a:xfrm>
            <a:off x="1244600" y="23241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 prompt and model return useful answers</a:t>
            </a:r>
            <a:endParaRPr lang="en-US" sz="1400" dirty="0" err="1">
              <a:solidFill>
                <a:srgbClr val="303132"/>
              </a:solidFill>
              <a:latin typeface="Segoe UI" panose="020B0502040204020203" pitchFamily="34" charset="0"/>
            </a:endParaRPr>
          </a:p>
        </p:txBody>
      </p:sp>
      <p:sp>
        <p:nvSpPr>
          <p:cNvPr id="15" name="Oval 14">
            <a:extLst>
              <a:ext uri="{FF2B5EF4-FFF2-40B4-BE49-F238E27FC236}">
                <a16:creationId xmlns:a16="http://schemas.microsoft.com/office/drawing/2014/main" id="{D383D7D4-8621-402A-C59E-3FF410E507F9}"/>
              </a:ext>
            </a:extLst>
          </p:cNvPr>
          <p:cNvSpPr/>
          <p:nvPr/>
        </p:nvSpPr>
        <p:spPr bwMode="auto">
          <a:xfrm>
            <a:off x="977900" y="30226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6" name="TextBox 15">
            <a:extLst>
              <a:ext uri="{FF2B5EF4-FFF2-40B4-BE49-F238E27FC236}">
                <a16:creationId xmlns:a16="http://schemas.microsoft.com/office/drawing/2014/main" id="{FB8F6AAF-1C04-BDC1-E751-A65BCF0B526D}"/>
              </a:ext>
            </a:extLst>
          </p:cNvPr>
          <p:cNvSpPr txBox="1"/>
          <p:nvPr/>
        </p:nvSpPr>
        <p:spPr>
          <a:xfrm>
            <a:off x="1244600" y="29337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Manual testing covers the happy path</a:t>
            </a:r>
            <a:endParaRPr lang="en-US" sz="1400" dirty="0" err="1">
              <a:solidFill>
                <a:srgbClr val="303132"/>
              </a:solidFill>
              <a:latin typeface="Segoe UI" panose="020B0502040204020203" pitchFamily="34" charset="0"/>
            </a:endParaRPr>
          </a:p>
        </p:txBody>
      </p:sp>
      <p:sp>
        <p:nvSpPr>
          <p:cNvPr id="17" name="Oval 16">
            <a:extLst>
              <a:ext uri="{FF2B5EF4-FFF2-40B4-BE49-F238E27FC236}">
                <a16:creationId xmlns:a16="http://schemas.microsoft.com/office/drawing/2014/main" id="{7BBC1C45-4024-5CB7-A503-0D5B7E34B04E}"/>
              </a:ext>
            </a:extLst>
          </p:cNvPr>
          <p:cNvSpPr/>
          <p:nvPr/>
        </p:nvSpPr>
        <p:spPr bwMode="auto">
          <a:xfrm>
            <a:off x="977900" y="36322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TextBox 17">
            <a:extLst>
              <a:ext uri="{FF2B5EF4-FFF2-40B4-BE49-F238E27FC236}">
                <a16:creationId xmlns:a16="http://schemas.microsoft.com/office/drawing/2014/main" id="{4701089F-AB8E-9675-EA4A-1913EF5BA53D}"/>
              </a:ext>
            </a:extLst>
          </p:cNvPr>
          <p:cNvSpPr txBox="1"/>
          <p:nvPr/>
        </p:nvSpPr>
        <p:spPr>
          <a:xfrm>
            <a:off x="1244600" y="35433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 small team can debug by inspection</a:t>
            </a:r>
            <a:endParaRPr lang="en-US" sz="1400" dirty="0" err="1">
              <a:solidFill>
                <a:srgbClr val="303132"/>
              </a:solidFill>
              <a:latin typeface="Segoe UI" panose="020B0502040204020203" pitchFamily="34" charset="0"/>
            </a:endParaRPr>
          </a:p>
        </p:txBody>
      </p:sp>
      <p:sp>
        <p:nvSpPr>
          <p:cNvPr id="19" name="Oval 18">
            <a:extLst>
              <a:ext uri="{FF2B5EF4-FFF2-40B4-BE49-F238E27FC236}">
                <a16:creationId xmlns:a16="http://schemas.microsoft.com/office/drawing/2014/main" id="{F126EDE5-EC06-1D9F-6A50-C74D03E5F95A}"/>
              </a:ext>
            </a:extLst>
          </p:cNvPr>
          <p:cNvSpPr/>
          <p:nvPr/>
        </p:nvSpPr>
        <p:spPr bwMode="auto">
          <a:xfrm>
            <a:off x="977900" y="4241800"/>
            <a:ext cx="127000" cy="127000"/>
          </a:xfrm>
          <a:prstGeom prst="ellipse">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788B4A1B-6519-D494-332B-D4706DB40858}"/>
              </a:ext>
            </a:extLst>
          </p:cNvPr>
          <p:cNvSpPr txBox="1"/>
          <p:nvPr/>
        </p:nvSpPr>
        <p:spPr>
          <a:xfrm>
            <a:off x="1244600" y="41529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Changes are made without release evidence</a:t>
            </a:r>
            <a:endParaRPr lang="en-US" sz="1400" dirty="0" err="1">
              <a:solidFill>
                <a:srgbClr val="303132"/>
              </a:solidFill>
              <a:latin typeface="Segoe UI" panose="020B0502040204020203" pitchFamily="34" charset="0"/>
            </a:endParaRPr>
          </a:p>
        </p:txBody>
      </p:sp>
      <p:sp>
        <p:nvSpPr>
          <p:cNvPr id="21" name="Oval 20">
            <a:extLst>
              <a:ext uri="{FF2B5EF4-FFF2-40B4-BE49-F238E27FC236}">
                <a16:creationId xmlns:a16="http://schemas.microsoft.com/office/drawing/2014/main" id="{7B54E3D7-26AC-08B5-DD90-48EFBD6575D6}"/>
              </a:ext>
            </a:extLst>
          </p:cNvPr>
          <p:cNvSpPr/>
          <p:nvPr/>
        </p:nvSpPr>
        <p:spPr bwMode="auto">
          <a:xfrm>
            <a:off x="6642100" y="24130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2" name="TextBox 21">
            <a:extLst>
              <a:ext uri="{FF2B5EF4-FFF2-40B4-BE49-F238E27FC236}">
                <a16:creationId xmlns:a16="http://schemas.microsoft.com/office/drawing/2014/main" id="{31432F1A-3242-3790-3FD6-7A707FFFF202}"/>
              </a:ext>
            </a:extLst>
          </p:cNvPr>
          <p:cNvSpPr txBox="1"/>
          <p:nvPr/>
        </p:nvSpPr>
        <p:spPr>
          <a:xfrm>
            <a:off x="6908800" y="23241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Quality and safety thresholds are explicit</a:t>
            </a:r>
            <a:endParaRPr lang="en-US" sz="1400" dirty="0" err="1">
              <a:solidFill>
                <a:srgbClr val="303132"/>
              </a:solidFill>
              <a:latin typeface="Segoe UI" panose="020B0502040204020203" pitchFamily="34" charset="0"/>
            </a:endParaRPr>
          </a:p>
        </p:txBody>
      </p:sp>
      <p:sp>
        <p:nvSpPr>
          <p:cNvPr id="23" name="Oval 22">
            <a:extLst>
              <a:ext uri="{FF2B5EF4-FFF2-40B4-BE49-F238E27FC236}">
                <a16:creationId xmlns:a16="http://schemas.microsoft.com/office/drawing/2014/main" id="{828DF116-F486-69AC-5FDD-7FF288A38394}"/>
              </a:ext>
            </a:extLst>
          </p:cNvPr>
          <p:cNvSpPr/>
          <p:nvPr/>
        </p:nvSpPr>
        <p:spPr bwMode="auto">
          <a:xfrm>
            <a:off x="6642100" y="30226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TextBox 23">
            <a:extLst>
              <a:ext uri="{FF2B5EF4-FFF2-40B4-BE49-F238E27FC236}">
                <a16:creationId xmlns:a16="http://schemas.microsoft.com/office/drawing/2014/main" id="{F20256E5-93BC-8FE1-8A7E-29B3DDF556D6}"/>
              </a:ext>
            </a:extLst>
          </p:cNvPr>
          <p:cNvSpPr txBox="1"/>
          <p:nvPr/>
        </p:nvSpPr>
        <p:spPr>
          <a:xfrm>
            <a:off x="6908800" y="29337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Tool calls and side effects are controlled</a:t>
            </a:r>
            <a:endParaRPr lang="en-US" sz="1400" dirty="0" err="1">
              <a:solidFill>
                <a:srgbClr val="303132"/>
              </a:solidFill>
              <a:latin typeface="Segoe UI" panose="020B0502040204020203" pitchFamily="34" charset="0"/>
            </a:endParaRPr>
          </a:p>
        </p:txBody>
      </p:sp>
      <p:sp>
        <p:nvSpPr>
          <p:cNvPr id="25" name="Oval 24">
            <a:extLst>
              <a:ext uri="{FF2B5EF4-FFF2-40B4-BE49-F238E27FC236}">
                <a16:creationId xmlns:a16="http://schemas.microsoft.com/office/drawing/2014/main" id="{221D88BD-923F-B8D3-FC87-5F8F5BB73ADC}"/>
              </a:ext>
            </a:extLst>
          </p:cNvPr>
          <p:cNvSpPr/>
          <p:nvPr/>
        </p:nvSpPr>
        <p:spPr bwMode="auto">
          <a:xfrm>
            <a:off x="6642100" y="36322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6" name="TextBox 25">
            <a:extLst>
              <a:ext uri="{FF2B5EF4-FFF2-40B4-BE49-F238E27FC236}">
                <a16:creationId xmlns:a16="http://schemas.microsoft.com/office/drawing/2014/main" id="{90106EDA-3738-F087-C3FD-986936DF4317}"/>
              </a:ext>
            </a:extLst>
          </p:cNvPr>
          <p:cNvSpPr txBox="1"/>
          <p:nvPr/>
        </p:nvSpPr>
        <p:spPr>
          <a:xfrm>
            <a:off x="6908800" y="35433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Every release is traceable to evidence</a:t>
            </a:r>
            <a:endParaRPr lang="en-US" sz="1400" dirty="0" err="1">
              <a:solidFill>
                <a:srgbClr val="303132"/>
              </a:solidFill>
              <a:latin typeface="Segoe UI" panose="020B0502040204020203" pitchFamily="34" charset="0"/>
            </a:endParaRPr>
          </a:p>
        </p:txBody>
      </p:sp>
      <p:sp>
        <p:nvSpPr>
          <p:cNvPr id="27" name="Oval 26">
            <a:extLst>
              <a:ext uri="{FF2B5EF4-FFF2-40B4-BE49-F238E27FC236}">
                <a16:creationId xmlns:a16="http://schemas.microsoft.com/office/drawing/2014/main" id="{A66C4E96-37E2-414E-6F3A-1862B5278770}"/>
              </a:ext>
            </a:extLst>
          </p:cNvPr>
          <p:cNvSpPr/>
          <p:nvPr/>
        </p:nvSpPr>
        <p:spPr bwMode="auto">
          <a:xfrm>
            <a:off x="6642100" y="4241800"/>
            <a:ext cx="127000" cy="127000"/>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8" name="TextBox 27">
            <a:extLst>
              <a:ext uri="{FF2B5EF4-FFF2-40B4-BE49-F238E27FC236}">
                <a16:creationId xmlns:a16="http://schemas.microsoft.com/office/drawing/2014/main" id="{76F1CCAC-7A9C-13FD-F48E-9BECE0546888}"/>
              </a:ext>
            </a:extLst>
          </p:cNvPr>
          <p:cNvSpPr txBox="1"/>
          <p:nvPr/>
        </p:nvSpPr>
        <p:spPr>
          <a:xfrm>
            <a:off x="6908800" y="41529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Owners can diagnose and contain failures</a:t>
            </a:r>
            <a:endParaRPr lang="en-US" sz="1400" dirty="0" err="1">
              <a:solidFill>
                <a:srgbClr val="303132"/>
              </a:solidFill>
              <a:latin typeface="Segoe UI" panose="020B0502040204020203" pitchFamily="34" charset="0"/>
            </a:endParaRPr>
          </a:p>
        </p:txBody>
      </p:sp>
      <p:sp>
        <p:nvSpPr>
          <p:cNvPr id="29" name="Left Card Header Base Square Edge">
            <a:extLst>
              <a:ext uri="{FF2B5EF4-FFF2-40B4-BE49-F238E27FC236}">
                <a16:creationId xmlns:a16="http://schemas.microsoft.com/office/drawing/2014/main" id="{925A4AC4-0211-A015-3853-B32F1F466600}"/>
              </a:ext>
            </a:extLst>
          </p:cNvPr>
          <p:cNvSpPr/>
          <p:nvPr/>
        </p:nvSpPr>
        <p:spPr bwMode="auto">
          <a:xfrm>
            <a:off x="660400" y="1727200"/>
            <a:ext cx="5207000" cy="304800"/>
          </a:xfrm>
          <a:prstGeom prst="rect">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TextBox 10">
            <a:extLst>
              <a:ext uri="{FF2B5EF4-FFF2-40B4-BE49-F238E27FC236}">
                <a16:creationId xmlns:a16="http://schemas.microsoft.com/office/drawing/2014/main" id="{F631C3E6-5953-7E84-86AE-B6A47E647838}"/>
              </a:ext>
            </a:extLst>
          </p:cNvPr>
          <p:cNvSpPr txBox="1"/>
          <p:nvPr/>
        </p:nvSpPr>
        <p:spPr>
          <a:xfrm>
            <a:off x="965200" y="1587500"/>
            <a:ext cx="4597400" cy="307777"/>
          </a:xfrm>
          <a:prstGeom prst="rect">
            <a:avLst/>
          </a:prstGeom>
          <a:noFill/>
        </p:spPr>
        <p:txBody>
          <a:bodyPr vert="horz" wrap="square" lIns="0" tIns="0" rIns="0" bIns="0" rtlCol="0">
            <a:noAutofit/>
          </a:bodyPr>
          <a:lstStyle/>
          <a:p>
            <a:r>
              <a:rPr lang="en-US" b="1">
                <a:solidFill>
                  <a:srgbClr val="FFFFFF"/>
                </a:solidFill>
                <a:latin typeface="Segoe UI" panose="020B0502040204020203" pitchFamily="34" charset="0"/>
              </a:rPr>
              <a:t>A prototype can work</a:t>
            </a:r>
            <a:endParaRPr lang="en-US" b="1" dirty="0" err="1">
              <a:solidFill>
                <a:srgbClr val="FFFFFF"/>
              </a:solidFill>
              <a:latin typeface="Segoe UI" panose="020B0502040204020203" pitchFamily="34" charset="0"/>
            </a:endParaRPr>
          </a:p>
        </p:txBody>
      </p:sp>
      <p:sp>
        <p:nvSpPr>
          <p:cNvPr id="30" name="Right Card Header Base Square Edge">
            <a:extLst>
              <a:ext uri="{FF2B5EF4-FFF2-40B4-BE49-F238E27FC236}">
                <a16:creationId xmlns:a16="http://schemas.microsoft.com/office/drawing/2014/main" id="{B35ADEBE-8248-FB40-5DBC-15B0CC134775}"/>
              </a:ext>
            </a:extLst>
          </p:cNvPr>
          <p:cNvSpPr/>
          <p:nvPr/>
        </p:nvSpPr>
        <p:spPr bwMode="auto">
          <a:xfrm>
            <a:off x="6324600" y="1727200"/>
            <a:ext cx="5207000" cy="304800"/>
          </a:xfrm>
          <a:prstGeom prst="rect">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FB99D5AE-C048-D27A-26A5-08197A8F101E}"/>
              </a:ext>
            </a:extLst>
          </p:cNvPr>
          <p:cNvSpPr txBox="1"/>
          <p:nvPr/>
        </p:nvSpPr>
        <p:spPr>
          <a:xfrm>
            <a:off x="6629400" y="1587500"/>
            <a:ext cx="4597400" cy="307777"/>
          </a:xfrm>
          <a:prstGeom prst="rect">
            <a:avLst/>
          </a:prstGeom>
          <a:noFill/>
        </p:spPr>
        <p:txBody>
          <a:bodyPr vert="horz" wrap="square" lIns="0" tIns="0" rIns="0" bIns="0" rtlCol="0">
            <a:noAutofit/>
          </a:bodyPr>
          <a:lstStyle/>
          <a:p>
            <a:r>
              <a:rPr lang="en-US" b="1">
                <a:solidFill>
                  <a:srgbClr val="FFFFFF"/>
                </a:solidFill>
                <a:latin typeface="Segoe UI" panose="020B0502040204020203" pitchFamily="34" charset="0"/>
              </a:rPr>
              <a:t>Production needs proof</a:t>
            </a:r>
            <a:endParaRPr lang="en-US" b="1"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252535932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7E4C931-7DE0-4011-845F-050519DBFBE0}"/>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63C8B48E-C90D-3DC9-08EE-2B5D769AA8A1}"/>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57042B0E-C2E1-1C3A-BBFF-036D6452F8B6}"/>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AFF66605-9437-F635-D9A5-4A73DE834B1C}"/>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Building blocks of a production agent</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382EF17F-4424-43AF-EE65-E07B91DCCF09}"/>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Each tier adds components and operational complexity.</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37855E3E-193C-E606-6EE2-34A89BF946E1}"/>
              </a:ext>
            </a:extLst>
          </p:cNvPr>
          <p:cNvSpPr/>
          <p:nvPr/>
        </p:nvSpPr>
        <p:spPr bwMode="auto">
          <a:xfrm>
            <a:off x="660400" y="1549400"/>
            <a:ext cx="3471333" cy="17145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A637A407-9392-B822-39B6-2855B4F642C0}"/>
              </a:ext>
            </a:extLst>
          </p:cNvPr>
          <p:cNvSpPr/>
          <p:nvPr/>
        </p:nvSpPr>
        <p:spPr bwMode="auto">
          <a:xfrm>
            <a:off x="660400" y="15494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440B2FEC-8005-7F26-E74A-A415423D169B}"/>
              </a:ext>
            </a:extLst>
          </p:cNvPr>
          <p:cNvSpPr/>
          <p:nvPr/>
        </p:nvSpPr>
        <p:spPr bwMode="auto">
          <a:xfrm>
            <a:off x="660400" y="18542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08111DC7-617B-9C94-5880-5018EFB86AB3}"/>
              </a:ext>
            </a:extLst>
          </p:cNvPr>
          <p:cNvSpPr txBox="1"/>
          <p:nvPr/>
        </p:nvSpPr>
        <p:spPr>
          <a:xfrm>
            <a:off x="863600"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Prompts</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9C6475B9-AA1C-DE00-9B92-2B1C24E29880}"/>
              </a:ext>
            </a:extLst>
          </p:cNvPr>
          <p:cNvSpPr txBox="1"/>
          <p:nvPr/>
        </p:nvSpPr>
        <p:spPr>
          <a:xfrm>
            <a:off x="863600"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System prompt, model, versioning, quality evaluation, and cost.</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000D7788-F276-CE79-27BC-10F173A30103}"/>
              </a:ext>
            </a:extLst>
          </p:cNvPr>
          <p:cNvSpPr/>
          <p:nvPr/>
        </p:nvSpPr>
        <p:spPr bwMode="auto">
          <a:xfrm>
            <a:off x="4360333" y="1549400"/>
            <a:ext cx="3471334" cy="17145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0CE97410-3AA1-D569-B15E-92E20B54ED0B}"/>
              </a:ext>
            </a:extLst>
          </p:cNvPr>
          <p:cNvSpPr/>
          <p:nvPr/>
        </p:nvSpPr>
        <p:spPr bwMode="auto">
          <a:xfrm>
            <a:off x="4360333" y="1549400"/>
            <a:ext cx="3471334"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B640310C-1434-2CD3-D393-C32899C1F757}"/>
              </a:ext>
            </a:extLst>
          </p:cNvPr>
          <p:cNvSpPr/>
          <p:nvPr/>
        </p:nvSpPr>
        <p:spPr bwMode="auto">
          <a:xfrm>
            <a:off x="4360333" y="1854200"/>
            <a:ext cx="3471334"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55479F73-3279-F310-44FC-2B3275919D52}"/>
              </a:ext>
            </a:extLst>
          </p:cNvPr>
          <p:cNvSpPr txBox="1"/>
          <p:nvPr/>
        </p:nvSpPr>
        <p:spPr>
          <a:xfrm>
            <a:off x="4563533"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RAG</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DE50EBE0-9314-D898-D5A0-C0F138F9A48A}"/>
              </a:ext>
            </a:extLst>
          </p:cNvPr>
          <p:cNvSpPr txBox="1"/>
          <p:nvPr/>
        </p:nvSpPr>
        <p:spPr>
          <a:xfrm>
            <a:off x="4563533"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Knowledge sources, freshness, permissions, and groundedness.</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68A9FD34-AD4C-F578-D9C8-F74C576C861C}"/>
              </a:ext>
            </a:extLst>
          </p:cNvPr>
          <p:cNvSpPr/>
          <p:nvPr/>
        </p:nvSpPr>
        <p:spPr bwMode="auto">
          <a:xfrm>
            <a:off x="8060267" y="1549400"/>
            <a:ext cx="3471333" cy="17145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7DE033FE-3346-F64E-BC91-1206C8A6AC04}"/>
              </a:ext>
            </a:extLst>
          </p:cNvPr>
          <p:cNvSpPr/>
          <p:nvPr/>
        </p:nvSpPr>
        <p:spPr bwMode="auto">
          <a:xfrm>
            <a:off x="8060267" y="1549400"/>
            <a:ext cx="3471333"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9B8B194A-EA2E-C539-955A-88751ED4164D}"/>
              </a:ext>
            </a:extLst>
          </p:cNvPr>
          <p:cNvSpPr/>
          <p:nvPr/>
        </p:nvSpPr>
        <p:spPr bwMode="auto">
          <a:xfrm>
            <a:off x="8060267" y="1854200"/>
            <a:ext cx="3471333"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7374D99B-B7D3-6E0A-4CE3-ACA142F6CB4B}"/>
              </a:ext>
            </a:extLst>
          </p:cNvPr>
          <p:cNvSpPr txBox="1"/>
          <p:nvPr/>
        </p:nvSpPr>
        <p:spPr>
          <a:xfrm>
            <a:off x="8263467"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Tools</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C285EA9A-9326-0DE3-5149-EA611BC5CD65}"/>
              </a:ext>
            </a:extLst>
          </p:cNvPr>
          <p:cNvSpPr txBox="1"/>
          <p:nvPr/>
        </p:nvSpPr>
        <p:spPr>
          <a:xfrm>
            <a:off x="8263467"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MCP servers, guardrails, authentication, side effects, and failure modes.</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3D63071B-4894-10C3-B8CA-91EB89AF29BE}"/>
              </a:ext>
            </a:extLst>
          </p:cNvPr>
          <p:cNvSpPr/>
          <p:nvPr/>
        </p:nvSpPr>
        <p:spPr bwMode="auto">
          <a:xfrm>
            <a:off x="2510367" y="3517900"/>
            <a:ext cx="3471333" cy="17145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305DBDD8-92CB-A536-FC48-FAB6FFE19899}"/>
              </a:ext>
            </a:extLst>
          </p:cNvPr>
          <p:cNvSpPr/>
          <p:nvPr/>
        </p:nvSpPr>
        <p:spPr bwMode="auto">
          <a:xfrm>
            <a:off x="2510367" y="3517900"/>
            <a:ext cx="3471333"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Rectangle 23">
            <a:extLst>
              <a:ext uri="{FF2B5EF4-FFF2-40B4-BE49-F238E27FC236}">
                <a16:creationId xmlns:a16="http://schemas.microsoft.com/office/drawing/2014/main" id="{238E6F3B-BB5C-0805-FE0B-6389BB5FC320}"/>
              </a:ext>
            </a:extLst>
          </p:cNvPr>
          <p:cNvSpPr/>
          <p:nvPr/>
        </p:nvSpPr>
        <p:spPr bwMode="auto">
          <a:xfrm>
            <a:off x="2510367" y="3822700"/>
            <a:ext cx="3471333"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5" name="TextBox 24">
            <a:extLst>
              <a:ext uri="{FF2B5EF4-FFF2-40B4-BE49-F238E27FC236}">
                <a16:creationId xmlns:a16="http://schemas.microsoft.com/office/drawing/2014/main" id="{E0EEF8F4-0232-1D85-9BF3-378D85E0A530}"/>
              </a:ext>
            </a:extLst>
          </p:cNvPr>
          <p:cNvSpPr txBox="1"/>
          <p:nvPr/>
        </p:nvSpPr>
        <p:spPr>
          <a:xfrm>
            <a:off x="2713567"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Autonomy</a:t>
            </a:r>
            <a:endParaRPr lang="en-US" sz="1600" b="1" dirty="0" err="1">
              <a:solidFill>
                <a:srgbClr val="FFFFFF"/>
              </a:solidFill>
              <a:latin typeface="Segoe UI" panose="020B0502040204020203" pitchFamily="34" charset="0"/>
            </a:endParaRPr>
          </a:p>
        </p:txBody>
      </p:sp>
      <p:sp>
        <p:nvSpPr>
          <p:cNvPr id="26" name="TextBox 25">
            <a:extLst>
              <a:ext uri="{FF2B5EF4-FFF2-40B4-BE49-F238E27FC236}">
                <a16:creationId xmlns:a16="http://schemas.microsoft.com/office/drawing/2014/main" id="{884681E3-4C9C-72F7-EA90-E62F9BA47118}"/>
              </a:ext>
            </a:extLst>
          </p:cNvPr>
          <p:cNvSpPr txBox="1"/>
          <p:nvPr/>
        </p:nvSpPr>
        <p:spPr>
          <a:xfrm>
            <a:off x="2713567"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Memory, orchestration, approval points, traces, and loop prevention.</a:t>
            </a:r>
            <a:endParaRPr lang="en-US" sz="1400" dirty="0" err="1">
              <a:solidFill>
                <a:srgbClr val="303132"/>
              </a:solidFill>
              <a:latin typeface="Segoe UI" panose="020B0502040204020203" pitchFamily="34" charset="0"/>
            </a:endParaRPr>
          </a:p>
        </p:txBody>
      </p:sp>
      <p:sp>
        <p:nvSpPr>
          <p:cNvPr id="27" name="Rectangle: Rounded Corners 26">
            <a:extLst>
              <a:ext uri="{FF2B5EF4-FFF2-40B4-BE49-F238E27FC236}">
                <a16:creationId xmlns:a16="http://schemas.microsoft.com/office/drawing/2014/main" id="{291A27C0-D6E9-6557-671A-B83293DC7FC5}"/>
              </a:ext>
            </a:extLst>
          </p:cNvPr>
          <p:cNvSpPr/>
          <p:nvPr/>
        </p:nvSpPr>
        <p:spPr bwMode="auto">
          <a:xfrm>
            <a:off x="6210300" y="3517900"/>
            <a:ext cx="3471334" cy="1714500"/>
          </a:xfrm>
          <a:prstGeom prst="roundRect">
            <a:avLst/>
          </a:prstGeom>
          <a:solidFill>
            <a:srgbClr val="F5F5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8" name="Rectangle: Rounded Corners 27">
            <a:extLst>
              <a:ext uri="{FF2B5EF4-FFF2-40B4-BE49-F238E27FC236}">
                <a16:creationId xmlns:a16="http://schemas.microsoft.com/office/drawing/2014/main" id="{FC485F84-8FFF-13A4-B329-85B243325E1E}"/>
              </a:ext>
            </a:extLst>
          </p:cNvPr>
          <p:cNvSpPr/>
          <p:nvPr/>
        </p:nvSpPr>
        <p:spPr bwMode="auto">
          <a:xfrm>
            <a:off x="6210300" y="3517900"/>
            <a:ext cx="3471334" cy="609600"/>
          </a:xfrm>
          <a:prstGeom prst="round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9" name="Rectangle 28">
            <a:extLst>
              <a:ext uri="{FF2B5EF4-FFF2-40B4-BE49-F238E27FC236}">
                <a16:creationId xmlns:a16="http://schemas.microsoft.com/office/drawing/2014/main" id="{5964F3BC-30CA-206F-B605-73CDAA44271E}"/>
              </a:ext>
            </a:extLst>
          </p:cNvPr>
          <p:cNvSpPr/>
          <p:nvPr/>
        </p:nvSpPr>
        <p:spPr bwMode="auto">
          <a:xfrm>
            <a:off x="6210300" y="3822700"/>
            <a:ext cx="3471334" cy="304800"/>
          </a:xfrm>
          <a:prstGeom prst="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0" name="TextBox 29">
            <a:extLst>
              <a:ext uri="{FF2B5EF4-FFF2-40B4-BE49-F238E27FC236}">
                <a16:creationId xmlns:a16="http://schemas.microsoft.com/office/drawing/2014/main" id="{3C6F0949-8322-584E-EE6A-8ABCD78A73A9}"/>
              </a:ext>
            </a:extLst>
          </p:cNvPr>
          <p:cNvSpPr txBox="1"/>
          <p:nvPr/>
        </p:nvSpPr>
        <p:spPr>
          <a:xfrm>
            <a:off x="6413500"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Multi-agent</a:t>
            </a:r>
            <a:endParaRPr lang="en-US" sz="1600" b="1" dirty="0" err="1">
              <a:solidFill>
                <a:srgbClr val="FFFFFF"/>
              </a:solidFill>
              <a:latin typeface="Segoe UI" panose="020B0502040204020203" pitchFamily="34" charset="0"/>
            </a:endParaRPr>
          </a:p>
        </p:txBody>
      </p:sp>
      <p:sp>
        <p:nvSpPr>
          <p:cNvPr id="31" name="TextBox 30">
            <a:extLst>
              <a:ext uri="{FF2B5EF4-FFF2-40B4-BE49-F238E27FC236}">
                <a16:creationId xmlns:a16="http://schemas.microsoft.com/office/drawing/2014/main" id="{504EAE2D-7BE3-8187-2181-FA2528A0F137}"/>
              </a:ext>
            </a:extLst>
          </p:cNvPr>
          <p:cNvSpPr txBox="1"/>
          <p:nvPr/>
        </p:nvSpPr>
        <p:spPr>
          <a:xfrm>
            <a:off x="6413500"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Orchestrators, sub-agents, coordination, emergent behavior, and cost spikes.</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2665481718"/>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AD3726D-636E-136D-98D9-AE31EFB4F9D3}"/>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501F26EF-B4CF-0754-28CF-0167FD5F981E}"/>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7</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251CE600-D686-A07F-CBBC-FD1CCE94052A}"/>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0D112B7C-2570-6F12-D5D4-58D847B2C688}"/>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Microsoft Foundry is the control plane</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E566C2B9-F005-6380-39F3-4D04FE71FC99}"/>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AgentOps connects Foundry signals to release decisions and post-deployment action.</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FF422EE3-2ED3-26AC-10CA-2467923D1655}"/>
              </a:ext>
            </a:extLst>
          </p:cNvPr>
          <p:cNvSpPr/>
          <p:nvPr/>
        </p:nvSpPr>
        <p:spPr bwMode="auto">
          <a:xfrm>
            <a:off x="660400" y="2006600"/>
            <a:ext cx="3471333" cy="22860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F5BEEB20-AA93-B2ED-0898-9615749BFC6B}"/>
              </a:ext>
            </a:extLst>
          </p:cNvPr>
          <p:cNvSpPr/>
          <p:nvPr/>
        </p:nvSpPr>
        <p:spPr bwMode="auto">
          <a:xfrm>
            <a:off x="660400" y="20066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84FF0197-266B-FA46-9036-F3CB8D3B12D7}"/>
              </a:ext>
            </a:extLst>
          </p:cNvPr>
          <p:cNvSpPr/>
          <p:nvPr/>
        </p:nvSpPr>
        <p:spPr bwMode="auto">
          <a:xfrm>
            <a:off x="660400" y="23114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7836F95B-6E9B-1ACC-BB1C-53012C2CBAFD}"/>
              </a:ext>
            </a:extLst>
          </p:cNvPr>
          <p:cNvSpPr txBox="1"/>
          <p:nvPr/>
        </p:nvSpPr>
        <p:spPr>
          <a:xfrm>
            <a:off x="863600"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Surfaces</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E3DDF13D-E8F6-D859-2597-DC5E1E3E5B72}"/>
              </a:ext>
            </a:extLst>
          </p:cNvPr>
          <p:cNvSpPr txBox="1"/>
          <p:nvPr/>
        </p:nvSpPr>
        <p:spPr>
          <a:xfrm>
            <a:off x="863600"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Portal, SDK, Azure CLI and REST, plus GitHub Actions.</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72E4A5E-7412-3F3E-2C2F-A4D4D1CBEB86}"/>
              </a:ext>
            </a:extLst>
          </p:cNvPr>
          <p:cNvSpPr/>
          <p:nvPr/>
        </p:nvSpPr>
        <p:spPr bwMode="auto">
          <a:xfrm>
            <a:off x="4360333" y="2006600"/>
            <a:ext cx="3471334" cy="22860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48EA1297-7310-71EC-CB44-E585C99FF20F}"/>
              </a:ext>
            </a:extLst>
          </p:cNvPr>
          <p:cNvSpPr/>
          <p:nvPr/>
        </p:nvSpPr>
        <p:spPr bwMode="auto">
          <a:xfrm>
            <a:off x="4360333" y="2006600"/>
            <a:ext cx="3471334"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E479D9C1-FC40-5600-45D9-3BD4EC508977}"/>
              </a:ext>
            </a:extLst>
          </p:cNvPr>
          <p:cNvSpPr/>
          <p:nvPr/>
        </p:nvSpPr>
        <p:spPr bwMode="auto">
          <a:xfrm>
            <a:off x="4360333" y="2311400"/>
            <a:ext cx="3471334"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87586F4E-E8AF-9CFF-BF62-34A66EBAEE00}"/>
              </a:ext>
            </a:extLst>
          </p:cNvPr>
          <p:cNvSpPr txBox="1"/>
          <p:nvPr/>
        </p:nvSpPr>
        <p:spPr>
          <a:xfrm>
            <a:off x="4563533"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Capabilities</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B047047D-EF20-22A5-B3FD-5BF4AB5BDB49}"/>
              </a:ext>
            </a:extLst>
          </p:cNvPr>
          <p:cNvSpPr txBox="1"/>
          <p:nvPr/>
        </p:nvSpPr>
        <p:spPr>
          <a:xfrm>
            <a:off x="4563533"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Agent versions, evaluators, red teaming, tracing, and Content Safety.</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BF19D985-D66C-660C-75BA-48049F50DEC5}"/>
              </a:ext>
            </a:extLst>
          </p:cNvPr>
          <p:cNvSpPr/>
          <p:nvPr/>
        </p:nvSpPr>
        <p:spPr bwMode="auto">
          <a:xfrm>
            <a:off x="8060267" y="2006600"/>
            <a:ext cx="3471333" cy="22860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C8422BE8-B3B4-4096-4511-6DF4498D537C}"/>
              </a:ext>
            </a:extLst>
          </p:cNvPr>
          <p:cNvSpPr/>
          <p:nvPr/>
        </p:nvSpPr>
        <p:spPr bwMode="auto">
          <a:xfrm>
            <a:off x="8060267" y="2006600"/>
            <a:ext cx="3471333"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96BBCAE8-704D-5531-BE12-36839FF56302}"/>
              </a:ext>
            </a:extLst>
          </p:cNvPr>
          <p:cNvSpPr/>
          <p:nvPr/>
        </p:nvSpPr>
        <p:spPr bwMode="auto">
          <a:xfrm>
            <a:off x="8060267" y="2311400"/>
            <a:ext cx="3471333"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8BCD6639-D40F-786F-FD1B-BD17F11D48A5}"/>
              </a:ext>
            </a:extLst>
          </p:cNvPr>
          <p:cNvSpPr txBox="1"/>
          <p:nvPr/>
        </p:nvSpPr>
        <p:spPr>
          <a:xfrm>
            <a:off x="8263467"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Runtime</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E5D5F0A0-EA75-B8EA-1ABC-B13B3008D354}"/>
              </a:ext>
            </a:extLst>
          </p:cNvPr>
          <p:cNvSpPr txBox="1"/>
          <p:nvPr/>
        </p:nvSpPr>
        <p:spPr>
          <a:xfrm>
            <a:off x="8263467"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Foundry projects, model deployments, tools, App Insights, and Log Analytics.</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267239513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5EF212C-82F4-D0E2-7B7D-4DE0A7F3DF45}"/>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9DA9844F-DCC6-495B-016C-3648EFBAF7DB}"/>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8</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68F115DF-F27D-580D-B854-F94AC8CCFE77}"/>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3C001F77-B29C-3332-26CA-281F5A9B5A80}"/>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Production readiness checklist</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8BB12172-2ADD-CDD1-ED94-E8C65AC22D2A}"/>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Turn "I think it works" into "we have evidence for this release."</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EA27ADD7-460A-1941-96B6-346CDB2A40AF}"/>
              </a:ext>
            </a:extLst>
          </p:cNvPr>
          <p:cNvSpPr/>
          <p:nvPr/>
        </p:nvSpPr>
        <p:spPr bwMode="auto">
          <a:xfrm>
            <a:off x="660400" y="1549400"/>
            <a:ext cx="3471333" cy="17145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ED8A25AA-5C73-E1EF-B67E-2C9523702213}"/>
              </a:ext>
            </a:extLst>
          </p:cNvPr>
          <p:cNvSpPr/>
          <p:nvPr/>
        </p:nvSpPr>
        <p:spPr bwMode="auto">
          <a:xfrm>
            <a:off x="660400" y="15494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E0D2AA80-D6E2-9935-2F3A-4FD1F5FB49F4}"/>
              </a:ext>
            </a:extLst>
          </p:cNvPr>
          <p:cNvSpPr/>
          <p:nvPr/>
        </p:nvSpPr>
        <p:spPr bwMode="auto">
          <a:xfrm>
            <a:off x="660400" y="18542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79822831-B1D3-49CD-9DC1-92C7FDDD39C9}"/>
              </a:ext>
            </a:extLst>
          </p:cNvPr>
          <p:cNvSpPr txBox="1"/>
          <p:nvPr/>
        </p:nvSpPr>
        <p:spPr>
          <a:xfrm>
            <a:off x="863600"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Target</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68BEC470-2DEA-5A21-3F02-D05762B871F0}"/>
              </a:ext>
            </a:extLst>
          </p:cNvPr>
          <p:cNvSpPr txBox="1"/>
          <p:nvPr/>
        </p:nvSpPr>
        <p:spPr>
          <a:xfrm>
            <a:off x="863600"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The production target and agent version are explicit.</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A574397-BF4C-3EED-1FF1-404BB06AE7CA}"/>
              </a:ext>
            </a:extLst>
          </p:cNvPr>
          <p:cNvSpPr/>
          <p:nvPr/>
        </p:nvSpPr>
        <p:spPr bwMode="auto">
          <a:xfrm>
            <a:off x="4360333" y="1549400"/>
            <a:ext cx="3471334" cy="17145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36217653-3589-7C22-37AB-4D15CFC8644D}"/>
              </a:ext>
            </a:extLst>
          </p:cNvPr>
          <p:cNvSpPr/>
          <p:nvPr/>
        </p:nvSpPr>
        <p:spPr bwMode="auto">
          <a:xfrm>
            <a:off x="4360333" y="1549400"/>
            <a:ext cx="3471334"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31673E3E-5BD9-381F-C49B-BE6C877FDF38}"/>
              </a:ext>
            </a:extLst>
          </p:cNvPr>
          <p:cNvSpPr/>
          <p:nvPr/>
        </p:nvSpPr>
        <p:spPr bwMode="auto">
          <a:xfrm>
            <a:off x="4360333" y="1854200"/>
            <a:ext cx="3471334"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6D6F4B23-3F2D-435E-1D42-DF337CBDA127}"/>
              </a:ext>
            </a:extLst>
          </p:cNvPr>
          <p:cNvSpPr txBox="1"/>
          <p:nvPr/>
        </p:nvSpPr>
        <p:spPr>
          <a:xfrm>
            <a:off x="4563533"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Evaluation</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D11AEA8B-267F-153A-A616-CC84FC0A99B2}"/>
              </a:ext>
            </a:extLst>
          </p:cNvPr>
          <p:cNvSpPr txBox="1"/>
          <p:nvPr/>
        </p:nvSpPr>
        <p:spPr>
          <a:xfrm>
            <a:off x="4563533"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 representative dataset and release thresholds exist.</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D7E57B9A-1E81-EEEF-F9A8-50328A141D7C}"/>
              </a:ext>
            </a:extLst>
          </p:cNvPr>
          <p:cNvSpPr/>
          <p:nvPr/>
        </p:nvSpPr>
        <p:spPr bwMode="auto">
          <a:xfrm>
            <a:off x="8060267" y="1549400"/>
            <a:ext cx="3471333" cy="17145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75BB86EC-E049-27AB-66B1-08ADE02449BE}"/>
              </a:ext>
            </a:extLst>
          </p:cNvPr>
          <p:cNvSpPr/>
          <p:nvPr/>
        </p:nvSpPr>
        <p:spPr bwMode="auto">
          <a:xfrm>
            <a:off x="8060267" y="1549400"/>
            <a:ext cx="3471333"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32E1A133-5BEB-BD2E-28C7-E895224F6F73}"/>
              </a:ext>
            </a:extLst>
          </p:cNvPr>
          <p:cNvSpPr/>
          <p:nvPr/>
        </p:nvSpPr>
        <p:spPr bwMode="auto">
          <a:xfrm>
            <a:off x="8060267" y="1854200"/>
            <a:ext cx="3471333"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C7655104-3590-C167-EEAD-368801D67D86}"/>
              </a:ext>
            </a:extLst>
          </p:cNvPr>
          <p:cNvSpPr txBox="1"/>
          <p:nvPr/>
        </p:nvSpPr>
        <p:spPr>
          <a:xfrm>
            <a:off x="8263467"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Gates</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7767BC58-A4B8-A8B0-2E49-F4D4D68713B1}"/>
              </a:ext>
            </a:extLst>
          </p:cNvPr>
          <p:cNvSpPr txBox="1"/>
          <p:nvPr/>
        </p:nvSpPr>
        <p:spPr>
          <a:xfrm>
            <a:off x="8263467"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CI/CD blocks regressions and stores evidence.</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CEB5065D-2065-B9A1-40F2-3BAF71E80FBA}"/>
              </a:ext>
            </a:extLst>
          </p:cNvPr>
          <p:cNvSpPr/>
          <p:nvPr/>
        </p:nvSpPr>
        <p:spPr bwMode="auto">
          <a:xfrm>
            <a:off x="660400" y="3517900"/>
            <a:ext cx="3471333" cy="17145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5A1E2E40-6A0B-D3F2-DA7C-22465F55B449}"/>
              </a:ext>
            </a:extLst>
          </p:cNvPr>
          <p:cNvSpPr/>
          <p:nvPr/>
        </p:nvSpPr>
        <p:spPr bwMode="auto">
          <a:xfrm>
            <a:off x="660400" y="3517900"/>
            <a:ext cx="3471333"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Rectangle 23">
            <a:extLst>
              <a:ext uri="{FF2B5EF4-FFF2-40B4-BE49-F238E27FC236}">
                <a16:creationId xmlns:a16="http://schemas.microsoft.com/office/drawing/2014/main" id="{1CB0F96F-2EBB-6DBA-CAEA-8F22D4F528E5}"/>
              </a:ext>
            </a:extLst>
          </p:cNvPr>
          <p:cNvSpPr/>
          <p:nvPr/>
        </p:nvSpPr>
        <p:spPr bwMode="auto">
          <a:xfrm>
            <a:off x="660400" y="3822700"/>
            <a:ext cx="3471333"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5" name="TextBox 24">
            <a:extLst>
              <a:ext uri="{FF2B5EF4-FFF2-40B4-BE49-F238E27FC236}">
                <a16:creationId xmlns:a16="http://schemas.microsoft.com/office/drawing/2014/main" id="{694F5400-FB19-029C-19F4-EFAB0547FCD2}"/>
              </a:ext>
            </a:extLst>
          </p:cNvPr>
          <p:cNvSpPr txBox="1"/>
          <p:nvPr/>
        </p:nvSpPr>
        <p:spPr>
          <a:xfrm>
            <a:off x="863600"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Telemetry</a:t>
            </a:r>
            <a:endParaRPr lang="en-US" sz="1600" b="1" dirty="0" err="1">
              <a:solidFill>
                <a:srgbClr val="FFFFFF"/>
              </a:solidFill>
              <a:latin typeface="Segoe UI" panose="020B0502040204020203" pitchFamily="34" charset="0"/>
            </a:endParaRPr>
          </a:p>
        </p:txBody>
      </p:sp>
      <p:sp>
        <p:nvSpPr>
          <p:cNvPr id="26" name="TextBox 25">
            <a:extLst>
              <a:ext uri="{FF2B5EF4-FFF2-40B4-BE49-F238E27FC236}">
                <a16:creationId xmlns:a16="http://schemas.microsoft.com/office/drawing/2014/main" id="{95B8D692-6BC8-3E46-B51F-13535061F4B4}"/>
              </a:ext>
            </a:extLst>
          </p:cNvPr>
          <p:cNvSpPr txBox="1"/>
          <p:nvPr/>
        </p:nvSpPr>
        <p:spPr>
          <a:xfrm>
            <a:off x="863600"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Traces, metrics, logs, and release correlation are wired.</a:t>
            </a:r>
            <a:endParaRPr lang="en-US" sz="1400" dirty="0" err="1">
              <a:solidFill>
                <a:srgbClr val="303132"/>
              </a:solidFill>
              <a:latin typeface="Segoe UI" panose="020B0502040204020203" pitchFamily="34" charset="0"/>
            </a:endParaRPr>
          </a:p>
        </p:txBody>
      </p:sp>
      <p:sp>
        <p:nvSpPr>
          <p:cNvPr id="27" name="Rectangle: Rounded Corners 26">
            <a:extLst>
              <a:ext uri="{FF2B5EF4-FFF2-40B4-BE49-F238E27FC236}">
                <a16:creationId xmlns:a16="http://schemas.microsoft.com/office/drawing/2014/main" id="{5E23F1B2-B6C1-FFE1-3483-837233FC77BC}"/>
              </a:ext>
            </a:extLst>
          </p:cNvPr>
          <p:cNvSpPr/>
          <p:nvPr/>
        </p:nvSpPr>
        <p:spPr bwMode="auto">
          <a:xfrm>
            <a:off x="4360333" y="3517900"/>
            <a:ext cx="3471334" cy="1714500"/>
          </a:xfrm>
          <a:prstGeom prst="roundRect">
            <a:avLst/>
          </a:prstGeom>
          <a:solidFill>
            <a:srgbClr val="FFEEEE"/>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8" name="Rectangle: Rounded Corners 27">
            <a:extLst>
              <a:ext uri="{FF2B5EF4-FFF2-40B4-BE49-F238E27FC236}">
                <a16:creationId xmlns:a16="http://schemas.microsoft.com/office/drawing/2014/main" id="{2433C661-020C-B619-2E70-63173FCC1B18}"/>
              </a:ext>
            </a:extLst>
          </p:cNvPr>
          <p:cNvSpPr/>
          <p:nvPr/>
        </p:nvSpPr>
        <p:spPr bwMode="auto">
          <a:xfrm>
            <a:off x="4360333" y="3517900"/>
            <a:ext cx="3471334" cy="609600"/>
          </a:xfrm>
          <a:prstGeom prst="roundRect">
            <a:avLst/>
          </a:prstGeom>
          <a:solidFill>
            <a:srgbClr val="C4192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9" name="Rectangle 28">
            <a:extLst>
              <a:ext uri="{FF2B5EF4-FFF2-40B4-BE49-F238E27FC236}">
                <a16:creationId xmlns:a16="http://schemas.microsoft.com/office/drawing/2014/main" id="{5577EA72-1D48-C521-E83D-034915E217E1}"/>
              </a:ext>
            </a:extLst>
          </p:cNvPr>
          <p:cNvSpPr/>
          <p:nvPr/>
        </p:nvSpPr>
        <p:spPr bwMode="auto">
          <a:xfrm>
            <a:off x="4360333" y="3822700"/>
            <a:ext cx="3471334" cy="304800"/>
          </a:xfrm>
          <a:prstGeom prst="rect">
            <a:avLst/>
          </a:prstGeom>
          <a:solidFill>
            <a:srgbClr val="C4192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0" name="TextBox 29">
            <a:extLst>
              <a:ext uri="{FF2B5EF4-FFF2-40B4-BE49-F238E27FC236}">
                <a16:creationId xmlns:a16="http://schemas.microsoft.com/office/drawing/2014/main" id="{D0E67EAC-FD14-D972-D675-3ECC4306D182}"/>
              </a:ext>
            </a:extLst>
          </p:cNvPr>
          <p:cNvSpPr txBox="1"/>
          <p:nvPr/>
        </p:nvSpPr>
        <p:spPr>
          <a:xfrm>
            <a:off x="4563533"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Safety</a:t>
            </a:r>
            <a:endParaRPr lang="en-US" sz="1600" b="1" dirty="0" err="1">
              <a:solidFill>
                <a:srgbClr val="FFFFFF"/>
              </a:solidFill>
              <a:latin typeface="Segoe UI" panose="020B0502040204020203" pitchFamily="34" charset="0"/>
            </a:endParaRPr>
          </a:p>
        </p:txBody>
      </p:sp>
      <p:sp>
        <p:nvSpPr>
          <p:cNvPr id="31" name="TextBox 30">
            <a:extLst>
              <a:ext uri="{FF2B5EF4-FFF2-40B4-BE49-F238E27FC236}">
                <a16:creationId xmlns:a16="http://schemas.microsoft.com/office/drawing/2014/main" id="{78248D14-5889-4E4D-B715-27453FE7C18A}"/>
              </a:ext>
            </a:extLst>
          </p:cNvPr>
          <p:cNvSpPr txBox="1"/>
          <p:nvPr/>
        </p:nvSpPr>
        <p:spPr>
          <a:xfrm>
            <a:off x="4563533"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Safety tests and red-team findings are tracked.</a:t>
            </a:r>
            <a:endParaRPr lang="en-US" sz="1400" dirty="0" err="1">
              <a:solidFill>
                <a:srgbClr val="303132"/>
              </a:solidFill>
              <a:latin typeface="Segoe UI" panose="020B0502040204020203" pitchFamily="34" charset="0"/>
            </a:endParaRPr>
          </a:p>
        </p:txBody>
      </p:sp>
      <p:sp>
        <p:nvSpPr>
          <p:cNvPr id="32" name="Rectangle: Rounded Corners 31">
            <a:extLst>
              <a:ext uri="{FF2B5EF4-FFF2-40B4-BE49-F238E27FC236}">
                <a16:creationId xmlns:a16="http://schemas.microsoft.com/office/drawing/2014/main" id="{0F36279D-D92C-5225-7485-5057BA3F615B}"/>
              </a:ext>
            </a:extLst>
          </p:cNvPr>
          <p:cNvSpPr/>
          <p:nvPr/>
        </p:nvSpPr>
        <p:spPr bwMode="auto">
          <a:xfrm>
            <a:off x="8060267" y="3517900"/>
            <a:ext cx="3471333" cy="1714500"/>
          </a:xfrm>
          <a:prstGeom prst="roundRect">
            <a:avLst/>
          </a:prstGeom>
          <a:solidFill>
            <a:srgbClr val="F5F5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3" name="Rectangle: Rounded Corners 32">
            <a:extLst>
              <a:ext uri="{FF2B5EF4-FFF2-40B4-BE49-F238E27FC236}">
                <a16:creationId xmlns:a16="http://schemas.microsoft.com/office/drawing/2014/main" id="{4F3D363F-F3E4-0AC2-11C0-C95612F99A78}"/>
              </a:ext>
            </a:extLst>
          </p:cNvPr>
          <p:cNvSpPr/>
          <p:nvPr/>
        </p:nvSpPr>
        <p:spPr bwMode="auto">
          <a:xfrm>
            <a:off x="8060267" y="3517900"/>
            <a:ext cx="3471333" cy="609600"/>
          </a:xfrm>
          <a:prstGeom prst="round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4" name="Rectangle 33">
            <a:extLst>
              <a:ext uri="{FF2B5EF4-FFF2-40B4-BE49-F238E27FC236}">
                <a16:creationId xmlns:a16="http://schemas.microsoft.com/office/drawing/2014/main" id="{D529C909-4DB3-BDF1-C165-98926E0A2CA9}"/>
              </a:ext>
            </a:extLst>
          </p:cNvPr>
          <p:cNvSpPr/>
          <p:nvPr/>
        </p:nvSpPr>
        <p:spPr bwMode="auto">
          <a:xfrm>
            <a:off x="8060267" y="3822700"/>
            <a:ext cx="3471333" cy="304800"/>
          </a:xfrm>
          <a:prstGeom prst="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5" name="TextBox 34">
            <a:extLst>
              <a:ext uri="{FF2B5EF4-FFF2-40B4-BE49-F238E27FC236}">
                <a16:creationId xmlns:a16="http://schemas.microsoft.com/office/drawing/2014/main" id="{1D24A1E5-B305-4012-08C1-31A38AAE72A6}"/>
              </a:ext>
            </a:extLst>
          </p:cNvPr>
          <p:cNvSpPr txBox="1"/>
          <p:nvPr/>
        </p:nvSpPr>
        <p:spPr>
          <a:xfrm>
            <a:off x="8263467"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Ownership</a:t>
            </a:r>
            <a:endParaRPr lang="en-US" sz="1600" b="1" dirty="0" err="1">
              <a:solidFill>
                <a:srgbClr val="FFFFFF"/>
              </a:solidFill>
              <a:latin typeface="Segoe UI" panose="020B0502040204020203" pitchFamily="34" charset="0"/>
            </a:endParaRPr>
          </a:p>
        </p:txBody>
      </p:sp>
      <p:sp>
        <p:nvSpPr>
          <p:cNvPr id="36" name="TextBox 35">
            <a:extLst>
              <a:ext uri="{FF2B5EF4-FFF2-40B4-BE49-F238E27FC236}">
                <a16:creationId xmlns:a16="http://schemas.microsoft.com/office/drawing/2014/main" id="{182C5139-7A57-3EB4-D814-A2B6D9B00DBC}"/>
              </a:ext>
            </a:extLst>
          </p:cNvPr>
          <p:cNvSpPr txBox="1"/>
          <p:nvPr/>
        </p:nvSpPr>
        <p:spPr>
          <a:xfrm>
            <a:off x="8263467"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Release evidence is reviewable and owners know how to respond.</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279984812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44C7854-C97B-E380-7CB3-90468759B437}"/>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578A4146-D3FC-20C1-995B-9193A148CB72}"/>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453120CE-B679-98FE-56B4-D5976D4F4E01}"/>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85F41803-D143-1B5E-4320-93D8BCCF3D14}"/>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AgentOps operating model</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1E7D8BB0-C739-FDA7-5EB3-CD192AAE4B13}"/>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Four practices create release evidence and operational confidence.</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513BF328-A6B4-F6D9-48BC-7604BDF99743}"/>
              </a:ext>
            </a:extLst>
          </p:cNvPr>
          <p:cNvSpPr/>
          <p:nvPr/>
        </p:nvSpPr>
        <p:spPr bwMode="auto">
          <a:xfrm>
            <a:off x="660400" y="2006600"/>
            <a:ext cx="2546350" cy="22860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E84A2855-FB98-FD63-9F34-5723E5C1F3D3}"/>
              </a:ext>
            </a:extLst>
          </p:cNvPr>
          <p:cNvSpPr/>
          <p:nvPr/>
        </p:nvSpPr>
        <p:spPr bwMode="auto">
          <a:xfrm>
            <a:off x="660400" y="2006600"/>
            <a:ext cx="2546350"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90E58472-6817-0FB1-30FC-EFE60AAACE0F}"/>
              </a:ext>
            </a:extLst>
          </p:cNvPr>
          <p:cNvSpPr/>
          <p:nvPr/>
        </p:nvSpPr>
        <p:spPr bwMode="auto">
          <a:xfrm>
            <a:off x="660400" y="2311400"/>
            <a:ext cx="2546350"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9354362F-60F9-5FE2-F10C-811F684745BC}"/>
              </a:ext>
            </a:extLst>
          </p:cNvPr>
          <p:cNvSpPr txBox="1"/>
          <p:nvPr/>
        </p:nvSpPr>
        <p:spPr>
          <a:xfrm>
            <a:off x="86360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Evaluate</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2D72A1C0-E01E-9F54-8247-75ADFFE57088}"/>
              </a:ext>
            </a:extLst>
          </p:cNvPr>
          <p:cNvSpPr txBox="1"/>
          <p:nvPr/>
        </p:nvSpPr>
        <p:spPr>
          <a:xfrm>
            <a:off x="86360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Golden datasets, rubrics, red teaming, and thresholds.</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C6BBD07E-36F9-8560-8E4D-622068A77DE2}"/>
              </a:ext>
            </a:extLst>
          </p:cNvPr>
          <p:cNvSpPr/>
          <p:nvPr/>
        </p:nvSpPr>
        <p:spPr bwMode="auto">
          <a:xfrm>
            <a:off x="3435350" y="2006600"/>
            <a:ext cx="2546350" cy="22860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85E32C78-E94B-BD51-0495-8BB16D647AB6}"/>
              </a:ext>
            </a:extLst>
          </p:cNvPr>
          <p:cNvSpPr/>
          <p:nvPr/>
        </p:nvSpPr>
        <p:spPr bwMode="auto">
          <a:xfrm>
            <a:off x="3435350" y="2006600"/>
            <a:ext cx="2546350"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EC0E1D64-E8E4-A28D-23A1-967F2119E874}"/>
              </a:ext>
            </a:extLst>
          </p:cNvPr>
          <p:cNvSpPr/>
          <p:nvPr/>
        </p:nvSpPr>
        <p:spPr bwMode="auto">
          <a:xfrm>
            <a:off x="3435350" y="2311400"/>
            <a:ext cx="2546350"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E88EC7E3-4344-364A-05C9-2EE1A3FA0993}"/>
              </a:ext>
            </a:extLst>
          </p:cNvPr>
          <p:cNvSpPr txBox="1"/>
          <p:nvPr/>
        </p:nvSpPr>
        <p:spPr>
          <a:xfrm>
            <a:off x="363855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Ship</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7AF6AE24-4029-C498-519C-1785F1581495}"/>
              </a:ext>
            </a:extLst>
          </p:cNvPr>
          <p:cNvSpPr txBox="1"/>
          <p:nvPr/>
        </p:nvSpPr>
        <p:spPr>
          <a:xfrm>
            <a:off x="363855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CI/CD gates, approvals, promotion, and canary rollout.</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BF61D821-2FE1-440B-64E6-2ABFA34332D5}"/>
              </a:ext>
            </a:extLst>
          </p:cNvPr>
          <p:cNvSpPr/>
          <p:nvPr/>
        </p:nvSpPr>
        <p:spPr bwMode="auto">
          <a:xfrm>
            <a:off x="6210300" y="2006600"/>
            <a:ext cx="2546350" cy="22860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3FE3C269-6D17-15E0-3665-382B2C8C8873}"/>
              </a:ext>
            </a:extLst>
          </p:cNvPr>
          <p:cNvSpPr/>
          <p:nvPr/>
        </p:nvSpPr>
        <p:spPr bwMode="auto">
          <a:xfrm>
            <a:off x="6210300" y="2006600"/>
            <a:ext cx="2546350"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DAB15499-2D02-E338-A5B1-A2D44FB87F9B}"/>
              </a:ext>
            </a:extLst>
          </p:cNvPr>
          <p:cNvSpPr/>
          <p:nvPr/>
        </p:nvSpPr>
        <p:spPr bwMode="auto">
          <a:xfrm>
            <a:off x="6210300" y="2311400"/>
            <a:ext cx="2546350"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9899A652-52BA-08AA-2A9C-37863A123B6A}"/>
              </a:ext>
            </a:extLst>
          </p:cNvPr>
          <p:cNvSpPr txBox="1"/>
          <p:nvPr/>
        </p:nvSpPr>
        <p:spPr>
          <a:xfrm>
            <a:off x="641350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Observe</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9353A8EF-024C-5079-9CE2-ABF865417A61}"/>
              </a:ext>
            </a:extLst>
          </p:cNvPr>
          <p:cNvSpPr txBox="1"/>
          <p:nvPr/>
        </p:nvSpPr>
        <p:spPr>
          <a:xfrm>
            <a:off x="641350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Traces, metrics, safety signals, feedback, cost, and latency.</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FFB27FA4-605E-666E-FD75-C2398620EA98}"/>
              </a:ext>
            </a:extLst>
          </p:cNvPr>
          <p:cNvSpPr/>
          <p:nvPr/>
        </p:nvSpPr>
        <p:spPr bwMode="auto">
          <a:xfrm>
            <a:off x="8985250" y="2006600"/>
            <a:ext cx="2546350" cy="22860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56221FA3-47F0-1283-ACE4-827D206849C1}"/>
              </a:ext>
            </a:extLst>
          </p:cNvPr>
          <p:cNvSpPr/>
          <p:nvPr/>
        </p:nvSpPr>
        <p:spPr bwMode="auto">
          <a:xfrm>
            <a:off x="8985250" y="2006600"/>
            <a:ext cx="2546350"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Rectangle 23">
            <a:extLst>
              <a:ext uri="{FF2B5EF4-FFF2-40B4-BE49-F238E27FC236}">
                <a16:creationId xmlns:a16="http://schemas.microsoft.com/office/drawing/2014/main" id="{07006E02-049B-1DF6-DBB2-D915513C240B}"/>
              </a:ext>
            </a:extLst>
          </p:cNvPr>
          <p:cNvSpPr/>
          <p:nvPr/>
        </p:nvSpPr>
        <p:spPr bwMode="auto">
          <a:xfrm>
            <a:off x="8985250" y="2311400"/>
            <a:ext cx="2546350"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5" name="TextBox 24">
            <a:extLst>
              <a:ext uri="{FF2B5EF4-FFF2-40B4-BE49-F238E27FC236}">
                <a16:creationId xmlns:a16="http://schemas.microsoft.com/office/drawing/2014/main" id="{11259B47-EE14-7E14-20C6-EA51E21E8AF2}"/>
              </a:ext>
            </a:extLst>
          </p:cNvPr>
          <p:cNvSpPr txBox="1"/>
          <p:nvPr/>
        </p:nvSpPr>
        <p:spPr>
          <a:xfrm>
            <a:off x="918845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Operate</a:t>
            </a:r>
            <a:endParaRPr lang="en-US" sz="1600" b="1" dirty="0" err="1">
              <a:solidFill>
                <a:srgbClr val="FFFFFF"/>
              </a:solidFill>
              <a:latin typeface="Segoe UI" panose="020B0502040204020203" pitchFamily="34" charset="0"/>
            </a:endParaRPr>
          </a:p>
        </p:txBody>
      </p:sp>
      <p:sp>
        <p:nvSpPr>
          <p:cNvPr id="26" name="TextBox 25">
            <a:extLst>
              <a:ext uri="{FF2B5EF4-FFF2-40B4-BE49-F238E27FC236}">
                <a16:creationId xmlns:a16="http://schemas.microsoft.com/office/drawing/2014/main" id="{CAA051EA-B2D2-95E4-ECBC-2EFF350A3756}"/>
              </a:ext>
            </a:extLst>
          </p:cNvPr>
          <p:cNvSpPr txBox="1"/>
          <p:nvPr/>
        </p:nvSpPr>
        <p:spPr>
          <a:xfrm>
            <a:off x="918845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Incidents, runbooks, model lifecycle, cost, capacity, and improvement.</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358107304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D10E522-D60E-2C91-28B6-930F327C1EF4}"/>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4890D0F7-0265-3FEC-C779-D6ADC01D705B}"/>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10</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4CB74D9D-7A3A-1566-9DBD-A6B69239EB87}"/>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5E8E0627-B6F9-955F-D220-1ECF177B4AC1}"/>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AgentOps maturity model</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96D1DB65-3F2C-FC2E-320A-B003E24E5157}"/>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Start by moving one production-candidate agent up one level.</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CAD54290-C0AF-D61D-B944-550F0A14BDD1}"/>
              </a:ext>
            </a:extLst>
          </p:cNvPr>
          <p:cNvSpPr/>
          <p:nvPr/>
        </p:nvSpPr>
        <p:spPr bwMode="auto">
          <a:xfrm>
            <a:off x="660400" y="2146300"/>
            <a:ext cx="2317750" cy="2032000"/>
          </a:xfrm>
          <a:prstGeom prst="roundRect">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C550204B-6D54-F2D5-8ADA-59F8B928B1BE}"/>
              </a:ext>
            </a:extLst>
          </p:cNvPr>
          <p:cNvSpPr txBox="1"/>
          <p:nvPr/>
        </p:nvSpPr>
        <p:spPr>
          <a:xfrm>
            <a:off x="81280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Initial</a:t>
            </a:r>
            <a:endParaRPr lang="en-US" sz="17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7A0BBA8F-121B-B6D6-ED5F-2947E8DE9426}"/>
              </a:ext>
            </a:extLst>
          </p:cNvPr>
          <p:cNvSpPr txBox="1"/>
          <p:nvPr/>
        </p:nvSpPr>
        <p:spPr>
          <a:xfrm>
            <a:off x="81280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Ad hoc demos and scattered logs</a:t>
            </a:r>
            <a:endParaRPr lang="en-US" sz="1400" dirty="0" err="1">
              <a:solidFill>
                <a:srgbClr val="FFFFFF"/>
              </a:solidFill>
              <a:latin typeface="Segoe UI" panose="020B0502040204020203" pitchFamily="34" charset="0"/>
            </a:endParaRPr>
          </a:p>
        </p:txBody>
      </p:sp>
      <p:sp>
        <p:nvSpPr>
          <p:cNvPr id="10" name="Arrow: Right 9">
            <a:extLst>
              <a:ext uri="{FF2B5EF4-FFF2-40B4-BE49-F238E27FC236}">
                <a16:creationId xmlns:a16="http://schemas.microsoft.com/office/drawing/2014/main" id="{CFB0C794-1D65-0395-6857-D63AC5B572AE}"/>
              </a:ext>
            </a:extLst>
          </p:cNvPr>
          <p:cNvSpPr/>
          <p:nvPr/>
        </p:nvSpPr>
        <p:spPr bwMode="auto">
          <a:xfrm>
            <a:off x="306705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Rectangle: Rounded Corners 10">
            <a:extLst>
              <a:ext uri="{FF2B5EF4-FFF2-40B4-BE49-F238E27FC236}">
                <a16:creationId xmlns:a16="http://schemas.microsoft.com/office/drawing/2014/main" id="{F4965F3B-510C-7775-4A30-AEF78FA556DD}"/>
              </a:ext>
            </a:extLst>
          </p:cNvPr>
          <p:cNvSpPr/>
          <p:nvPr/>
        </p:nvSpPr>
        <p:spPr bwMode="auto">
          <a:xfrm>
            <a:off x="3511550" y="2146300"/>
            <a:ext cx="2317750" cy="2032000"/>
          </a:xfrm>
          <a:prstGeom prst="roundRect">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441E014F-84C9-38EB-6573-3070B29834D2}"/>
              </a:ext>
            </a:extLst>
          </p:cNvPr>
          <p:cNvSpPr txBox="1"/>
          <p:nvPr/>
        </p:nvSpPr>
        <p:spPr>
          <a:xfrm>
            <a:off x="366395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Defined</a:t>
            </a:r>
            <a:endParaRPr lang="en-US" sz="1700" b="1" dirty="0" err="1">
              <a:solidFill>
                <a:srgbClr val="FFFFFF"/>
              </a:solidFill>
              <a:latin typeface="Segoe UI" panose="020B0502040204020203" pitchFamily="34" charset="0"/>
            </a:endParaRPr>
          </a:p>
        </p:txBody>
      </p:sp>
      <p:sp>
        <p:nvSpPr>
          <p:cNvPr id="13" name="TextBox 12">
            <a:extLst>
              <a:ext uri="{FF2B5EF4-FFF2-40B4-BE49-F238E27FC236}">
                <a16:creationId xmlns:a16="http://schemas.microsoft.com/office/drawing/2014/main" id="{26A97658-212E-C61F-34D6-D4D2BAA57A26}"/>
              </a:ext>
            </a:extLst>
          </p:cNvPr>
          <p:cNvSpPr txBox="1"/>
          <p:nvPr/>
        </p:nvSpPr>
        <p:spPr>
          <a:xfrm>
            <a:off x="366395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Versioned assets and evaluation datasets</a:t>
            </a:r>
            <a:endParaRPr lang="en-US" sz="1400" dirty="0" err="1">
              <a:solidFill>
                <a:srgbClr val="FFFFFF"/>
              </a:solidFill>
              <a:latin typeface="Segoe UI" panose="020B0502040204020203" pitchFamily="34" charset="0"/>
            </a:endParaRPr>
          </a:p>
        </p:txBody>
      </p:sp>
      <p:sp>
        <p:nvSpPr>
          <p:cNvPr id="14" name="Arrow: Right 13">
            <a:extLst>
              <a:ext uri="{FF2B5EF4-FFF2-40B4-BE49-F238E27FC236}">
                <a16:creationId xmlns:a16="http://schemas.microsoft.com/office/drawing/2014/main" id="{73D20338-3E86-790C-3CE3-14BA9F99F2BE}"/>
              </a:ext>
            </a:extLst>
          </p:cNvPr>
          <p:cNvSpPr/>
          <p:nvPr/>
        </p:nvSpPr>
        <p:spPr bwMode="auto">
          <a:xfrm>
            <a:off x="591820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Rectangle: Rounded Corners 14">
            <a:extLst>
              <a:ext uri="{FF2B5EF4-FFF2-40B4-BE49-F238E27FC236}">
                <a16:creationId xmlns:a16="http://schemas.microsoft.com/office/drawing/2014/main" id="{D738303C-4BCD-F33B-E25B-4B9FB554D760}"/>
              </a:ext>
            </a:extLst>
          </p:cNvPr>
          <p:cNvSpPr/>
          <p:nvPr/>
        </p:nvSpPr>
        <p:spPr bwMode="auto">
          <a:xfrm>
            <a:off x="6362700" y="2146300"/>
            <a:ext cx="2317750" cy="2032000"/>
          </a:xfrm>
          <a:prstGeom prst="roundRect">
            <a:avLst/>
          </a:prstGeom>
          <a:solidFill>
            <a:srgbClr val="D83B0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6" name="TextBox 15">
            <a:extLst>
              <a:ext uri="{FF2B5EF4-FFF2-40B4-BE49-F238E27FC236}">
                <a16:creationId xmlns:a16="http://schemas.microsoft.com/office/drawing/2014/main" id="{411AC31E-E98E-0099-D346-43146348D254}"/>
              </a:ext>
            </a:extLst>
          </p:cNvPr>
          <p:cNvSpPr txBox="1"/>
          <p:nvPr/>
        </p:nvSpPr>
        <p:spPr>
          <a:xfrm>
            <a:off x="651510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Managed</a:t>
            </a:r>
            <a:endParaRPr lang="en-US" sz="1700" b="1" dirty="0" err="1">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91B842B3-B0DA-9840-BA41-64F2C92B02C0}"/>
              </a:ext>
            </a:extLst>
          </p:cNvPr>
          <p:cNvSpPr txBox="1"/>
          <p:nvPr/>
        </p:nvSpPr>
        <p:spPr>
          <a:xfrm>
            <a:off x="651510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Quality gates, continuous evaluation, and runbooks</a:t>
            </a:r>
            <a:endParaRPr lang="en-US" sz="1400" dirty="0" err="1">
              <a:solidFill>
                <a:srgbClr val="FFFFFF"/>
              </a:solidFill>
              <a:latin typeface="Segoe UI" panose="020B0502040204020203" pitchFamily="34" charset="0"/>
            </a:endParaRPr>
          </a:p>
        </p:txBody>
      </p:sp>
      <p:sp>
        <p:nvSpPr>
          <p:cNvPr id="18" name="Arrow: Right 17">
            <a:extLst>
              <a:ext uri="{FF2B5EF4-FFF2-40B4-BE49-F238E27FC236}">
                <a16:creationId xmlns:a16="http://schemas.microsoft.com/office/drawing/2014/main" id="{DADF2639-6C4D-7275-2FD0-4E3D9354CB5F}"/>
              </a:ext>
            </a:extLst>
          </p:cNvPr>
          <p:cNvSpPr/>
          <p:nvPr/>
        </p:nvSpPr>
        <p:spPr bwMode="auto">
          <a:xfrm>
            <a:off x="876935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Rounded Corners 18">
            <a:extLst>
              <a:ext uri="{FF2B5EF4-FFF2-40B4-BE49-F238E27FC236}">
                <a16:creationId xmlns:a16="http://schemas.microsoft.com/office/drawing/2014/main" id="{2025157D-F83B-9886-42FD-ED1AA23B8F88}"/>
              </a:ext>
            </a:extLst>
          </p:cNvPr>
          <p:cNvSpPr/>
          <p:nvPr/>
        </p:nvSpPr>
        <p:spPr bwMode="auto">
          <a:xfrm>
            <a:off x="9213850" y="2146300"/>
            <a:ext cx="2317750" cy="2032000"/>
          </a:xfrm>
          <a:prstGeom prst="roundRect">
            <a:avLst/>
          </a:prstGeom>
          <a:solidFill>
            <a:srgbClr val="5C2D9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A198D262-E9ED-A696-24D9-32A92DA38294}"/>
              </a:ext>
            </a:extLst>
          </p:cNvPr>
          <p:cNvSpPr txBox="1"/>
          <p:nvPr/>
        </p:nvSpPr>
        <p:spPr>
          <a:xfrm>
            <a:off x="9366250" y="2451100"/>
            <a:ext cx="201295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Optimized</a:t>
            </a:r>
            <a:endParaRPr lang="en-US" sz="17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C5DDDAE1-FFC8-6024-A894-12BECD30449F}"/>
              </a:ext>
            </a:extLst>
          </p:cNvPr>
          <p:cNvSpPr txBox="1"/>
          <p:nvPr/>
        </p:nvSpPr>
        <p:spPr>
          <a:xfrm>
            <a:off x="9366250" y="2933700"/>
            <a:ext cx="201295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Drift and cost guardrails, canary, and feedback loop</a:t>
            </a:r>
            <a:endParaRPr lang="en-US" sz="1400"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3700672035"/>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09C72FBE-4E3B-7DF2-4E34-F3FFF90C2BB8}"/>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B5505B20-609F-E339-A7CF-E903C7159326}"/>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11</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B560E4A9-2971-36C9-E4AF-BC3F0ACFB771}"/>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DAA4B7C4-389D-846C-B3E3-C46B47FFE21E}"/>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AgentOps reference architecture</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74EF23DB-42FF-1A5D-9D71-E8040956EBA3}"/>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The inner loop creates evidence; the outer loop promotes and operates the agent.</a:t>
            </a:r>
            <a:endParaRPr lang="en-US" sz="1400" dirty="0" err="1">
              <a:solidFill>
                <a:srgbClr val="777777"/>
              </a:solidFill>
              <a:latin typeface="Segoe UI" panose="020B0502040204020203" pitchFamily="34" charset="0"/>
            </a:endParaRPr>
          </a:p>
        </p:txBody>
      </p:sp>
      <p:pic>
        <p:nvPicPr>
          <p:cNvPr id="8" name="Picture 7">
            <a:extLst>
              <a:ext uri="{FF2B5EF4-FFF2-40B4-BE49-F238E27FC236}">
                <a16:creationId xmlns:a16="http://schemas.microsoft.com/office/drawing/2014/main" id="{31A1C093-EC16-3899-CEEF-9233C28E4C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9000" y="1511300"/>
            <a:ext cx="10414000" cy="4813300"/>
          </a:xfrm>
          <a:prstGeom prst="rect">
            <a:avLst/>
          </a:prstGeom>
        </p:spPr>
      </p:pic>
    </p:spTree>
    <p:extLst>
      <p:ext uri="{BB962C8B-B14F-4D97-AF65-F5344CB8AC3E}">
        <p14:creationId xmlns:p14="http://schemas.microsoft.com/office/powerpoint/2010/main" val="1645507736"/>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D3FD1A2-3B16-673C-D115-E7D7D214DC72}"/>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656DA669-0DBD-1191-2337-187E8E9C0F43}"/>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12</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TextBox 3">
            <a:extLst>
              <a:ext uri="{FF2B5EF4-FFF2-40B4-BE49-F238E27FC236}">
                <a16:creationId xmlns:a16="http://schemas.microsoft.com/office/drawing/2014/main" id="{621BBB16-B7FF-410E-B1D8-EC07F672DC46}"/>
              </a:ext>
            </a:extLst>
          </p:cNvPr>
          <p:cNvSpPr txBox="1"/>
          <p:nvPr/>
        </p:nvSpPr>
        <p:spPr>
          <a:xfrm>
            <a:off x="660400" y="2616200"/>
            <a:ext cx="10871200" cy="307777"/>
          </a:xfrm>
          <a:prstGeom prst="rect">
            <a:avLst/>
          </a:prstGeom>
          <a:noFill/>
        </p:spPr>
        <p:txBody>
          <a:bodyPr vert="horz" wrap="square" lIns="0" tIns="0" rIns="0" bIns="0" rtlCol="0">
            <a:noAutofit/>
          </a:bodyPr>
          <a:lstStyle/>
          <a:p>
            <a:r>
              <a:rPr lang="en-US" sz="3100">
                <a:solidFill>
                  <a:srgbClr val="FFFFFF"/>
                </a:solidFill>
                <a:latin typeface="Segoe UI" panose="020B0502040204020203" pitchFamily="34" charset="0"/>
              </a:rPr>
              <a:t>Observe</a:t>
            </a:r>
            <a:endParaRPr lang="en-US" sz="3100" dirty="0" err="1">
              <a:solidFill>
                <a:srgbClr val="FFFFFF"/>
              </a:solidFill>
              <a:latin typeface="Segoe UI" panose="020B0502040204020203" pitchFamily="34" charset="0"/>
            </a:endParaRPr>
          </a:p>
        </p:txBody>
      </p:sp>
      <p:sp>
        <p:nvSpPr>
          <p:cNvPr id="5" name="TextBox 4">
            <a:extLst>
              <a:ext uri="{FF2B5EF4-FFF2-40B4-BE49-F238E27FC236}">
                <a16:creationId xmlns:a16="http://schemas.microsoft.com/office/drawing/2014/main" id="{09F36B0B-DA87-F37A-09AA-596EE10FBFB3}"/>
              </a:ext>
            </a:extLst>
          </p:cNvPr>
          <p:cNvSpPr txBox="1"/>
          <p:nvPr/>
        </p:nvSpPr>
        <p:spPr>
          <a:xfrm>
            <a:off x="660400" y="3403600"/>
            <a:ext cx="10871200" cy="307777"/>
          </a:xfrm>
          <a:prstGeom prst="rect">
            <a:avLst/>
          </a:prstGeom>
          <a:noFill/>
        </p:spPr>
        <p:txBody>
          <a:bodyPr vert="horz" wrap="square" lIns="0" tIns="0" rIns="0" bIns="0" rtlCol="0">
            <a:noAutofit/>
          </a:bodyPr>
          <a:lstStyle/>
          <a:p>
            <a:r>
              <a:rPr lang="en-US" sz="1400">
                <a:solidFill>
                  <a:srgbClr val="F0E4D6"/>
                </a:solidFill>
                <a:latin typeface="Segoe UI" panose="020B0502040204020203" pitchFamily="34" charset="0"/>
              </a:rPr>
              <a:t>Traces, correlation, and the closed loop</a:t>
            </a:r>
            <a:endParaRPr lang="en-US" sz="1400" dirty="0" err="1">
              <a:solidFill>
                <a:srgbClr val="F0E4D6"/>
              </a:solidFill>
              <a:latin typeface="Segoe UI" panose="020B0502040204020203" pitchFamily="34" charset="0"/>
            </a:endParaRPr>
          </a:p>
        </p:txBody>
      </p:sp>
      <p:sp>
        <p:nvSpPr>
          <p:cNvPr id="6" name="Rectangle 5">
            <a:extLst>
              <a:ext uri="{FF2B5EF4-FFF2-40B4-BE49-F238E27FC236}">
                <a16:creationId xmlns:a16="http://schemas.microsoft.com/office/drawing/2014/main" id="{EB6F839D-A588-5614-9BEC-C56E661EF2FB}"/>
              </a:ext>
            </a:extLst>
          </p:cNvPr>
          <p:cNvSpPr/>
          <p:nvPr/>
        </p:nvSpPr>
        <p:spPr bwMode="auto">
          <a:xfrm>
            <a:off x="660400" y="5943600"/>
            <a:ext cx="10871200" cy="12700"/>
          </a:xfrm>
          <a:prstGeom prst="rect">
            <a:avLst/>
          </a:prstGeom>
          <a:solidFill>
            <a:srgbClr val="777777"/>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3709592233"/>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034DE6B-0B3D-3156-538E-8F87C549F9FF}"/>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D0197B58-E0C2-CE26-FA06-91AC04C50CCF}"/>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13</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F676ACA9-CE25-3E2D-ABA0-53424C440ED3}"/>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E6315119-904A-BC5E-C564-99F848FCF811}"/>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Observability for agents is more than monitoring</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80DC6907-52BC-2FB9-046E-9BB785F2FFE9}"/>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The unit of understanding is the decision trace, not only the endpoint status.</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F1F48B3E-6083-4CEC-3D32-8ED635A5D8B7}"/>
              </a:ext>
            </a:extLst>
          </p:cNvPr>
          <p:cNvSpPr/>
          <p:nvPr/>
        </p:nvSpPr>
        <p:spPr bwMode="auto">
          <a:xfrm>
            <a:off x="660400" y="2006600"/>
            <a:ext cx="3471333" cy="22860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6E645974-AEF6-A9DE-F6D2-F70A68DCAA64}"/>
              </a:ext>
            </a:extLst>
          </p:cNvPr>
          <p:cNvSpPr/>
          <p:nvPr/>
        </p:nvSpPr>
        <p:spPr bwMode="auto">
          <a:xfrm>
            <a:off x="660400" y="20066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13173631-04DD-000B-8429-C7DA4443C840}"/>
              </a:ext>
            </a:extLst>
          </p:cNvPr>
          <p:cNvSpPr/>
          <p:nvPr/>
        </p:nvSpPr>
        <p:spPr bwMode="auto">
          <a:xfrm>
            <a:off x="660400" y="23114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7B19B1AC-622C-9891-FBF9-45AAF3A5077A}"/>
              </a:ext>
            </a:extLst>
          </p:cNvPr>
          <p:cNvSpPr txBox="1"/>
          <p:nvPr/>
        </p:nvSpPr>
        <p:spPr>
          <a:xfrm>
            <a:off x="863600"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Tracing</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D5A27C95-A745-CC23-7507-8D8B5A63D011}"/>
              </a:ext>
            </a:extLst>
          </p:cNvPr>
          <p:cNvSpPr txBox="1"/>
          <p:nvPr/>
        </p:nvSpPr>
        <p:spPr>
          <a:xfrm>
            <a:off x="863600"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Prompt, plan, model calls, retrieval, tool calls, and safety events.</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7432DFCB-4E4B-B354-1918-F60D156A8B49}"/>
              </a:ext>
            </a:extLst>
          </p:cNvPr>
          <p:cNvSpPr/>
          <p:nvPr/>
        </p:nvSpPr>
        <p:spPr bwMode="auto">
          <a:xfrm>
            <a:off x="4360333" y="2006600"/>
            <a:ext cx="3471334" cy="22860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B3984431-8D10-12E0-B2E5-81D0616A9428}"/>
              </a:ext>
            </a:extLst>
          </p:cNvPr>
          <p:cNvSpPr/>
          <p:nvPr/>
        </p:nvSpPr>
        <p:spPr bwMode="auto">
          <a:xfrm>
            <a:off x="4360333" y="2006600"/>
            <a:ext cx="3471334"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D362810E-444F-51E6-2485-4B4189F18621}"/>
              </a:ext>
            </a:extLst>
          </p:cNvPr>
          <p:cNvSpPr/>
          <p:nvPr/>
        </p:nvSpPr>
        <p:spPr bwMode="auto">
          <a:xfrm>
            <a:off x="4360333" y="2311400"/>
            <a:ext cx="3471334"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53D17B30-8F33-5E5A-9A9B-20CCADFD5977}"/>
              </a:ext>
            </a:extLst>
          </p:cNvPr>
          <p:cNvSpPr txBox="1"/>
          <p:nvPr/>
        </p:nvSpPr>
        <p:spPr>
          <a:xfrm>
            <a:off x="4563533"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Monitoring</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A3DB766C-D7E8-C8FA-0315-AAEFA3FD09BA}"/>
              </a:ext>
            </a:extLst>
          </p:cNvPr>
          <p:cNvSpPr txBox="1"/>
          <p:nvPr/>
        </p:nvSpPr>
        <p:spPr>
          <a:xfrm>
            <a:off x="4563533"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Latency, availability, errors, token cost, tool health, and user feedback.</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44E3A8B2-8866-6A20-091F-CE2BFE79E8BB}"/>
              </a:ext>
            </a:extLst>
          </p:cNvPr>
          <p:cNvSpPr/>
          <p:nvPr/>
        </p:nvSpPr>
        <p:spPr bwMode="auto">
          <a:xfrm>
            <a:off x="8060267" y="2006600"/>
            <a:ext cx="3471333" cy="22860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F00B7432-6D32-FD62-E42F-0141239315B3}"/>
              </a:ext>
            </a:extLst>
          </p:cNvPr>
          <p:cNvSpPr/>
          <p:nvPr/>
        </p:nvSpPr>
        <p:spPr bwMode="auto">
          <a:xfrm>
            <a:off x="8060267" y="2006600"/>
            <a:ext cx="3471333"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48D901C3-5A2B-82CC-671C-8AB044324314}"/>
              </a:ext>
            </a:extLst>
          </p:cNvPr>
          <p:cNvSpPr/>
          <p:nvPr/>
        </p:nvSpPr>
        <p:spPr bwMode="auto">
          <a:xfrm>
            <a:off x="8060267" y="2311400"/>
            <a:ext cx="3471333"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054F9023-BAC0-8B01-A086-44DCF712AECC}"/>
              </a:ext>
            </a:extLst>
          </p:cNvPr>
          <p:cNvSpPr txBox="1"/>
          <p:nvPr/>
        </p:nvSpPr>
        <p:spPr>
          <a:xfrm>
            <a:off x="8263467" y="21717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Continuous evaluation</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FE20E0EC-1A83-D0CA-6700-13C1026CDC83}"/>
              </a:ext>
            </a:extLst>
          </p:cNvPr>
          <p:cNvSpPr txBox="1"/>
          <p:nvPr/>
        </p:nvSpPr>
        <p:spPr>
          <a:xfrm>
            <a:off x="8263467" y="28067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Production quality signals compared with the release baseline.</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2146594280"/>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C1B59BA-720B-4327-0604-43F7BFD29DD5}"/>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C052367B-150D-AB62-3C23-BDA1C2462160}"/>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14</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24A1B5D0-BC7A-9E9C-3A81-7730AF4953E0}"/>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3A3EA523-FEDC-DA22-86B7-0C1A27B86D57}"/>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Signals and correlation</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C01167E0-93C1-FEE0-35E8-8EF825D2B822}"/>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Disconnected dashboards become operational evidence when every signal shares the same identifiers.</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C8F58976-C3AF-7ABB-D1A7-2714850D6D81}"/>
              </a:ext>
            </a:extLst>
          </p:cNvPr>
          <p:cNvSpPr/>
          <p:nvPr/>
        </p:nvSpPr>
        <p:spPr bwMode="auto">
          <a:xfrm>
            <a:off x="660400" y="1549400"/>
            <a:ext cx="3471333" cy="17145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04FAAEE8-9406-9358-C555-8F28E1EC66E9}"/>
              </a:ext>
            </a:extLst>
          </p:cNvPr>
          <p:cNvSpPr/>
          <p:nvPr/>
        </p:nvSpPr>
        <p:spPr bwMode="auto">
          <a:xfrm>
            <a:off x="660400" y="1549400"/>
            <a:ext cx="3471333"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D810D52E-ACD8-6A66-81F9-2E147ECF1964}"/>
              </a:ext>
            </a:extLst>
          </p:cNvPr>
          <p:cNvSpPr/>
          <p:nvPr/>
        </p:nvSpPr>
        <p:spPr bwMode="auto">
          <a:xfrm>
            <a:off x="660400" y="1854200"/>
            <a:ext cx="3471333"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27B9C53E-9C37-EF97-B5A9-1F7220BFAE2B}"/>
              </a:ext>
            </a:extLst>
          </p:cNvPr>
          <p:cNvSpPr txBox="1"/>
          <p:nvPr/>
        </p:nvSpPr>
        <p:spPr>
          <a:xfrm>
            <a:off x="863600"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Trace ID</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3EFA99D6-51F6-6B82-AB2B-8040C5210EF1}"/>
              </a:ext>
            </a:extLst>
          </p:cNvPr>
          <p:cNvSpPr txBox="1"/>
          <p:nvPr/>
        </p:nvSpPr>
        <p:spPr>
          <a:xfrm>
            <a:off x="863600"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Connect the full agent journey and all child spans.</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8B726BCB-F736-9028-A689-27C59FFCF524}"/>
              </a:ext>
            </a:extLst>
          </p:cNvPr>
          <p:cNvSpPr/>
          <p:nvPr/>
        </p:nvSpPr>
        <p:spPr bwMode="auto">
          <a:xfrm>
            <a:off x="4360333" y="1549400"/>
            <a:ext cx="3471334" cy="17145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70FEA43B-DF17-1F93-4A4C-65AFC168D226}"/>
              </a:ext>
            </a:extLst>
          </p:cNvPr>
          <p:cNvSpPr/>
          <p:nvPr/>
        </p:nvSpPr>
        <p:spPr bwMode="auto">
          <a:xfrm>
            <a:off x="4360333" y="1549400"/>
            <a:ext cx="3471334"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EA2E91D9-2C17-3964-0D78-5A2DB3113A8B}"/>
              </a:ext>
            </a:extLst>
          </p:cNvPr>
          <p:cNvSpPr/>
          <p:nvPr/>
        </p:nvSpPr>
        <p:spPr bwMode="auto">
          <a:xfrm>
            <a:off x="4360333" y="1854200"/>
            <a:ext cx="3471334"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40BD2F48-EA95-6603-3BE8-02BE5C5AB966}"/>
              </a:ext>
            </a:extLst>
          </p:cNvPr>
          <p:cNvSpPr txBox="1"/>
          <p:nvPr/>
        </p:nvSpPr>
        <p:spPr>
          <a:xfrm>
            <a:off x="4563533"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Session ID</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898CD72B-DCE3-A3C8-08FA-1CC63C10B498}"/>
              </a:ext>
            </a:extLst>
          </p:cNvPr>
          <p:cNvSpPr txBox="1"/>
          <p:nvPr/>
        </p:nvSpPr>
        <p:spPr>
          <a:xfrm>
            <a:off x="4563533"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Group related user interactions and memory context.</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8B95D6E6-2C9D-6E86-11B8-0A3B7094083D}"/>
              </a:ext>
            </a:extLst>
          </p:cNvPr>
          <p:cNvSpPr/>
          <p:nvPr/>
        </p:nvSpPr>
        <p:spPr bwMode="auto">
          <a:xfrm>
            <a:off x="8060267" y="1549400"/>
            <a:ext cx="3471333" cy="17145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EF0B136C-1505-1070-2DA7-5BF97ADAB6CB}"/>
              </a:ext>
            </a:extLst>
          </p:cNvPr>
          <p:cNvSpPr/>
          <p:nvPr/>
        </p:nvSpPr>
        <p:spPr bwMode="auto">
          <a:xfrm>
            <a:off x="8060267" y="1549400"/>
            <a:ext cx="3471333"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83D5790E-A8C5-4946-8730-91C8E34B1AD9}"/>
              </a:ext>
            </a:extLst>
          </p:cNvPr>
          <p:cNvSpPr/>
          <p:nvPr/>
        </p:nvSpPr>
        <p:spPr bwMode="auto">
          <a:xfrm>
            <a:off x="8060267" y="1854200"/>
            <a:ext cx="3471333"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785D7943-8015-7AFF-5840-AE9F217C93B4}"/>
              </a:ext>
            </a:extLst>
          </p:cNvPr>
          <p:cNvSpPr txBox="1"/>
          <p:nvPr/>
        </p:nvSpPr>
        <p:spPr>
          <a:xfrm>
            <a:off x="8263467" y="17145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Agent version</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D1CBB9F4-D8AB-FC10-8797-75CFE286B8F7}"/>
              </a:ext>
            </a:extLst>
          </p:cNvPr>
          <p:cNvSpPr txBox="1"/>
          <p:nvPr/>
        </p:nvSpPr>
        <p:spPr>
          <a:xfrm>
            <a:off x="8263467" y="23495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Identify the exact prompt, model, tool, and configuration candidate.</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2955E8D3-4CF4-4A09-FF0C-4567A105D9D4}"/>
              </a:ext>
            </a:extLst>
          </p:cNvPr>
          <p:cNvSpPr/>
          <p:nvPr/>
        </p:nvSpPr>
        <p:spPr bwMode="auto">
          <a:xfrm>
            <a:off x="660400" y="3517900"/>
            <a:ext cx="3471333" cy="17145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F7C38B4E-AF05-BFF3-933C-529C583C413C}"/>
              </a:ext>
            </a:extLst>
          </p:cNvPr>
          <p:cNvSpPr/>
          <p:nvPr/>
        </p:nvSpPr>
        <p:spPr bwMode="auto">
          <a:xfrm>
            <a:off x="660400" y="3517900"/>
            <a:ext cx="3471333"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Rectangle 23">
            <a:extLst>
              <a:ext uri="{FF2B5EF4-FFF2-40B4-BE49-F238E27FC236}">
                <a16:creationId xmlns:a16="http://schemas.microsoft.com/office/drawing/2014/main" id="{2AF788A1-056B-C36C-687D-CDDF6C85EAB5}"/>
              </a:ext>
            </a:extLst>
          </p:cNvPr>
          <p:cNvSpPr/>
          <p:nvPr/>
        </p:nvSpPr>
        <p:spPr bwMode="auto">
          <a:xfrm>
            <a:off x="660400" y="3822700"/>
            <a:ext cx="3471333"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5" name="TextBox 24">
            <a:extLst>
              <a:ext uri="{FF2B5EF4-FFF2-40B4-BE49-F238E27FC236}">
                <a16:creationId xmlns:a16="http://schemas.microsoft.com/office/drawing/2014/main" id="{1F7083DC-206F-3485-9B3A-62A7B280CB5B}"/>
              </a:ext>
            </a:extLst>
          </p:cNvPr>
          <p:cNvSpPr txBox="1"/>
          <p:nvPr/>
        </p:nvSpPr>
        <p:spPr>
          <a:xfrm>
            <a:off x="863600"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Deployment</a:t>
            </a:r>
            <a:endParaRPr lang="en-US" sz="1600" b="1" dirty="0" err="1">
              <a:solidFill>
                <a:srgbClr val="FFFFFF"/>
              </a:solidFill>
              <a:latin typeface="Segoe UI" panose="020B0502040204020203" pitchFamily="34" charset="0"/>
            </a:endParaRPr>
          </a:p>
        </p:txBody>
      </p:sp>
      <p:sp>
        <p:nvSpPr>
          <p:cNvPr id="26" name="TextBox 25">
            <a:extLst>
              <a:ext uri="{FF2B5EF4-FFF2-40B4-BE49-F238E27FC236}">
                <a16:creationId xmlns:a16="http://schemas.microsoft.com/office/drawing/2014/main" id="{D8791BC5-8A34-1493-5703-6C77EEBFBE6D}"/>
              </a:ext>
            </a:extLst>
          </p:cNvPr>
          <p:cNvSpPr txBox="1"/>
          <p:nvPr/>
        </p:nvSpPr>
        <p:spPr>
          <a:xfrm>
            <a:off x="863600"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Connect behavior to environment, region, and rollout stage.</a:t>
            </a:r>
            <a:endParaRPr lang="en-US" sz="1400" dirty="0" err="1">
              <a:solidFill>
                <a:srgbClr val="303132"/>
              </a:solidFill>
              <a:latin typeface="Segoe UI" panose="020B0502040204020203" pitchFamily="34" charset="0"/>
            </a:endParaRPr>
          </a:p>
        </p:txBody>
      </p:sp>
      <p:sp>
        <p:nvSpPr>
          <p:cNvPr id="27" name="Rectangle: Rounded Corners 26">
            <a:extLst>
              <a:ext uri="{FF2B5EF4-FFF2-40B4-BE49-F238E27FC236}">
                <a16:creationId xmlns:a16="http://schemas.microsoft.com/office/drawing/2014/main" id="{1A9E844C-24AF-1B89-863D-DA37278889C1}"/>
              </a:ext>
            </a:extLst>
          </p:cNvPr>
          <p:cNvSpPr/>
          <p:nvPr/>
        </p:nvSpPr>
        <p:spPr bwMode="auto">
          <a:xfrm>
            <a:off x="4360333" y="3517900"/>
            <a:ext cx="3471334" cy="1714500"/>
          </a:xfrm>
          <a:prstGeom prst="roundRect">
            <a:avLst/>
          </a:prstGeom>
          <a:solidFill>
            <a:srgbClr val="F5F5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8" name="Rectangle: Rounded Corners 27">
            <a:extLst>
              <a:ext uri="{FF2B5EF4-FFF2-40B4-BE49-F238E27FC236}">
                <a16:creationId xmlns:a16="http://schemas.microsoft.com/office/drawing/2014/main" id="{98B52137-BDDF-3F3A-B221-E8E76483C51C}"/>
              </a:ext>
            </a:extLst>
          </p:cNvPr>
          <p:cNvSpPr/>
          <p:nvPr/>
        </p:nvSpPr>
        <p:spPr bwMode="auto">
          <a:xfrm>
            <a:off x="4360333" y="3517900"/>
            <a:ext cx="3471334" cy="609600"/>
          </a:xfrm>
          <a:prstGeom prst="round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9" name="Rectangle 28">
            <a:extLst>
              <a:ext uri="{FF2B5EF4-FFF2-40B4-BE49-F238E27FC236}">
                <a16:creationId xmlns:a16="http://schemas.microsoft.com/office/drawing/2014/main" id="{C90A77EC-3AAC-F4F1-041A-ADEBE6F6EE52}"/>
              </a:ext>
            </a:extLst>
          </p:cNvPr>
          <p:cNvSpPr/>
          <p:nvPr/>
        </p:nvSpPr>
        <p:spPr bwMode="auto">
          <a:xfrm>
            <a:off x="4360333" y="3822700"/>
            <a:ext cx="3471334" cy="304800"/>
          </a:xfrm>
          <a:prstGeom prst="rect">
            <a:avLst/>
          </a:prstGeom>
          <a:solidFill>
            <a:srgbClr val="243A5E"/>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0" name="TextBox 29">
            <a:extLst>
              <a:ext uri="{FF2B5EF4-FFF2-40B4-BE49-F238E27FC236}">
                <a16:creationId xmlns:a16="http://schemas.microsoft.com/office/drawing/2014/main" id="{1258C84B-5B1A-055E-812B-8A988E3CF30F}"/>
              </a:ext>
            </a:extLst>
          </p:cNvPr>
          <p:cNvSpPr txBox="1"/>
          <p:nvPr/>
        </p:nvSpPr>
        <p:spPr>
          <a:xfrm>
            <a:off x="4563533"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Eval run</a:t>
            </a:r>
            <a:endParaRPr lang="en-US" sz="1600" b="1" dirty="0" err="1">
              <a:solidFill>
                <a:srgbClr val="FFFFFF"/>
              </a:solidFill>
              <a:latin typeface="Segoe UI" panose="020B0502040204020203" pitchFamily="34" charset="0"/>
            </a:endParaRPr>
          </a:p>
        </p:txBody>
      </p:sp>
      <p:sp>
        <p:nvSpPr>
          <p:cNvPr id="31" name="TextBox 30">
            <a:extLst>
              <a:ext uri="{FF2B5EF4-FFF2-40B4-BE49-F238E27FC236}">
                <a16:creationId xmlns:a16="http://schemas.microsoft.com/office/drawing/2014/main" id="{AAA3FE2B-3A9F-E222-499E-ADE353B6D45D}"/>
              </a:ext>
            </a:extLst>
          </p:cNvPr>
          <p:cNvSpPr txBox="1"/>
          <p:nvPr/>
        </p:nvSpPr>
        <p:spPr>
          <a:xfrm>
            <a:off x="4563533"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Compare production behavior with the evidence used for release.</a:t>
            </a:r>
            <a:endParaRPr lang="en-US" sz="1400" dirty="0" err="1">
              <a:solidFill>
                <a:srgbClr val="303132"/>
              </a:solidFill>
              <a:latin typeface="Segoe UI" panose="020B0502040204020203" pitchFamily="34" charset="0"/>
            </a:endParaRPr>
          </a:p>
        </p:txBody>
      </p:sp>
      <p:sp>
        <p:nvSpPr>
          <p:cNvPr id="32" name="Rectangle: Rounded Corners 31">
            <a:extLst>
              <a:ext uri="{FF2B5EF4-FFF2-40B4-BE49-F238E27FC236}">
                <a16:creationId xmlns:a16="http://schemas.microsoft.com/office/drawing/2014/main" id="{C70C7C53-B867-B450-13C0-C41F6308F245}"/>
              </a:ext>
            </a:extLst>
          </p:cNvPr>
          <p:cNvSpPr/>
          <p:nvPr/>
        </p:nvSpPr>
        <p:spPr bwMode="auto">
          <a:xfrm>
            <a:off x="8060267" y="3517900"/>
            <a:ext cx="3471333" cy="1714500"/>
          </a:xfrm>
          <a:prstGeom prst="roundRect">
            <a:avLst/>
          </a:prstGeom>
          <a:solidFill>
            <a:srgbClr val="FFEEEE"/>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3" name="Rectangle: Rounded Corners 32">
            <a:extLst>
              <a:ext uri="{FF2B5EF4-FFF2-40B4-BE49-F238E27FC236}">
                <a16:creationId xmlns:a16="http://schemas.microsoft.com/office/drawing/2014/main" id="{2FFB0491-585B-59E2-4683-2AFE7B4B2F5A}"/>
              </a:ext>
            </a:extLst>
          </p:cNvPr>
          <p:cNvSpPr/>
          <p:nvPr/>
        </p:nvSpPr>
        <p:spPr bwMode="auto">
          <a:xfrm>
            <a:off x="8060267" y="3517900"/>
            <a:ext cx="3471333" cy="609600"/>
          </a:xfrm>
          <a:prstGeom prst="roundRect">
            <a:avLst/>
          </a:prstGeom>
          <a:solidFill>
            <a:srgbClr val="C4192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4" name="Rectangle 33">
            <a:extLst>
              <a:ext uri="{FF2B5EF4-FFF2-40B4-BE49-F238E27FC236}">
                <a16:creationId xmlns:a16="http://schemas.microsoft.com/office/drawing/2014/main" id="{61FB5759-FDBD-B598-1482-ED2914939984}"/>
              </a:ext>
            </a:extLst>
          </p:cNvPr>
          <p:cNvSpPr/>
          <p:nvPr/>
        </p:nvSpPr>
        <p:spPr bwMode="auto">
          <a:xfrm>
            <a:off x="8060267" y="3822700"/>
            <a:ext cx="3471333" cy="304800"/>
          </a:xfrm>
          <a:prstGeom prst="rect">
            <a:avLst/>
          </a:prstGeom>
          <a:solidFill>
            <a:srgbClr val="C4192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35" name="TextBox 34">
            <a:extLst>
              <a:ext uri="{FF2B5EF4-FFF2-40B4-BE49-F238E27FC236}">
                <a16:creationId xmlns:a16="http://schemas.microsoft.com/office/drawing/2014/main" id="{345ABD89-AA68-75BA-41FF-6D6E72C70FCE}"/>
              </a:ext>
            </a:extLst>
          </p:cNvPr>
          <p:cNvSpPr txBox="1"/>
          <p:nvPr/>
        </p:nvSpPr>
        <p:spPr>
          <a:xfrm>
            <a:off x="8263467" y="3683000"/>
            <a:ext cx="3064933"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Incident and owner</a:t>
            </a:r>
            <a:endParaRPr lang="en-US" sz="1600" b="1" dirty="0" err="1">
              <a:solidFill>
                <a:srgbClr val="FFFFFF"/>
              </a:solidFill>
              <a:latin typeface="Segoe UI" panose="020B0502040204020203" pitchFamily="34" charset="0"/>
            </a:endParaRPr>
          </a:p>
        </p:txBody>
      </p:sp>
      <p:sp>
        <p:nvSpPr>
          <p:cNvPr id="36" name="TextBox 35">
            <a:extLst>
              <a:ext uri="{FF2B5EF4-FFF2-40B4-BE49-F238E27FC236}">
                <a16:creationId xmlns:a16="http://schemas.microsoft.com/office/drawing/2014/main" id="{E335D4F8-650B-FDC1-409D-8BD1F7C98E6F}"/>
              </a:ext>
            </a:extLst>
          </p:cNvPr>
          <p:cNvSpPr txBox="1"/>
          <p:nvPr/>
        </p:nvSpPr>
        <p:spPr>
          <a:xfrm>
            <a:off x="8263467" y="4318000"/>
            <a:ext cx="3064933"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Route the signal to an accountable response process.</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927071691"/>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EC2F55A-F111-AD1E-EE41-BA05C5092445}"/>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4DA5A390-0268-D832-7D75-59551C23AD71}"/>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15</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6828457-69BA-D51E-9A4C-99679D2AA9B5}"/>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1294251A-0E6E-169E-CD24-EE2ABA0BAF74}"/>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From telemetry to action</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510A2F24-F3AC-18FA-2FC4-B8284D735455}"/>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The end state is not a dashboard. The end state is a governed response.</a:t>
            </a:r>
            <a:endParaRPr lang="en-US" sz="1400" dirty="0" err="1">
              <a:solidFill>
                <a:srgbClr val="777777"/>
              </a:solidFill>
              <a:latin typeface="Segoe UI" panose="020B0502040204020203" pitchFamily="34" charset="0"/>
            </a:endParaRPr>
          </a:p>
        </p:txBody>
      </p:sp>
      <p:graphicFrame>
        <p:nvGraphicFramePr>
          <p:cNvPr id="7" name="Table 6">
            <a:extLst>
              <a:ext uri="{FF2B5EF4-FFF2-40B4-BE49-F238E27FC236}">
                <a16:creationId xmlns:a16="http://schemas.microsoft.com/office/drawing/2014/main" id="{1BE5059F-DBB7-D83D-9DB4-7080E6106060}"/>
              </a:ext>
            </a:extLst>
          </p:cNvPr>
          <p:cNvGraphicFramePr>
            <a:graphicFrameLocks noGrp="1"/>
          </p:cNvGraphicFramePr>
          <p:nvPr>
            <p:extLst>
              <p:ext uri="{D42A27DB-BD31-4B8C-83A1-F6EECF244321}">
                <p14:modId xmlns:p14="http://schemas.microsoft.com/office/powerpoint/2010/main" val="3145855044"/>
              </p:ext>
            </p:extLst>
          </p:nvPr>
        </p:nvGraphicFramePr>
        <p:xfrm>
          <a:off x="660400" y="1422400"/>
          <a:ext cx="10871200" cy="4368800"/>
        </p:xfrm>
        <a:graphic>
          <a:graphicData uri="http://schemas.openxmlformats.org/drawingml/2006/table">
            <a:tbl>
              <a:tblPr firstRow="1" bandRow="1">
                <a:tableStyleId>{5C22544A-7EE6-4342-B048-85BDC9FD1C3A}</a:tableStyleId>
              </a:tblPr>
              <a:tblGrid>
                <a:gridCol w="3623733">
                  <a:extLst>
                    <a:ext uri="{9D8B030D-6E8A-4147-A177-3AD203B41FA5}">
                      <a16:colId xmlns:a16="http://schemas.microsoft.com/office/drawing/2014/main" val="3135880662"/>
                    </a:ext>
                  </a:extLst>
                </a:gridCol>
                <a:gridCol w="3623733">
                  <a:extLst>
                    <a:ext uri="{9D8B030D-6E8A-4147-A177-3AD203B41FA5}">
                      <a16:colId xmlns:a16="http://schemas.microsoft.com/office/drawing/2014/main" val="3983687596"/>
                    </a:ext>
                  </a:extLst>
                </a:gridCol>
                <a:gridCol w="3623733">
                  <a:extLst>
                    <a:ext uri="{9D8B030D-6E8A-4147-A177-3AD203B41FA5}">
                      <a16:colId xmlns:a16="http://schemas.microsoft.com/office/drawing/2014/main" val="2341365074"/>
                    </a:ext>
                  </a:extLst>
                </a:gridCol>
              </a:tblGrid>
              <a:tr h="624114">
                <a:tc>
                  <a:txBody>
                    <a:bodyPr/>
                    <a:lstStyle/>
                    <a:p>
                      <a:r>
                        <a:rPr lang="en-US" sz="1400" b="1">
                          <a:solidFill>
                            <a:srgbClr val="FFFFFF"/>
                          </a:solidFill>
                          <a:latin typeface="Segoe UI" panose="020B0502040204020203" pitchFamily="34" charset="0"/>
                        </a:rPr>
                        <a:t>Signal</a:t>
                      </a:r>
                    </a:p>
                  </a:txBody>
                  <a:tcPr marL="101600" marR="101600">
                    <a:solidFill>
                      <a:srgbClr val="243A5E"/>
                    </a:solidFill>
                  </a:tcPr>
                </a:tc>
                <a:tc>
                  <a:txBody>
                    <a:bodyPr/>
                    <a:lstStyle/>
                    <a:p>
                      <a:r>
                        <a:rPr lang="en-US" sz="1400" b="1">
                          <a:solidFill>
                            <a:srgbClr val="FFFFFF"/>
                          </a:solidFill>
                          <a:latin typeface="Segoe UI" panose="020B0502040204020203" pitchFamily="34" charset="0"/>
                        </a:rPr>
                        <a:t>Operational action</a:t>
                      </a:r>
                    </a:p>
                  </a:txBody>
                  <a:tcPr marL="101600" marR="101600">
                    <a:solidFill>
                      <a:srgbClr val="243A5E"/>
                    </a:solidFill>
                  </a:tcPr>
                </a:tc>
                <a:tc>
                  <a:txBody>
                    <a:bodyPr/>
                    <a:lstStyle/>
                    <a:p>
                      <a:r>
                        <a:rPr lang="en-US" sz="1400" b="1">
                          <a:solidFill>
                            <a:srgbClr val="FFFFFF"/>
                          </a:solidFill>
                          <a:latin typeface="Segoe UI" panose="020B0502040204020203" pitchFamily="34" charset="0"/>
                        </a:rPr>
                        <a:t>Feedback into next release</a:t>
                      </a:r>
                    </a:p>
                  </a:txBody>
                  <a:tcPr marL="101600" marR="101600">
                    <a:solidFill>
                      <a:srgbClr val="243A5E"/>
                    </a:solidFill>
                  </a:tcPr>
                </a:tc>
                <a:extLst>
                  <a:ext uri="{0D108BD9-81ED-4DB2-BD59-A6C34878D82A}">
                    <a16:rowId xmlns:a16="http://schemas.microsoft.com/office/drawing/2014/main" val="1681592704"/>
                  </a:ext>
                </a:extLst>
              </a:tr>
              <a:tr h="624114">
                <a:tc>
                  <a:txBody>
                    <a:bodyPr/>
                    <a:lstStyle/>
                    <a:p>
                      <a:r>
                        <a:rPr lang="en-US" sz="1400">
                          <a:solidFill>
                            <a:srgbClr val="303132"/>
                          </a:solidFill>
                          <a:latin typeface="Segoe UI" panose="020B0502040204020203" pitchFamily="34" charset="0"/>
                        </a:rPr>
                        <a:t>Latency spike</a:t>
                      </a:r>
                    </a:p>
                  </a:txBody>
                  <a:tcPr marL="101600" marR="101600">
                    <a:solidFill>
                      <a:srgbClr val="FFFFFF"/>
                    </a:solidFill>
                  </a:tcPr>
                </a:tc>
                <a:tc>
                  <a:txBody>
                    <a:bodyPr/>
                    <a:lstStyle/>
                    <a:p>
                      <a:r>
                        <a:rPr lang="en-US" sz="1400">
                          <a:solidFill>
                            <a:srgbClr val="303132"/>
                          </a:solidFill>
                          <a:latin typeface="Segoe UI" panose="020B0502040204020203" pitchFamily="34" charset="0"/>
                        </a:rPr>
                        <a:t>Azure Monitor alert and on-call diagnosis</a:t>
                      </a:r>
                    </a:p>
                  </a:txBody>
                  <a:tcPr marL="101600" marR="101600">
                    <a:solidFill>
                      <a:srgbClr val="FFFFFF"/>
                    </a:solidFill>
                  </a:tcPr>
                </a:tc>
                <a:tc>
                  <a:txBody>
                    <a:bodyPr/>
                    <a:lstStyle/>
                    <a:p>
                      <a:r>
                        <a:rPr lang="en-US" sz="1400">
                          <a:solidFill>
                            <a:srgbClr val="303132"/>
                          </a:solidFill>
                          <a:latin typeface="Segoe UI" panose="020B0502040204020203" pitchFamily="34" charset="0"/>
                        </a:rPr>
                        <a:t>Add performance threshold and regression case</a:t>
                      </a:r>
                    </a:p>
                  </a:txBody>
                  <a:tcPr marL="101600" marR="101600">
                    <a:solidFill>
                      <a:srgbClr val="FFFFFF"/>
                    </a:solidFill>
                  </a:tcPr>
                </a:tc>
                <a:extLst>
                  <a:ext uri="{0D108BD9-81ED-4DB2-BD59-A6C34878D82A}">
                    <a16:rowId xmlns:a16="http://schemas.microsoft.com/office/drawing/2014/main" val="3394616883"/>
                  </a:ext>
                </a:extLst>
              </a:tr>
              <a:tr h="624114">
                <a:tc>
                  <a:txBody>
                    <a:bodyPr/>
                    <a:lstStyle/>
                    <a:p>
                      <a:r>
                        <a:rPr lang="en-US" sz="1400">
                          <a:solidFill>
                            <a:srgbClr val="303132"/>
                          </a:solidFill>
                          <a:latin typeface="Segoe UI" panose="020B0502040204020203" pitchFamily="34" charset="0"/>
                        </a:rPr>
                        <a:t>Tool error rate</a:t>
                      </a:r>
                    </a:p>
                  </a:txBody>
                  <a:tcPr marL="101600" marR="101600">
                    <a:solidFill>
                      <a:srgbClr val="F5F5F5"/>
                    </a:solidFill>
                  </a:tcPr>
                </a:tc>
                <a:tc>
                  <a:txBody>
                    <a:bodyPr/>
                    <a:lstStyle/>
                    <a:p>
                      <a:r>
                        <a:rPr lang="en-US" sz="1400">
                          <a:solidFill>
                            <a:srgbClr val="303132"/>
                          </a:solidFill>
                          <a:latin typeface="Segoe UI" panose="020B0502040204020203" pitchFamily="34" charset="0"/>
                        </a:rPr>
                        <a:t>Disable the tool or use a manual fallback</a:t>
                      </a:r>
                    </a:p>
                  </a:txBody>
                  <a:tcPr marL="101600" marR="101600">
                    <a:solidFill>
                      <a:srgbClr val="F5F5F5"/>
                    </a:solidFill>
                  </a:tcPr>
                </a:tc>
                <a:tc>
                  <a:txBody>
                    <a:bodyPr/>
                    <a:lstStyle/>
                    <a:p>
                      <a:r>
                        <a:rPr lang="en-US" sz="1400">
                          <a:solidFill>
                            <a:srgbClr val="303132"/>
                          </a:solidFill>
                          <a:latin typeface="Segoe UI" panose="020B0502040204020203" pitchFamily="34" charset="0"/>
                        </a:rPr>
                        <a:t>Add dependency failure test</a:t>
                      </a:r>
                    </a:p>
                  </a:txBody>
                  <a:tcPr marL="101600" marR="101600">
                    <a:solidFill>
                      <a:srgbClr val="F5F5F5"/>
                    </a:solidFill>
                  </a:tcPr>
                </a:tc>
                <a:extLst>
                  <a:ext uri="{0D108BD9-81ED-4DB2-BD59-A6C34878D82A}">
                    <a16:rowId xmlns:a16="http://schemas.microsoft.com/office/drawing/2014/main" val="444854423"/>
                  </a:ext>
                </a:extLst>
              </a:tr>
              <a:tr h="624114">
                <a:tc>
                  <a:txBody>
                    <a:bodyPr/>
                    <a:lstStyle/>
                    <a:p>
                      <a:r>
                        <a:rPr lang="en-US" sz="1400">
                          <a:solidFill>
                            <a:srgbClr val="303132"/>
                          </a:solidFill>
                          <a:latin typeface="Segoe UI" panose="020B0502040204020203" pitchFamily="34" charset="0"/>
                        </a:rPr>
                        <a:t>Safety violation</a:t>
                      </a:r>
                    </a:p>
                  </a:txBody>
                  <a:tcPr marL="101600" marR="101600">
                    <a:solidFill>
                      <a:srgbClr val="FFFFFF"/>
                    </a:solidFill>
                  </a:tcPr>
                </a:tc>
                <a:tc>
                  <a:txBody>
                    <a:bodyPr/>
                    <a:lstStyle/>
                    <a:p>
                      <a:r>
                        <a:rPr lang="en-US" sz="1400">
                          <a:solidFill>
                            <a:srgbClr val="303132"/>
                          </a:solidFill>
                          <a:latin typeface="Segoe UI" panose="020B0502040204020203" pitchFamily="34" charset="0"/>
                        </a:rPr>
                        <a:t>Block output and open a safety incident</a:t>
                      </a:r>
                    </a:p>
                  </a:txBody>
                  <a:tcPr marL="101600" marR="101600">
                    <a:solidFill>
                      <a:srgbClr val="FFFFFF"/>
                    </a:solidFill>
                  </a:tcPr>
                </a:tc>
                <a:tc>
                  <a:txBody>
                    <a:bodyPr/>
                    <a:lstStyle/>
                    <a:p>
                      <a:r>
                        <a:rPr lang="en-US" sz="1400">
                          <a:solidFill>
                            <a:srgbClr val="303132"/>
                          </a:solidFill>
                          <a:latin typeface="Segoe UI" panose="020B0502040204020203" pitchFamily="34" charset="0"/>
                        </a:rPr>
                        <a:t>Add adversarial row and guardrail</a:t>
                      </a:r>
                    </a:p>
                  </a:txBody>
                  <a:tcPr marL="101600" marR="101600">
                    <a:solidFill>
                      <a:srgbClr val="FFFFFF"/>
                    </a:solidFill>
                  </a:tcPr>
                </a:tc>
                <a:extLst>
                  <a:ext uri="{0D108BD9-81ED-4DB2-BD59-A6C34878D82A}">
                    <a16:rowId xmlns:a16="http://schemas.microsoft.com/office/drawing/2014/main" val="140745377"/>
                  </a:ext>
                </a:extLst>
              </a:tr>
              <a:tr h="624114">
                <a:tc>
                  <a:txBody>
                    <a:bodyPr/>
                    <a:lstStyle/>
                    <a:p>
                      <a:r>
                        <a:rPr lang="en-US" sz="1400">
                          <a:solidFill>
                            <a:srgbClr val="303132"/>
                          </a:solidFill>
                          <a:latin typeface="Segoe UI" panose="020B0502040204020203" pitchFamily="34" charset="0"/>
                        </a:rPr>
                        <a:t>Evaluation score drop</a:t>
                      </a:r>
                    </a:p>
                  </a:txBody>
                  <a:tcPr marL="101600" marR="101600">
                    <a:solidFill>
                      <a:srgbClr val="F5F5F5"/>
                    </a:solidFill>
                  </a:tcPr>
                </a:tc>
                <a:tc>
                  <a:txBody>
                    <a:bodyPr/>
                    <a:lstStyle/>
                    <a:p>
                      <a:r>
                        <a:rPr lang="en-US" sz="1400">
                          <a:solidFill>
                            <a:srgbClr val="303132"/>
                          </a:solidFill>
                          <a:latin typeface="Segoe UI" panose="020B0502040204020203" pitchFamily="34" charset="0"/>
                        </a:rPr>
                        <a:t>Pause canary and open a release ticket</a:t>
                      </a:r>
                    </a:p>
                  </a:txBody>
                  <a:tcPr marL="101600" marR="101600">
                    <a:solidFill>
                      <a:srgbClr val="F5F5F5"/>
                    </a:solidFill>
                  </a:tcPr>
                </a:tc>
                <a:tc>
                  <a:txBody>
                    <a:bodyPr/>
                    <a:lstStyle/>
                    <a:p>
                      <a:r>
                        <a:rPr lang="en-US" sz="1400">
                          <a:solidFill>
                            <a:srgbClr val="303132"/>
                          </a:solidFill>
                          <a:latin typeface="Segoe UI" panose="020B0502040204020203" pitchFamily="34" charset="0"/>
                        </a:rPr>
                        <a:t>Review rubric, dataset, and candidate</a:t>
                      </a:r>
                    </a:p>
                  </a:txBody>
                  <a:tcPr marL="101600" marR="101600">
                    <a:solidFill>
                      <a:srgbClr val="F5F5F5"/>
                    </a:solidFill>
                  </a:tcPr>
                </a:tc>
                <a:extLst>
                  <a:ext uri="{0D108BD9-81ED-4DB2-BD59-A6C34878D82A}">
                    <a16:rowId xmlns:a16="http://schemas.microsoft.com/office/drawing/2014/main" val="2593064139"/>
                  </a:ext>
                </a:extLst>
              </a:tr>
              <a:tr h="624114">
                <a:tc>
                  <a:txBody>
                    <a:bodyPr/>
                    <a:lstStyle/>
                    <a:p>
                      <a:r>
                        <a:rPr lang="en-US" sz="1400">
                          <a:solidFill>
                            <a:srgbClr val="303132"/>
                          </a:solidFill>
                          <a:latin typeface="Segoe UI" panose="020B0502040204020203" pitchFamily="34" charset="0"/>
                        </a:rPr>
                        <a:t>Cost anomaly</a:t>
                      </a:r>
                    </a:p>
                  </a:txBody>
                  <a:tcPr marL="101600" marR="101600">
                    <a:solidFill>
                      <a:srgbClr val="FFFFFF"/>
                    </a:solidFill>
                  </a:tcPr>
                </a:tc>
                <a:tc>
                  <a:txBody>
                    <a:bodyPr/>
                    <a:lstStyle/>
                    <a:p>
                      <a:r>
                        <a:rPr lang="en-US" sz="1400">
                          <a:solidFill>
                            <a:srgbClr val="303132"/>
                          </a:solidFill>
                          <a:latin typeface="Segoe UI" panose="020B0502040204020203" pitchFamily="34" charset="0"/>
                        </a:rPr>
                        <a:t>Throttle with Azure API Management (APIM) and notify FinOps</a:t>
                      </a:r>
                    </a:p>
                  </a:txBody>
                  <a:tcPr marL="101600" marR="101600">
                    <a:solidFill>
                      <a:srgbClr val="FFFFFF"/>
                    </a:solidFill>
                  </a:tcPr>
                </a:tc>
                <a:tc>
                  <a:txBody>
                    <a:bodyPr/>
                    <a:lstStyle/>
                    <a:p>
                      <a:r>
                        <a:rPr lang="en-US" sz="1400">
                          <a:solidFill>
                            <a:srgbClr val="303132"/>
                          </a:solidFill>
                          <a:latin typeface="Segoe UI" panose="020B0502040204020203" pitchFamily="34" charset="0"/>
                        </a:rPr>
                        <a:t>Set token and tool-call budgets</a:t>
                      </a:r>
                    </a:p>
                  </a:txBody>
                  <a:tcPr marL="101600" marR="101600">
                    <a:solidFill>
                      <a:srgbClr val="FFFFFF"/>
                    </a:solidFill>
                  </a:tcPr>
                </a:tc>
                <a:extLst>
                  <a:ext uri="{0D108BD9-81ED-4DB2-BD59-A6C34878D82A}">
                    <a16:rowId xmlns:a16="http://schemas.microsoft.com/office/drawing/2014/main" val="847045608"/>
                  </a:ext>
                </a:extLst>
              </a:tr>
              <a:tr h="624114">
                <a:tc>
                  <a:txBody>
                    <a:bodyPr/>
                    <a:lstStyle/>
                    <a:p>
                      <a:r>
                        <a:rPr lang="en-US" sz="1400">
                          <a:solidFill>
                            <a:srgbClr val="303132"/>
                          </a:solidFill>
                          <a:latin typeface="Segoe UI" panose="020B0502040204020203" pitchFamily="34" charset="0"/>
                        </a:rPr>
                        <a:t>Positive feedback</a:t>
                      </a:r>
                    </a:p>
                  </a:txBody>
                  <a:tcPr marL="101600" marR="101600">
                    <a:solidFill>
                      <a:srgbClr val="F5F5F5"/>
                    </a:solidFill>
                  </a:tcPr>
                </a:tc>
                <a:tc>
                  <a:txBody>
                    <a:bodyPr/>
                    <a:lstStyle/>
                    <a:p>
                      <a:r>
                        <a:rPr lang="en-US" sz="1400">
                          <a:solidFill>
                            <a:srgbClr val="303132"/>
                          </a:solidFill>
                          <a:latin typeface="Segoe UI" panose="020B0502040204020203" pitchFamily="34" charset="0"/>
                        </a:rPr>
                        <a:t>Sample and review the trace</a:t>
                      </a:r>
                    </a:p>
                  </a:txBody>
                  <a:tcPr marL="101600" marR="101600">
                    <a:solidFill>
                      <a:srgbClr val="F5F5F5"/>
                    </a:solidFill>
                  </a:tcPr>
                </a:tc>
                <a:tc>
                  <a:txBody>
                    <a:bodyPr/>
                    <a:lstStyle/>
                    <a:p>
                      <a:r>
                        <a:rPr lang="en-US" sz="1400">
                          <a:solidFill>
                            <a:srgbClr val="303132"/>
                          </a:solidFill>
                          <a:latin typeface="Segoe UI" panose="020B0502040204020203" pitchFamily="34" charset="0"/>
                        </a:rPr>
                        <a:t>Promote it into the evaluation dataset</a:t>
                      </a:r>
                    </a:p>
                  </a:txBody>
                  <a:tcPr marL="101600" marR="101600">
                    <a:solidFill>
                      <a:srgbClr val="F5F5F5"/>
                    </a:solidFill>
                  </a:tcPr>
                </a:tc>
                <a:extLst>
                  <a:ext uri="{0D108BD9-81ED-4DB2-BD59-A6C34878D82A}">
                    <a16:rowId xmlns:a16="http://schemas.microsoft.com/office/drawing/2014/main" val="2569400908"/>
                  </a:ext>
                </a:extLst>
              </a:tr>
            </a:tbl>
          </a:graphicData>
        </a:graphic>
      </p:graphicFrame>
    </p:spTree>
    <p:extLst>
      <p:ext uri="{BB962C8B-B14F-4D97-AF65-F5344CB8AC3E}">
        <p14:creationId xmlns:p14="http://schemas.microsoft.com/office/powerpoint/2010/main" val="3693491252"/>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5FD6286-EC5F-B6B2-3FB6-F2E7FB9D069F}"/>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A4CC6264-4F1D-439D-B820-9912F4789ED5}"/>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9798DC4-48BC-AD64-275D-AAA89ABE8CCD}"/>
              </a:ext>
            </a:extLst>
          </p:cNvPr>
          <p:cNvSpPr/>
          <p:nvPr/>
        </p:nvSpPr>
        <p:spPr bwMode="auto">
          <a:xfrm>
            <a:off x="0" y="0"/>
            <a:ext cx="12192000" cy="76200"/>
          </a:xfrm>
          <a:prstGeom prst="rect">
            <a:avLst/>
          </a:prstGeom>
          <a:solidFill>
            <a:srgbClr val="00A4EF"/>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6BE8CA66-60AD-1016-EB71-08B538922ABE}"/>
              </a:ext>
            </a:extLst>
          </p:cNvPr>
          <p:cNvSpPr txBox="1"/>
          <p:nvPr/>
        </p:nvSpPr>
        <p:spPr>
          <a:xfrm>
            <a:off x="0" y="2311400"/>
            <a:ext cx="12192000" cy="307777"/>
          </a:xfrm>
          <a:prstGeom prst="rect">
            <a:avLst/>
          </a:prstGeom>
          <a:noFill/>
        </p:spPr>
        <p:txBody>
          <a:bodyPr vert="horz" wrap="square" lIns="0" tIns="0" rIns="0" bIns="0" rtlCol="0">
            <a:noAutofit/>
          </a:bodyPr>
          <a:lstStyle/>
          <a:p>
            <a:pPr algn="ctr"/>
            <a:r>
              <a:rPr lang="en-US" sz="2400">
                <a:solidFill>
                  <a:srgbClr val="303132"/>
                </a:solidFill>
                <a:latin typeface="Segoe UI" panose="020B0502040204020203" pitchFamily="34" charset="0"/>
              </a:rPr>
              <a:t>OPTIONAL DEEP DIVE</a:t>
            </a:r>
            <a:endParaRPr lang="en-US" sz="2400" dirty="0" err="1">
              <a:solidFill>
                <a:srgbClr val="303132"/>
              </a:solidFill>
              <a:latin typeface="Segoe UI" panose="020B0502040204020203" pitchFamily="34" charset="0"/>
            </a:endParaRPr>
          </a:p>
        </p:txBody>
      </p:sp>
      <p:sp>
        <p:nvSpPr>
          <p:cNvPr id="6" name="TextBox 5">
            <a:extLst>
              <a:ext uri="{FF2B5EF4-FFF2-40B4-BE49-F238E27FC236}">
                <a16:creationId xmlns:a16="http://schemas.microsoft.com/office/drawing/2014/main" id="{4875975F-F060-638C-C282-A3DF23B5714A}"/>
              </a:ext>
            </a:extLst>
          </p:cNvPr>
          <p:cNvSpPr txBox="1"/>
          <p:nvPr/>
        </p:nvSpPr>
        <p:spPr>
          <a:xfrm>
            <a:off x="0" y="2870200"/>
            <a:ext cx="12192000" cy="307777"/>
          </a:xfrm>
          <a:prstGeom prst="rect">
            <a:avLst/>
          </a:prstGeom>
          <a:noFill/>
        </p:spPr>
        <p:txBody>
          <a:bodyPr vert="horz" wrap="square" lIns="0" tIns="0" rIns="0" bIns="0" rtlCol="0">
            <a:noAutofit/>
          </a:bodyPr>
          <a:lstStyle/>
          <a:p>
            <a:pPr algn="ctr"/>
            <a:r>
              <a:rPr lang="en-US" sz="3400" b="1">
                <a:solidFill>
                  <a:srgbClr val="243A5E"/>
                </a:solidFill>
                <a:latin typeface="Segoe UI" panose="020B0502040204020203" pitchFamily="34" charset="0"/>
              </a:rPr>
              <a:t>Observe</a:t>
            </a:r>
            <a:endParaRPr lang="en-US" sz="3400" b="1" dirty="0" err="1">
              <a:solidFill>
                <a:srgbClr val="243A5E"/>
              </a:solidFill>
              <a:latin typeface="Segoe UI" panose="020B0502040204020203" pitchFamily="34" charset="0"/>
            </a:endParaRPr>
          </a:p>
        </p:txBody>
      </p:sp>
      <p:sp>
        <p:nvSpPr>
          <p:cNvPr id="7" name="TextBox 6">
            <a:extLst>
              <a:ext uri="{FF2B5EF4-FFF2-40B4-BE49-F238E27FC236}">
                <a16:creationId xmlns:a16="http://schemas.microsoft.com/office/drawing/2014/main" id="{9091F2E3-3328-689D-8667-9A78B2D7BD38}"/>
              </a:ext>
            </a:extLst>
          </p:cNvPr>
          <p:cNvSpPr txBox="1"/>
          <p:nvPr/>
        </p:nvSpPr>
        <p:spPr>
          <a:xfrm>
            <a:off x="1905000" y="3708400"/>
            <a:ext cx="8382000" cy="307777"/>
          </a:xfrm>
          <a:prstGeom prst="rect">
            <a:avLst/>
          </a:prstGeom>
          <a:noFill/>
        </p:spPr>
        <p:txBody>
          <a:bodyPr vert="horz" wrap="square" lIns="0" tIns="0" rIns="0" bIns="0" rtlCol="0">
            <a:noAutofit/>
          </a:bodyPr>
          <a:lstStyle/>
          <a:p>
            <a:pPr algn="ctr"/>
            <a:r>
              <a:rPr lang="en-US" sz="1600">
                <a:solidFill>
                  <a:srgbClr val="303132"/>
                </a:solidFill>
                <a:latin typeface="Segoe UI" panose="020B0502040204020203" pitchFamily="34" charset="0"/>
              </a:rPr>
              <a:t>Trace waterfall, correlated spans, continuous evaluation, and signal-to-action flow.</a:t>
            </a:r>
            <a:endParaRPr lang="en-US" sz="1600" dirty="0" err="1">
              <a:solidFill>
                <a:srgbClr val="303132"/>
              </a:solidFill>
              <a:latin typeface="Segoe UI" panose="020B0502040204020203" pitchFamily="34" charset="0"/>
            </a:endParaRPr>
          </a:p>
        </p:txBody>
      </p:sp>
      <p:sp>
        <p:nvSpPr>
          <p:cNvPr id="8" name="TextBox 7">
            <a:extLst>
              <a:ext uri="{FF2B5EF4-FFF2-40B4-BE49-F238E27FC236}">
                <a16:creationId xmlns:a16="http://schemas.microsoft.com/office/drawing/2014/main" id="{D12F5DB0-DAE9-DD46-CABE-7A2179449DFF}"/>
              </a:ext>
            </a:extLst>
          </p:cNvPr>
          <p:cNvSpPr txBox="1"/>
          <p:nvPr/>
        </p:nvSpPr>
        <p:spPr>
          <a:xfrm>
            <a:off x="3149600" y="4572000"/>
            <a:ext cx="1524000" cy="304800"/>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SHOW</a:t>
            </a:r>
            <a:endParaRPr lang="en-US" sz="1400" b="1" dirty="0" err="1">
              <a:solidFill>
                <a:srgbClr val="0078D4"/>
              </a:solidFill>
              <a:latin typeface="Segoe UI" panose="020B0502040204020203" pitchFamily="34" charset="0"/>
            </a:endParaRPr>
          </a:p>
        </p:txBody>
      </p:sp>
      <p:sp>
        <p:nvSpPr>
          <p:cNvPr id="9" name="TextBox 8">
            <a:extLst>
              <a:ext uri="{FF2B5EF4-FFF2-40B4-BE49-F238E27FC236}">
                <a16:creationId xmlns:a16="http://schemas.microsoft.com/office/drawing/2014/main" id="{5D4E16F0-8DB9-6571-04E1-B2F3FAB6B98F}"/>
              </a:ext>
            </a:extLst>
          </p:cNvPr>
          <p:cNvSpPr txBox="1"/>
          <p:nvPr/>
        </p:nvSpPr>
        <p:spPr>
          <a:xfrm>
            <a:off x="5334000" y="4572000"/>
            <a:ext cx="1524000" cy="304800"/>
          </a:xfrm>
          <a:prstGeom prst="rect">
            <a:avLst/>
          </a:prstGeom>
          <a:noFill/>
        </p:spPr>
        <p:txBody>
          <a:bodyPr vert="horz" wrap="square" lIns="0" tIns="0" rIns="0" bIns="0" rtlCol="0">
            <a:noAutofit/>
          </a:bodyPr>
          <a:lstStyle/>
          <a:p>
            <a:pPr algn="ctr"/>
            <a:r>
              <a:rPr lang="en-US" sz="1400" b="1">
                <a:solidFill>
                  <a:srgbClr val="5C2D91"/>
                </a:solidFill>
                <a:latin typeface="Segoe UI" panose="020B0502040204020203" pitchFamily="34" charset="0"/>
              </a:rPr>
              <a:t>EVIDENCE</a:t>
            </a:r>
            <a:endParaRPr lang="en-US" sz="1400" b="1" dirty="0" err="1">
              <a:solidFill>
                <a:srgbClr val="5C2D91"/>
              </a:solidFill>
              <a:latin typeface="Segoe UI" panose="020B0502040204020203" pitchFamily="34" charset="0"/>
            </a:endParaRPr>
          </a:p>
        </p:txBody>
      </p:sp>
      <p:sp>
        <p:nvSpPr>
          <p:cNvPr id="10" name="TextBox 9">
            <a:extLst>
              <a:ext uri="{FF2B5EF4-FFF2-40B4-BE49-F238E27FC236}">
                <a16:creationId xmlns:a16="http://schemas.microsoft.com/office/drawing/2014/main" id="{1FBCAA8D-3503-C478-A959-0BCEED63A523}"/>
              </a:ext>
            </a:extLst>
          </p:cNvPr>
          <p:cNvSpPr txBox="1"/>
          <p:nvPr/>
        </p:nvSpPr>
        <p:spPr>
          <a:xfrm>
            <a:off x="7518400" y="4572000"/>
            <a:ext cx="1524000" cy="304800"/>
          </a:xfrm>
          <a:prstGeom prst="rect">
            <a:avLst/>
          </a:prstGeom>
          <a:noFill/>
        </p:spPr>
        <p:txBody>
          <a:bodyPr vert="horz" wrap="square" lIns="0" tIns="0" rIns="0" bIns="0" rtlCol="0">
            <a:noAutofit/>
          </a:bodyPr>
          <a:lstStyle/>
          <a:p>
            <a:pPr algn="ctr"/>
            <a:r>
              <a:rPr lang="en-US" sz="1400" b="1">
                <a:solidFill>
                  <a:srgbClr val="107C10"/>
                </a:solidFill>
                <a:latin typeface="Segoe UI" panose="020B0502040204020203" pitchFamily="34" charset="0"/>
              </a:rPr>
              <a:t>DECISION</a:t>
            </a:r>
            <a:endParaRPr lang="en-US" sz="1400" b="1" dirty="0" err="1">
              <a:solidFill>
                <a:srgbClr val="107C10"/>
              </a:solidFill>
              <a:latin typeface="Segoe UI" panose="020B0502040204020203" pitchFamily="34" charset="0"/>
            </a:endParaRPr>
          </a:p>
        </p:txBody>
      </p:sp>
      <p:sp>
        <p:nvSpPr>
          <p:cNvPr id="11" name="Arrow: Right 10">
            <a:extLst>
              <a:ext uri="{FF2B5EF4-FFF2-40B4-BE49-F238E27FC236}">
                <a16:creationId xmlns:a16="http://schemas.microsoft.com/office/drawing/2014/main" id="{179E66F8-8C34-A430-5181-F6F14B910447}"/>
              </a:ext>
            </a:extLst>
          </p:cNvPr>
          <p:cNvSpPr/>
          <p:nvPr/>
        </p:nvSpPr>
        <p:spPr bwMode="auto">
          <a:xfrm>
            <a:off x="4749800" y="4584700"/>
            <a:ext cx="508000" cy="2540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Arrow: Right 11">
            <a:extLst>
              <a:ext uri="{FF2B5EF4-FFF2-40B4-BE49-F238E27FC236}">
                <a16:creationId xmlns:a16="http://schemas.microsoft.com/office/drawing/2014/main" id="{D8B490EF-F7DC-9B32-6E32-EE2B3B9F956C}"/>
              </a:ext>
            </a:extLst>
          </p:cNvPr>
          <p:cNvSpPr/>
          <p:nvPr/>
        </p:nvSpPr>
        <p:spPr bwMode="auto">
          <a:xfrm>
            <a:off x="6934200" y="4584700"/>
            <a:ext cx="508000" cy="2540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389312836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2904841-73B3-7744-9D80-D6C849965DA7}"/>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A9BFE888-4311-7056-4661-751423044917}"/>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TextBox 3">
            <a:extLst>
              <a:ext uri="{FF2B5EF4-FFF2-40B4-BE49-F238E27FC236}">
                <a16:creationId xmlns:a16="http://schemas.microsoft.com/office/drawing/2014/main" id="{C2603873-1373-7AF2-EE95-3EFAE5DD58C8}"/>
              </a:ext>
            </a:extLst>
          </p:cNvPr>
          <p:cNvSpPr txBox="1"/>
          <p:nvPr/>
        </p:nvSpPr>
        <p:spPr>
          <a:xfrm>
            <a:off x="660400" y="2616200"/>
            <a:ext cx="10871200" cy="307777"/>
          </a:xfrm>
          <a:prstGeom prst="rect">
            <a:avLst/>
          </a:prstGeom>
          <a:noFill/>
        </p:spPr>
        <p:txBody>
          <a:bodyPr vert="horz" wrap="square" lIns="0" tIns="0" rIns="0" bIns="0" rtlCol="0">
            <a:noAutofit/>
          </a:bodyPr>
          <a:lstStyle/>
          <a:p>
            <a:r>
              <a:rPr lang="en-US" sz="3100">
                <a:solidFill>
                  <a:srgbClr val="FFFFFF"/>
                </a:solidFill>
                <a:latin typeface="Segoe UI" panose="020B0502040204020203" pitchFamily="34" charset="0"/>
              </a:rPr>
              <a:t>Operate</a:t>
            </a:r>
            <a:endParaRPr lang="en-US" sz="3100" dirty="0" err="1">
              <a:solidFill>
                <a:srgbClr val="FFFFFF"/>
              </a:solidFill>
              <a:latin typeface="Segoe UI" panose="020B0502040204020203" pitchFamily="34" charset="0"/>
            </a:endParaRPr>
          </a:p>
        </p:txBody>
      </p:sp>
      <p:sp>
        <p:nvSpPr>
          <p:cNvPr id="5" name="TextBox 4">
            <a:extLst>
              <a:ext uri="{FF2B5EF4-FFF2-40B4-BE49-F238E27FC236}">
                <a16:creationId xmlns:a16="http://schemas.microsoft.com/office/drawing/2014/main" id="{F8F7170A-CD0D-CE5A-CE86-5F02B2E49E33}"/>
              </a:ext>
            </a:extLst>
          </p:cNvPr>
          <p:cNvSpPr txBox="1"/>
          <p:nvPr/>
        </p:nvSpPr>
        <p:spPr>
          <a:xfrm>
            <a:off x="660400" y="3403600"/>
            <a:ext cx="10871200" cy="307777"/>
          </a:xfrm>
          <a:prstGeom prst="rect">
            <a:avLst/>
          </a:prstGeom>
          <a:noFill/>
        </p:spPr>
        <p:txBody>
          <a:bodyPr vert="horz" wrap="square" lIns="0" tIns="0" rIns="0" bIns="0" rtlCol="0">
            <a:noAutofit/>
          </a:bodyPr>
          <a:lstStyle/>
          <a:p>
            <a:r>
              <a:rPr lang="en-US" sz="1400">
                <a:solidFill>
                  <a:srgbClr val="F0E4D6"/>
                </a:solidFill>
                <a:latin typeface="Segoe UI" panose="020B0502040204020203" pitchFamily="34" charset="0"/>
              </a:rPr>
              <a:t>Running agents in production</a:t>
            </a:r>
            <a:endParaRPr lang="en-US" sz="1400" dirty="0" err="1">
              <a:solidFill>
                <a:srgbClr val="F0E4D6"/>
              </a:solidFill>
              <a:latin typeface="Segoe UI" panose="020B0502040204020203" pitchFamily="34" charset="0"/>
            </a:endParaRPr>
          </a:p>
        </p:txBody>
      </p:sp>
      <p:sp>
        <p:nvSpPr>
          <p:cNvPr id="6" name="Rectangle 5">
            <a:extLst>
              <a:ext uri="{FF2B5EF4-FFF2-40B4-BE49-F238E27FC236}">
                <a16:creationId xmlns:a16="http://schemas.microsoft.com/office/drawing/2014/main" id="{71624D78-F711-55B5-B20B-F85031855615}"/>
              </a:ext>
            </a:extLst>
          </p:cNvPr>
          <p:cNvSpPr/>
          <p:nvPr/>
        </p:nvSpPr>
        <p:spPr bwMode="auto">
          <a:xfrm>
            <a:off x="660400" y="5943600"/>
            <a:ext cx="10871200" cy="12700"/>
          </a:xfrm>
          <a:prstGeom prst="rect">
            <a:avLst/>
          </a:prstGeom>
          <a:solidFill>
            <a:srgbClr val="777777"/>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160698104"/>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F2679A1-1D00-1F4E-2A48-1CB23EF20865}"/>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3D1A600B-A0FE-7926-8A50-F98CA2561107}"/>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18</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9F4ADFE-64D4-A87E-D16D-07065774F513}"/>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21905DB2-A183-76A8-7ACF-86C5B293F150}"/>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Post-deployment operations: four concerns</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857A14F8-D204-9110-A25E-9E3579ADA364}"/>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Production traces and incidents feed the next evaluation and release cycle.</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0A081B81-E879-2815-3961-11ABF66F3DF1}"/>
              </a:ext>
            </a:extLst>
          </p:cNvPr>
          <p:cNvSpPr/>
          <p:nvPr/>
        </p:nvSpPr>
        <p:spPr bwMode="auto">
          <a:xfrm>
            <a:off x="660400" y="2006600"/>
            <a:ext cx="2546350" cy="2286000"/>
          </a:xfrm>
          <a:prstGeom prst="roundRect">
            <a:avLst/>
          </a:prstGeom>
          <a:solidFill>
            <a:srgbClr val="E8F2F8"/>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Rectangle: Rounded Corners 7">
            <a:extLst>
              <a:ext uri="{FF2B5EF4-FFF2-40B4-BE49-F238E27FC236}">
                <a16:creationId xmlns:a16="http://schemas.microsoft.com/office/drawing/2014/main" id="{EF0B8117-B974-E7D3-6D37-EE24C5FA5A53}"/>
              </a:ext>
            </a:extLst>
          </p:cNvPr>
          <p:cNvSpPr/>
          <p:nvPr/>
        </p:nvSpPr>
        <p:spPr bwMode="auto">
          <a:xfrm>
            <a:off x="660400" y="2006600"/>
            <a:ext cx="2546350" cy="609600"/>
          </a:xfrm>
          <a:prstGeom prst="round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9" name="Rectangle 8">
            <a:extLst>
              <a:ext uri="{FF2B5EF4-FFF2-40B4-BE49-F238E27FC236}">
                <a16:creationId xmlns:a16="http://schemas.microsoft.com/office/drawing/2014/main" id="{2DE38016-E4D3-B752-B61C-CA0E90BFCCD1}"/>
              </a:ext>
            </a:extLst>
          </p:cNvPr>
          <p:cNvSpPr/>
          <p:nvPr/>
        </p:nvSpPr>
        <p:spPr bwMode="auto">
          <a:xfrm>
            <a:off x="660400" y="2311400"/>
            <a:ext cx="2546350" cy="304800"/>
          </a:xfrm>
          <a:prstGeom prst="rect">
            <a:avLst/>
          </a:prstGeom>
          <a:solidFill>
            <a:srgbClr val="0078D4"/>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0" name="TextBox 9">
            <a:extLst>
              <a:ext uri="{FF2B5EF4-FFF2-40B4-BE49-F238E27FC236}">
                <a16:creationId xmlns:a16="http://schemas.microsoft.com/office/drawing/2014/main" id="{D4E91290-FC18-A898-B9BA-410B5823C4DB}"/>
              </a:ext>
            </a:extLst>
          </p:cNvPr>
          <p:cNvSpPr txBox="1"/>
          <p:nvPr/>
        </p:nvSpPr>
        <p:spPr>
          <a:xfrm>
            <a:off x="86360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Reliability and SLOs</a:t>
            </a:r>
            <a:endParaRPr lang="en-US" sz="1600" b="1" dirty="0" err="1">
              <a:solidFill>
                <a:srgbClr val="FFFFFF"/>
              </a:solidFill>
              <a:latin typeface="Segoe UI" panose="020B0502040204020203" pitchFamily="34" charset="0"/>
            </a:endParaRPr>
          </a:p>
        </p:txBody>
      </p:sp>
      <p:sp>
        <p:nvSpPr>
          <p:cNvPr id="11" name="TextBox 10">
            <a:extLst>
              <a:ext uri="{FF2B5EF4-FFF2-40B4-BE49-F238E27FC236}">
                <a16:creationId xmlns:a16="http://schemas.microsoft.com/office/drawing/2014/main" id="{85827114-CF51-D828-A42D-BDC407F1BF51}"/>
              </a:ext>
            </a:extLst>
          </p:cNvPr>
          <p:cNvSpPr txBox="1"/>
          <p:nvPr/>
        </p:nvSpPr>
        <p:spPr>
          <a:xfrm>
            <a:off x="86360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Availability, latency, error budgets, dependency failures, and graceful degradation.</a:t>
            </a:r>
            <a:endParaRPr lang="en-US" sz="1400" dirty="0" err="1">
              <a:solidFill>
                <a:srgbClr val="303132"/>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9C8CB72E-F6B8-CA06-C42E-055C6E73411F}"/>
              </a:ext>
            </a:extLst>
          </p:cNvPr>
          <p:cNvSpPr/>
          <p:nvPr/>
        </p:nvSpPr>
        <p:spPr bwMode="auto">
          <a:xfrm>
            <a:off x="3435350" y="2006600"/>
            <a:ext cx="2546350" cy="2286000"/>
          </a:xfrm>
          <a:prstGeom prst="roundRect">
            <a:avLst/>
          </a:prstGeom>
          <a:solidFill>
            <a:srgbClr val="FCF3E9"/>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3" name="Rectangle: Rounded Corners 12">
            <a:extLst>
              <a:ext uri="{FF2B5EF4-FFF2-40B4-BE49-F238E27FC236}">
                <a16:creationId xmlns:a16="http://schemas.microsoft.com/office/drawing/2014/main" id="{F209E70A-2A26-13B0-3C00-A9F0A72B0BD8}"/>
              </a:ext>
            </a:extLst>
          </p:cNvPr>
          <p:cNvSpPr/>
          <p:nvPr/>
        </p:nvSpPr>
        <p:spPr bwMode="auto">
          <a:xfrm>
            <a:off x="3435350" y="2006600"/>
            <a:ext cx="2546350" cy="609600"/>
          </a:xfrm>
          <a:prstGeom prst="round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Rectangle 13">
            <a:extLst>
              <a:ext uri="{FF2B5EF4-FFF2-40B4-BE49-F238E27FC236}">
                <a16:creationId xmlns:a16="http://schemas.microsoft.com/office/drawing/2014/main" id="{D4617DE2-2A51-7E24-F4E8-C432F2969479}"/>
              </a:ext>
            </a:extLst>
          </p:cNvPr>
          <p:cNvSpPr/>
          <p:nvPr/>
        </p:nvSpPr>
        <p:spPr bwMode="auto">
          <a:xfrm>
            <a:off x="3435350" y="2311400"/>
            <a:ext cx="2546350" cy="304800"/>
          </a:xfrm>
          <a:prstGeom prst="rect">
            <a:avLst/>
          </a:prstGeom>
          <a:solidFill>
            <a:srgbClr val="D83B0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TextBox 14">
            <a:extLst>
              <a:ext uri="{FF2B5EF4-FFF2-40B4-BE49-F238E27FC236}">
                <a16:creationId xmlns:a16="http://schemas.microsoft.com/office/drawing/2014/main" id="{01C3D05C-80B0-8EC9-F9F5-9F6B6234C362}"/>
              </a:ext>
            </a:extLst>
          </p:cNvPr>
          <p:cNvSpPr txBox="1"/>
          <p:nvPr/>
        </p:nvSpPr>
        <p:spPr>
          <a:xfrm>
            <a:off x="363855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Incident response</a:t>
            </a:r>
            <a:endParaRPr lang="en-US" sz="1600" b="1" dirty="0" err="1">
              <a:solidFill>
                <a:srgbClr val="FFFFFF"/>
              </a:solidFill>
              <a:latin typeface="Segoe UI" panose="020B0502040204020203" pitchFamily="34" charset="0"/>
            </a:endParaRPr>
          </a:p>
        </p:txBody>
      </p:sp>
      <p:sp>
        <p:nvSpPr>
          <p:cNvPr id="16" name="TextBox 15">
            <a:extLst>
              <a:ext uri="{FF2B5EF4-FFF2-40B4-BE49-F238E27FC236}">
                <a16:creationId xmlns:a16="http://schemas.microsoft.com/office/drawing/2014/main" id="{D66226F8-3EF3-C2A7-7C9E-82A2B4B302B9}"/>
              </a:ext>
            </a:extLst>
          </p:cNvPr>
          <p:cNvSpPr txBox="1"/>
          <p:nvPr/>
        </p:nvSpPr>
        <p:spPr>
          <a:xfrm>
            <a:off x="363855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Severity, containment, runbooks, on-call ownership, and postmortems supported by evidence.</a:t>
            </a:r>
            <a:endParaRPr lang="en-US" sz="1400" dirty="0" err="1">
              <a:solidFill>
                <a:srgbClr val="303132"/>
              </a:solidFill>
              <a:latin typeface="Segoe UI" panose="020B0502040204020203" pitchFamily="34" charset="0"/>
            </a:endParaRPr>
          </a:p>
        </p:txBody>
      </p:sp>
      <p:sp>
        <p:nvSpPr>
          <p:cNvPr id="17" name="Rectangle: Rounded Corners 16">
            <a:extLst>
              <a:ext uri="{FF2B5EF4-FFF2-40B4-BE49-F238E27FC236}">
                <a16:creationId xmlns:a16="http://schemas.microsoft.com/office/drawing/2014/main" id="{406C7BDA-5969-9240-8A36-767157D2B029}"/>
              </a:ext>
            </a:extLst>
          </p:cNvPr>
          <p:cNvSpPr/>
          <p:nvPr/>
        </p:nvSpPr>
        <p:spPr bwMode="auto">
          <a:xfrm>
            <a:off x="6210300" y="2006600"/>
            <a:ext cx="2546350" cy="2286000"/>
          </a:xfrm>
          <a:prstGeom prst="roundRect">
            <a:avLst/>
          </a:prstGeom>
          <a:solidFill>
            <a:srgbClr val="F8EF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BA4AF471-E539-CF99-476E-571E0B1771A8}"/>
              </a:ext>
            </a:extLst>
          </p:cNvPr>
          <p:cNvSpPr/>
          <p:nvPr/>
        </p:nvSpPr>
        <p:spPr bwMode="auto">
          <a:xfrm>
            <a:off x="6210300" y="2006600"/>
            <a:ext cx="2546350" cy="609600"/>
          </a:xfrm>
          <a:prstGeom prst="round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EE1DDB18-6DF2-A92E-C96F-4C7E994612AF}"/>
              </a:ext>
            </a:extLst>
          </p:cNvPr>
          <p:cNvSpPr/>
          <p:nvPr/>
        </p:nvSpPr>
        <p:spPr bwMode="auto">
          <a:xfrm>
            <a:off x="6210300" y="2311400"/>
            <a:ext cx="2546350" cy="304800"/>
          </a:xfrm>
          <a:prstGeom prst="rect">
            <a:avLst/>
          </a:prstGeom>
          <a:solidFill>
            <a:srgbClr val="5C2D91"/>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A1021FB3-0F4F-F608-0606-49FBE94302F7}"/>
              </a:ext>
            </a:extLst>
          </p:cNvPr>
          <p:cNvSpPr txBox="1"/>
          <p:nvPr/>
        </p:nvSpPr>
        <p:spPr>
          <a:xfrm>
            <a:off x="641350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Model lifecycle</a:t>
            </a:r>
            <a:endParaRPr lang="en-US" sz="16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D2938D38-6690-762A-8F69-C3B3CCA19062}"/>
              </a:ext>
            </a:extLst>
          </p:cNvPr>
          <p:cNvSpPr txBox="1"/>
          <p:nvPr/>
        </p:nvSpPr>
        <p:spPr>
          <a:xfrm>
            <a:off x="641350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Deprecation, canary upgrades, version pinning, comparison, and rollback drills.</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866332E4-A8D0-E7DB-F872-2002E381E9C5}"/>
              </a:ext>
            </a:extLst>
          </p:cNvPr>
          <p:cNvSpPr/>
          <p:nvPr/>
        </p:nvSpPr>
        <p:spPr bwMode="auto">
          <a:xfrm>
            <a:off x="8985250" y="2006600"/>
            <a:ext cx="2546350" cy="2286000"/>
          </a:xfrm>
          <a:prstGeom prst="roundRect">
            <a:avLst/>
          </a:prstGeom>
          <a:solidFill>
            <a:srgbClr val="EDF8ED"/>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6EBCAE27-B914-30D0-582B-EE46E28D0244}"/>
              </a:ext>
            </a:extLst>
          </p:cNvPr>
          <p:cNvSpPr/>
          <p:nvPr/>
        </p:nvSpPr>
        <p:spPr bwMode="auto">
          <a:xfrm>
            <a:off x="8985250" y="2006600"/>
            <a:ext cx="2546350" cy="609600"/>
          </a:xfrm>
          <a:prstGeom prst="round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Rectangle 23">
            <a:extLst>
              <a:ext uri="{FF2B5EF4-FFF2-40B4-BE49-F238E27FC236}">
                <a16:creationId xmlns:a16="http://schemas.microsoft.com/office/drawing/2014/main" id="{7D604B66-2373-B382-A16B-CA4346AA0BA3}"/>
              </a:ext>
            </a:extLst>
          </p:cNvPr>
          <p:cNvSpPr/>
          <p:nvPr/>
        </p:nvSpPr>
        <p:spPr bwMode="auto">
          <a:xfrm>
            <a:off x="8985250" y="2311400"/>
            <a:ext cx="2546350" cy="304800"/>
          </a:xfrm>
          <a:prstGeom prst="rect">
            <a:avLst/>
          </a:prstGeom>
          <a:solidFill>
            <a:srgbClr val="107C10"/>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5" name="TextBox 24">
            <a:extLst>
              <a:ext uri="{FF2B5EF4-FFF2-40B4-BE49-F238E27FC236}">
                <a16:creationId xmlns:a16="http://schemas.microsoft.com/office/drawing/2014/main" id="{143E23B8-5196-D1EF-88C0-D68C66A6B655}"/>
              </a:ext>
            </a:extLst>
          </p:cNvPr>
          <p:cNvSpPr txBox="1"/>
          <p:nvPr/>
        </p:nvSpPr>
        <p:spPr>
          <a:xfrm>
            <a:off x="9188450" y="2171700"/>
            <a:ext cx="2139950" cy="304800"/>
          </a:xfrm>
          <a:prstGeom prst="rect">
            <a:avLst/>
          </a:prstGeom>
          <a:noFill/>
        </p:spPr>
        <p:txBody>
          <a:bodyPr vert="horz" wrap="square" lIns="0" tIns="0" rIns="0" bIns="0" rtlCol="0">
            <a:noAutofit/>
          </a:bodyPr>
          <a:lstStyle/>
          <a:p>
            <a:r>
              <a:rPr lang="en-US" sz="1600" b="1">
                <a:solidFill>
                  <a:srgbClr val="FFFFFF"/>
                </a:solidFill>
                <a:latin typeface="Segoe UI" panose="020B0502040204020203" pitchFamily="34" charset="0"/>
              </a:rPr>
              <a:t>Cost and capacity</a:t>
            </a:r>
            <a:endParaRPr lang="en-US" sz="1600" b="1" dirty="0" err="1">
              <a:solidFill>
                <a:srgbClr val="FFFFFF"/>
              </a:solidFill>
              <a:latin typeface="Segoe UI" panose="020B0502040204020203" pitchFamily="34" charset="0"/>
            </a:endParaRPr>
          </a:p>
        </p:txBody>
      </p:sp>
      <p:sp>
        <p:nvSpPr>
          <p:cNvPr id="26" name="TextBox 25">
            <a:extLst>
              <a:ext uri="{FF2B5EF4-FFF2-40B4-BE49-F238E27FC236}">
                <a16:creationId xmlns:a16="http://schemas.microsoft.com/office/drawing/2014/main" id="{8294A386-5FE9-1C38-6DBF-E58DC49841E2}"/>
              </a:ext>
            </a:extLst>
          </p:cNvPr>
          <p:cNvSpPr txBox="1"/>
          <p:nvPr/>
        </p:nvSpPr>
        <p:spPr>
          <a:xfrm>
            <a:off x="9188450" y="2806700"/>
            <a:ext cx="213995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Provisioned Throughput Units (PTU) vs. consumption pricing, workload budgets, quotas, throttling, and anomaly alerts.</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684336324"/>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B1DAD40-4124-0607-78E5-F0C322E3D17B}"/>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19880C70-A64D-914E-B359-C9B76F51016B}"/>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4057E888-6B5F-BC17-09E2-2C59DD4C5287}"/>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05051631-DBE0-67BB-0C65-43EF8A804D2A}"/>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AI incident runbook</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595F6643-58B0-6CCF-5FC8-AD98A209DF9B}"/>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Containment first. Evidence-backed fix second.</a:t>
            </a:r>
            <a:endParaRPr lang="en-US" sz="1400" dirty="0" err="1">
              <a:solidFill>
                <a:srgbClr val="777777"/>
              </a:solidFill>
              <a:latin typeface="Segoe UI" panose="020B0502040204020203" pitchFamily="34" charset="0"/>
            </a:endParaRPr>
          </a:p>
        </p:txBody>
      </p:sp>
      <p:graphicFrame>
        <p:nvGraphicFramePr>
          <p:cNvPr id="7" name="Table 6">
            <a:extLst>
              <a:ext uri="{FF2B5EF4-FFF2-40B4-BE49-F238E27FC236}">
                <a16:creationId xmlns:a16="http://schemas.microsoft.com/office/drawing/2014/main" id="{2E125703-F8D3-F304-61F7-24DA536D2661}"/>
              </a:ext>
            </a:extLst>
          </p:cNvPr>
          <p:cNvGraphicFramePr>
            <a:graphicFrameLocks noGrp="1"/>
          </p:cNvGraphicFramePr>
          <p:nvPr>
            <p:extLst>
              <p:ext uri="{D42A27DB-BD31-4B8C-83A1-F6EECF244321}">
                <p14:modId xmlns:p14="http://schemas.microsoft.com/office/powerpoint/2010/main" val="171586718"/>
              </p:ext>
            </p:extLst>
          </p:nvPr>
        </p:nvGraphicFramePr>
        <p:xfrm>
          <a:off x="660400" y="1422400"/>
          <a:ext cx="10871200" cy="4368800"/>
        </p:xfrm>
        <a:graphic>
          <a:graphicData uri="http://schemas.openxmlformats.org/drawingml/2006/table">
            <a:tbl>
              <a:tblPr firstRow="1" bandRow="1">
                <a:tableStyleId>{5C22544A-7EE6-4342-B048-85BDC9FD1C3A}</a:tableStyleId>
              </a:tblPr>
              <a:tblGrid>
                <a:gridCol w="3623733">
                  <a:extLst>
                    <a:ext uri="{9D8B030D-6E8A-4147-A177-3AD203B41FA5}">
                      <a16:colId xmlns:a16="http://schemas.microsoft.com/office/drawing/2014/main" val="3059693310"/>
                    </a:ext>
                  </a:extLst>
                </a:gridCol>
                <a:gridCol w="3623733">
                  <a:extLst>
                    <a:ext uri="{9D8B030D-6E8A-4147-A177-3AD203B41FA5}">
                      <a16:colId xmlns:a16="http://schemas.microsoft.com/office/drawing/2014/main" val="1212917083"/>
                    </a:ext>
                  </a:extLst>
                </a:gridCol>
                <a:gridCol w="3623733">
                  <a:extLst>
                    <a:ext uri="{9D8B030D-6E8A-4147-A177-3AD203B41FA5}">
                      <a16:colId xmlns:a16="http://schemas.microsoft.com/office/drawing/2014/main" val="1258814494"/>
                    </a:ext>
                  </a:extLst>
                </a:gridCol>
              </a:tblGrid>
              <a:tr h="873760">
                <a:tc>
                  <a:txBody>
                    <a:bodyPr/>
                    <a:lstStyle/>
                    <a:p>
                      <a:r>
                        <a:rPr lang="en-US" sz="1400" b="1">
                          <a:solidFill>
                            <a:srgbClr val="FFFFFF"/>
                          </a:solidFill>
                          <a:latin typeface="Segoe UI" panose="020B0502040204020203" pitchFamily="34" charset="0"/>
                        </a:rPr>
                        <a:t>Severity</a:t>
                      </a:r>
                    </a:p>
                  </a:txBody>
                  <a:tcPr marL="101600" marR="101600">
                    <a:solidFill>
                      <a:srgbClr val="243A5E"/>
                    </a:solidFill>
                  </a:tcPr>
                </a:tc>
                <a:tc>
                  <a:txBody>
                    <a:bodyPr/>
                    <a:lstStyle/>
                    <a:p>
                      <a:r>
                        <a:rPr lang="en-US" sz="1400" b="1">
                          <a:solidFill>
                            <a:srgbClr val="FFFFFF"/>
                          </a:solidFill>
                          <a:latin typeface="Segoe UI" panose="020B0502040204020203" pitchFamily="34" charset="0"/>
                        </a:rPr>
                        <a:t>Example</a:t>
                      </a:r>
                    </a:p>
                  </a:txBody>
                  <a:tcPr marL="101600" marR="101600">
                    <a:solidFill>
                      <a:srgbClr val="243A5E"/>
                    </a:solidFill>
                  </a:tcPr>
                </a:tc>
                <a:tc>
                  <a:txBody>
                    <a:bodyPr/>
                    <a:lstStyle/>
                    <a:p>
                      <a:r>
                        <a:rPr lang="en-US" sz="1400" b="1">
                          <a:solidFill>
                            <a:srgbClr val="FFFFFF"/>
                          </a:solidFill>
                          <a:latin typeface="Segoe UI" panose="020B0502040204020203" pitchFamily="34" charset="0"/>
                        </a:rPr>
                        <a:t>First action</a:t>
                      </a:r>
                    </a:p>
                  </a:txBody>
                  <a:tcPr marL="101600" marR="101600">
                    <a:solidFill>
                      <a:srgbClr val="243A5E"/>
                    </a:solidFill>
                  </a:tcPr>
                </a:tc>
                <a:extLst>
                  <a:ext uri="{0D108BD9-81ED-4DB2-BD59-A6C34878D82A}">
                    <a16:rowId xmlns:a16="http://schemas.microsoft.com/office/drawing/2014/main" val="3038259829"/>
                  </a:ext>
                </a:extLst>
              </a:tr>
              <a:tr h="873760">
                <a:tc>
                  <a:txBody>
                    <a:bodyPr/>
                    <a:lstStyle/>
                    <a:p>
                      <a:r>
                        <a:rPr lang="en-US" sz="1400">
                          <a:solidFill>
                            <a:srgbClr val="303132"/>
                          </a:solidFill>
                          <a:latin typeface="Segoe UI" panose="020B0502040204020203" pitchFamily="34" charset="0"/>
                        </a:rPr>
                        <a:t>S1 Critical</a:t>
                      </a:r>
                    </a:p>
                  </a:txBody>
                  <a:tcPr marL="101600" marR="101600">
                    <a:solidFill>
                      <a:srgbClr val="FFFFFF"/>
                    </a:solidFill>
                  </a:tcPr>
                </a:tc>
                <a:tc>
                  <a:txBody>
                    <a:bodyPr/>
                    <a:lstStyle/>
                    <a:p>
                      <a:r>
                        <a:rPr lang="en-US" sz="1400">
                          <a:solidFill>
                            <a:srgbClr val="303132"/>
                          </a:solidFill>
                          <a:latin typeface="Segoe UI" panose="020B0502040204020203" pitchFamily="34" charset="0"/>
                        </a:rPr>
                        <a:t>Safety event or data leak in production</a:t>
                      </a:r>
                    </a:p>
                  </a:txBody>
                  <a:tcPr marL="101600" marR="101600">
                    <a:solidFill>
                      <a:srgbClr val="FFFFFF"/>
                    </a:solidFill>
                  </a:tcPr>
                </a:tc>
                <a:tc>
                  <a:txBody>
                    <a:bodyPr/>
                    <a:lstStyle/>
                    <a:p>
                      <a:r>
                        <a:rPr lang="en-US" sz="1400">
                          <a:solidFill>
                            <a:srgbClr val="303132"/>
                          </a:solidFill>
                          <a:latin typeface="Segoe UI" panose="020B0502040204020203" pitchFamily="34" charset="0"/>
                        </a:rPr>
                        <a:t>Stop gate and roll back to the last good version</a:t>
                      </a:r>
                    </a:p>
                  </a:txBody>
                  <a:tcPr marL="101600" marR="101600">
                    <a:solidFill>
                      <a:srgbClr val="FFFFFF"/>
                    </a:solidFill>
                  </a:tcPr>
                </a:tc>
                <a:extLst>
                  <a:ext uri="{0D108BD9-81ED-4DB2-BD59-A6C34878D82A}">
                    <a16:rowId xmlns:a16="http://schemas.microsoft.com/office/drawing/2014/main" val="3175262142"/>
                  </a:ext>
                </a:extLst>
              </a:tr>
              <a:tr h="873760">
                <a:tc>
                  <a:txBody>
                    <a:bodyPr/>
                    <a:lstStyle/>
                    <a:p>
                      <a:r>
                        <a:rPr lang="en-US" sz="1400">
                          <a:solidFill>
                            <a:srgbClr val="303132"/>
                          </a:solidFill>
                          <a:latin typeface="Segoe UI" panose="020B0502040204020203" pitchFamily="34" charset="0"/>
                        </a:rPr>
                        <a:t>S2 High</a:t>
                      </a:r>
                    </a:p>
                  </a:txBody>
                  <a:tcPr marL="101600" marR="101600">
                    <a:solidFill>
                      <a:srgbClr val="F5F5F5"/>
                    </a:solidFill>
                  </a:tcPr>
                </a:tc>
                <a:tc>
                  <a:txBody>
                    <a:bodyPr/>
                    <a:lstStyle/>
                    <a:p>
                      <a:r>
                        <a:rPr lang="en-US" sz="1400">
                          <a:solidFill>
                            <a:srgbClr val="303132"/>
                          </a:solidFill>
                          <a:latin typeface="Segoe UI" panose="020B0502040204020203" pitchFamily="34" charset="0"/>
                        </a:rPr>
                        <a:t>Quality or grounding regression after deployment</a:t>
                      </a:r>
                    </a:p>
                  </a:txBody>
                  <a:tcPr marL="101600" marR="101600">
                    <a:solidFill>
                      <a:srgbClr val="F5F5F5"/>
                    </a:solidFill>
                  </a:tcPr>
                </a:tc>
                <a:tc>
                  <a:txBody>
                    <a:bodyPr/>
                    <a:lstStyle/>
                    <a:p>
                      <a:r>
                        <a:rPr lang="en-US" sz="1400">
                          <a:solidFill>
                            <a:srgbClr val="303132"/>
                          </a:solidFill>
                          <a:latin typeface="Segoe UI" panose="020B0502040204020203" pitchFamily="34" charset="0"/>
                        </a:rPr>
                        <a:t>Planned rollback or version pin</a:t>
                      </a:r>
                    </a:p>
                  </a:txBody>
                  <a:tcPr marL="101600" marR="101600">
                    <a:solidFill>
                      <a:srgbClr val="F5F5F5"/>
                    </a:solidFill>
                  </a:tcPr>
                </a:tc>
                <a:extLst>
                  <a:ext uri="{0D108BD9-81ED-4DB2-BD59-A6C34878D82A}">
                    <a16:rowId xmlns:a16="http://schemas.microsoft.com/office/drawing/2014/main" val="2650676641"/>
                  </a:ext>
                </a:extLst>
              </a:tr>
              <a:tr h="873760">
                <a:tc>
                  <a:txBody>
                    <a:bodyPr/>
                    <a:lstStyle/>
                    <a:p>
                      <a:r>
                        <a:rPr lang="en-US" sz="1400">
                          <a:solidFill>
                            <a:srgbClr val="303132"/>
                          </a:solidFill>
                          <a:latin typeface="Segoe UI" panose="020B0502040204020203" pitchFamily="34" charset="0"/>
                        </a:rPr>
                        <a:t>S3 Medium</a:t>
                      </a:r>
                    </a:p>
                  </a:txBody>
                  <a:tcPr marL="101600" marR="101600">
                    <a:solidFill>
                      <a:srgbClr val="FFFFFF"/>
                    </a:solidFill>
                  </a:tcPr>
                </a:tc>
                <a:tc>
                  <a:txBody>
                    <a:bodyPr/>
                    <a:lstStyle/>
                    <a:p>
                      <a:r>
                        <a:rPr lang="en-US" sz="1400">
                          <a:solidFill>
                            <a:srgbClr val="303132"/>
                          </a:solidFill>
                          <a:latin typeface="Segoe UI" panose="020B0502040204020203" pitchFamily="34" charset="0"/>
                        </a:rPr>
                        <a:t>Latency degradation or cost spike</a:t>
                      </a:r>
                    </a:p>
                  </a:txBody>
                  <a:tcPr marL="101600" marR="101600">
                    <a:solidFill>
                      <a:srgbClr val="FFFFFF"/>
                    </a:solidFill>
                  </a:tcPr>
                </a:tc>
                <a:tc>
                  <a:txBody>
                    <a:bodyPr/>
                    <a:lstStyle/>
                    <a:p>
                      <a:r>
                        <a:rPr lang="en-US" sz="1400">
                          <a:solidFill>
                            <a:srgbClr val="303132"/>
                          </a:solidFill>
                          <a:latin typeface="Segoe UI" panose="020B0502040204020203" pitchFamily="34" charset="0"/>
                        </a:rPr>
                        <a:t>Rate-limit, investigate, then act</a:t>
                      </a:r>
                    </a:p>
                  </a:txBody>
                  <a:tcPr marL="101600" marR="101600">
                    <a:solidFill>
                      <a:srgbClr val="FFFFFF"/>
                    </a:solidFill>
                  </a:tcPr>
                </a:tc>
                <a:extLst>
                  <a:ext uri="{0D108BD9-81ED-4DB2-BD59-A6C34878D82A}">
                    <a16:rowId xmlns:a16="http://schemas.microsoft.com/office/drawing/2014/main" val="145777941"/>
                  </a:ext>
                </a:extLst>
              </a:tr>
              <a:tr h="873760">
                <a:tc>
                  <a:txBody>
                    <a:bodyPr/>
                    <a:lstStyle/>
                    <a:p>
                      <a:r>
                        <a:rPr lang="en-US" sz="1400">
                          <a:solidFill>
                            <a:srgbClr val="303132"/>
                          </a:solidFill>
                          <a:latin typeface="Segoe UI" panose="020B0502040204020203" pitchFamily="34" charset="0"/>
                        </a:rPr>
                        <a:t>S4 Low</a:t>
                      </a:r>
                    </a:p>
                  </a:txBody>
                  <a:tcPr marL="101600" marR="101600">
                    <a:solidFill>
                      <a:srgbClr val="F5F5F5"/>
                    </a:solidFill>
                  </a:tcPr>
                </a:tc>
                <a:tc>
                  <a:txBody>
                    <a:bodyPr/>
                    <a:lstStyle/>
                    <a:p>
                      <a:r>
                        <a:rPr lang="en-US" sz="1400">
                          <a:solidFill>
                            <a:srgbClr val="303132"/>
                          </a:solidFill>
                          <a:latin typeface="Segoe UI" panose="020B0502040204020203" pitchFamily="34" charset="0"/>
                        </a:rPr>
                        <a:t>Drift indicator on a single metric</a:t>
                      </a:r>
                    </a:p>
                  </a:txBody>
                  <a:tcPr marL="101600" marR="101600">
                    <a:solidFill>
                      <a:srgbClr val="F5F5F5"/>
                    </a:solidFill>
                  </a:tcPr>
                </a:tc>
                <a:tc>
                  <a:txBody>
                    <a:bodyPr/>
                    <a:lstStyle/>
                    <a:p>
                      <a:r>
                        <a:rPr lang="en-US" sz="1400">
                          <a:solidFill>
                            <a:srgbClr val="303132"/>
                          </a:solidFill>
                          <a:latin typeface="Segoe UI" panose="020B0502040204020203" pitchFamily="34" charset="0"/>
                        </a:rPr>
                        <a:t>Schedule analysis in the next evaluation cycle</a:t>
                      </a:r>
                    </a:p>
                  </a:txBody>
                  <a:tcPr marL="101600" marR="101600">
                    <a:solidFill>
                      <a:srgbClr val="F5F5F5"/>
                    </a:solidFill>
                  </a:tcPr>
                </a:tc>
                <a:extLst>
                  <a:ext uri="{0D108BD9-81ED-4DB2-BD59-A6C34878D82A}">
                    <a16:rowId xmlns:a16="http://schemas.microsoft.com/office/drawing/2014/main" val="195292391"/>
                  </a:ext>
                </a:extLst>
              </a:tr>
            </a:tbl>
          </a:graphicData>
        </a:graphic>
      </p:graphicFrame>
    </p:spTree>
    <p:extLst>
      <p:ext uri="{BB962C8B-B14F-4D97-AF65-F5344CB8AC3E}">
        <p14:creationId xmlns:p14="http://schemas.microsoft.com/office/powerpoint/2010/main" val="123195757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5400D56-13D6-513B-366D-B32EA8D61B9E}"/>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B44B3241-8AD7-6E1A-215E-8188F410D955}"/>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2603C690-F2E3-B1B9-CCAF-57BBC6E07714}"/>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79401065-B317-5147-617D-15D7BBBE0DB2}"/>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Incident triage flow</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EF71BE63-0CDA-7D46-489A-1F7CE9D560D2}"/>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Contain the impact before debugging the root cause.</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B2FB8B86-00F4-E82B-E0A1-CFD69CDAEAB1}"/>
              </a:ext>
            </a:extLst>
          </p:cNvPr>
          <p:cNvSpPr/>
          <p:nvPr/>
        </p:nvSpPr>
        <p:spPr bwMode="auto">
          <a:xfrm>
            <a:off x="660400" y="2146300"/>
            <a:ext cx="1747520" cy="2032000"/>
          </a:xfrm>
          <a:prstGeom prst="roundRect">
            <a:avLst/>
          </a:prstGeom>
          <a:solidFill>
            <a:srgbClr val="C4192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B7D17D24-E2C8-7EE7-12D6-A1C558C57E2B}"/>
              </a:ext>
            </a:extLst>
          </p:cNvPr>
          <p:cNvSpPr txBox="1"/>
          <p:nvPr/>
        </p:nvSpPr>
        <p:spPr>
          <a:xfrm>
            <a:off x="81280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Detect</a:t>
            </a:r>
            <a:endParaRPr lang="en-US" sz="17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5CBABB18-99F6-E0BA-3599-24CB7AB5C47C}"/>
              </a:ext>
            </a:extLst>
          </p:cNvPr>
          <p:cNvSpPr txBox="1"/>
          <p:nvPr/>
        </p:nvSpPr>
        <p:spPr>
          <a:xfrm>
            <a:off x="81280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Alert, safety signal, evaluation drift, or user report</a:t>
            </a:r>
            <a:endParaRPr lang="en-US" sz="1400" dirty="0" err="1">
              <a:solidFill>
                <a:srgbClr val="FFFFFF"/>
              </a:solidFill>
              <a:latin typeface="Segoe UI" panose="020B0502040204020203" pitchFamily="34" charset="0"/>
            </a:endParaRPr>
          </a:p>
        </p:txBody>
      </p:sp>
      <p:sp>
        <p:nvSpPr>
          <p:cNvPr id="10" name="Arrow: Right 9">
            <a:extLst>
              <a:ext uri="{FF2B5EF4-FFF2-40B4-BE49-F238E27FC236}">
                <a16:creationId xmlns:a16="http://schemas.microsoft.com/office/drawing/2014/main" id="{C0AD0E60-9E19-F729-1D2F-C70BFE3AFBFF}"/>
              </a:ext>
            </a:extLst>
          </p:cNvPr>
          <p:cNvSpPr/>
          <p:nvPr/>
        </p:nvSpPr>
        <p:spPr bwMode="auto">
          <a:xfrm>
            <a:off x="249682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Rectangle: Rounded Corners 10">
            <a:extLst>
              <a:ext uri="{FF2B5EF4-FFF2-40B4-BE49-F238E27FC236}">
                <a16:creationId xmlns:a16="http://schemas.microsoft.com/office/drawing/2014/main" id="{97649353-2EA9-5589-3D8A-50A3739B37FF}"/>
              </a:ext>
            </a:extLst>
          </p:cNvPr>
          <p:cNvSpPr/>
          <p:nvPr/>
        </p:nvSpPr>
        <p:spPr bwMode="auto">
          <a:xfrm>
            <a:off x="2941320" y="2146300"/>
            <a:ext cx="1747520" cy="2032000"/>
          </a:xfrm>
          <a:prstGeom prst="roundRect">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F02C8525-3AD9-C3E3-7CE8-B1C591129006}"/>
              </a:ext>
            </a:extLst>
          </p:cNvPr>
          <p:cNvSpPr txBox="1"/>
          <p:nvPr/>
        </p:nvSpPr>
        <p:spPr>
          <a:xfrm>
            <a:off x="309372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Correlate</a:t>
            </a:r>
            <a:endParaRPr lang="en-US" sz="1700" b="1" dirty="0" err="1">
              <a:solidFill>
                <a:srgbClr val="FFFFFF"/>
              </a:solidFill>
              <a:latin typeface="Segoe UI" panose="020B0502040204020203" pitchFamily="34" charset="0"/>
            </a:endParaRPr>
          </a:p>
        </p:txBody>
      </p:sp>
      <p:sp>
        <p:nvSpPr>
          <p:cNvPr id="13" name="TextBox 12">
            <a:extLst>
              <a:ext uri="{FF2B5EF4-FFF2-40B4-BE49-F238E27FC236}">
                <a16:creationId xmlns:a16="http://schemas.microsoft.com/office/drawing/2014/main" id="{2027DEA4-92D9-62B7-4F35-51CD4E8F51B2}"/>
              </a:ext>
            </a:extLst>
          </p:cNvPr>
          <p:cNvSpPr txBox="1"/>
          <p:nvPr/>
        </p:nvSpPr>
        <p:spPr>
          <a:xfrm>
            <a:off x="309372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Find trace, session, agent version, and deployment</a:t>
            </a:r>
            <a:endParaRPr lang="en-US" sz="1400" dirty="0" err="1">
              <a:solidFill>
                <a:srgbClr val="FFFFFF"/>
              </a:solidFill>
              <a:latin typeface="Segoe UI" panose="020B0502040204020203" pitchFamily="34" charset="0"/>
            </a:endParaRPr>
          </a:p>
        </p:txBody>
      </p:sp>
      <p:sp>
        <p:nvSpPr>
          <p:cNvPr id="14" name="Arrow: Right 13">
            <a:extLst>
              <a:ext uri="{FF2B5EF4-FFF2-40B4-BE49-F238E27FC236}">
                <a16:creationId xmlns:a16="http://schemas.microsoft.com/office/drawing/2014/main" id="{2615FDEB-D887-66C7-F27E-45387B4E213D}"/>
              </a:ext>
            </a:extLst>
          </p:cNvPr>
          <p:cNvSpPr/>
          <p:nvPr/>
        </p:nvSpPr>
        <p:spPr bwMode="auto">
          <a:xfrm>
            <a:off x="477774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Rectangle: Rounded Corners 14">
            <a:extLst>
              <a:ext uri="{FF2B5EF4-FFF2-40B4-BE49-F238E27FC236}">
                <a16:creationId xmlns:a16="http://schemas.microsoft.com/office/drawing/2014/main" id="{89BF75DD-8A1E-0ED6-C704-5A07C47719A8}"/>
              </a:ext>
            </a:extLst>
          </p:cNvPr>
          <p:cNvSpPr/>
          <p:nvPr/>
        </p:nvSpPr>
        <p:spPr bwMode="auto">
          <a:xfrm>
            <a:off x="5222240" y="2146300"/>
            <a:ext cx="1747521" cy="2032000"/>
          </a:xfrm>
          <a:prstGeom prst="roundRect">
            <a:avLst/>
          </a:prstGeom>
          <a:solidFill>
            <a:srgbClr val="D83B0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6" name="TextBox 15">
            <a:extLst>
              <a:ext uri="{FF2B5EF4-FFF2-40B4-BE49-F238E27FC236}">
                <a16:creationId xmlns:a16="http://schemas.microsoft.com/office/drawing/2014/main" id="{A2D6375D-9F51-98A5-F68D-4CF5A5BE5256}"/>
              </a:ext>
            </a:extLst>
          </p:cNvPr>
          <p:cNvSpPr txBox="1"/>
          <p:nvPr/>
        </p:nvSpPr>
        <p:spPr>
          <a:xfrm>
            <a:off x="537464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Contain</a:t>
            </a:r>
            <a:endParaRPr lang="en-US" sz="1700" b="1" dirty="0" err="1">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8FC91B4A-5BA9-67C6-AE22-0DD3098E044D}"/>
              </a:ext>
            </a:extLst>
          </p:cNvPr>
          <p:cNvSpPr txBox="1"/>
          <p:nvPr/>
        </p:nvSpPr>
        <p:spPr>
          <a:xfrm>
            <a:off x="537464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Block, disable tool, rate-limit, pin, or roll back</a:t>
            </a:r>
            <a:endParaRPr lang="en-US" sz="1400" dirty="0" err="1">
              <a:solidFill>
                <a:srgbClr val="FFFFFF"/>
              </a:solidFill>
              <a:latin typeface="Segoe UI" panose="020B0502040204020203" pitchFamily="34" charset="0"/>
            </a:endParaRPr>
          </a:p>
        </p:txBody>
      </p:sp>
      <p:sp>
        <p:nvSpPr>
          <p:cNvPr id="18" name="Arrow: Right 17">
            <a:extLst>
              <a:ext uri="{FF2B5EF4-FFF2-40B4-BE49-F238E27FC236}">
                <a16:creationId xmlns:a16="http://schemas.microsoft.com/office/drawing/2014/main" id="{9C1EAEBA-2EB4-8612-6650-930282425A3A}"/>
              </a:ext>
            </a:extLst>
          </p:cNvPr>
          <p:cNvSpPr/>
          <p:nvPr/>
        </p:nvSpPr>
        <p:spPr bwMode="auto">
          <a:xfrm>
            <a:off x="705866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Rounded Corners 18">
            <a:extLst>
              <a:ext uri="{FF2B5EF4-FFF2-40B4-BE49-F238E27FC236}">
                <a16:creationId xmlns:a16="http://schemas.microsoft.com/office/drawing/2014/main" id="{5F476667-5861-5F9A-F9C5-81E30F8FCDD1}"/>
              </a:ext>
            </a:extLst>
          </p:cNvPr>
          <p:cNvSpPr/>
          <p:nvPr/>
        </p:nvSpPr>
        <p:spPr bwMode="auto">
          <a:xfrm>
            <a:off x="7503160" y="2146300"/>
            <a:ext cx="1747520" cy="2032000"/>
          </a:xfrm>
          <a:prstGeom prst="roundRect">
            <a:avLst/>
          </a:prstGeom>
          <a:solidFill>
            <a:srgbClr val="5C2D9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26B471B9-E4C5-01D6-ECED-38EB1AA28DA7}"/>
              </a:ext>
            </a:extLst>
          </p:cNvPr>
          <p:cNvSpPr txBox="1"/>
          <p:nvPr/>
        </p:nvSpPr>
        <p:spPr>
          <a:xfrm>
            <a:off x="765556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Fix</a:t>
            </a:r>
            <a:endParaRPr lang="en-US" sz="17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DF15EB20-1F18-DCFF-F19E-0B601179AACC}"/>
              </a:ext>
            </a:extLst>
          </p:cNvPr>
          <p:cNvSpPr txBox="1"/>
          <p:nvPr/>
        </p:nvSpPr>
        <p:spPr>
          <a:xfrm>
            <a:off x="765556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Analyze, change, and re-evaluate the candidate</a:t>
            </a:r>
            <a:endParaRPr lang="en-US" sz="1400" dirty="0" err="1">
              <a:solidFill>
                <a:srgbClr val="FFFFFF"/>
              </a:solidFill>
              <a:latin typeface="Segoe UI" panose="020B0502040204020203" pitchFamily="34" charset="0"/>
            </a:endParaRPr>
          </a:p>
        </p:txBody>
      </p:sp>
      <p:sp>
        <p:nvSpPr>
          <p:cNvPr id="22" name="Arrow: Right 21">
            <a:extLst>
              <a:ext uri="{FF2B5EF4-FFF2-40B4-BE49-F238E27FC236}">
                <a16:creationId xmlns:a16="http://schemas.microsoft.com/office/drawing/2014/main" id="{720CB7C7-5B8E-02B6-8AE6-957DE6A6166C}"/>
              </a:ext>
            </a:extLst>
          </p:cNvPr>
          <p:cNvSpPr/>
          <p:nvPr/>
        </p:nvSpPr>
        <p:spPr bwMode="auto">
          <a:xfrm>
            <a:off x="933958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378FEFC4-938E-0D51-5532-3028F83076D1}"/>
              </a:ext>
            </a:extLst>
          </p:cNvPr>
          <p:cNvSpPr/>
          <p:nvPr/>
        </p:nvSpPr>
        <p:spPr bwMode="auto">
          <a:xfrm>
            <a:off x="9784080" y="2146300"/>
            <a:ext cx="1747520" cy="2032000"/>
          </a:xfrm>
          <a:prstGeom prst="roundRect">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TextBox 23">
            <a:extLst>
              <a:ext uri="{FF2B5EF4-FFF2-40B4-BE49-F238E27FC236}">
                <a16:creationId xmlns:a16="http://schemas.microsoft.com/office/drawing/2014/main" id="{BA64CA1F-D539-C9DE-F689-9F2DF22F2B61}"/>
              </a:ext>
            </a:extLst>
          </p:cNvPr>
          <p:cNvSpPr txBox="1"/>
          <p:nvPr/>
        </p:nvSpPr>
        <p:spPr>
          <a:xfrm>
            <a:off x="993648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Close</a:t>
            </a:r>
            <a:endParaRPr lang="en-US" sz="1700" b="1" dirty="0" err="1">
              <a:solidFill>
                <a:srgbClr val="FFFFFF"/>
              </a:solidFill>
              <a:latin typeface="Segoe UI" panose="020B0502040204020203" pitchFamily="34" charset="0"/>
            </a:endParaRPr>
          </a:p>
        </p:txBody>
      </p:sp>
      <p:sp>
        <p:nvSpPr>
          <p:cNvPr id="25" name="TextBox 24">
            <a:extLst>
              <a:ext uri="{FF2B5EF4-FFF2-40B4-BE49-F238E27FC236}">
                <a16:creationId xmlns:a16="http://schemas.microsoft.com/office/drawing/2014/main" id="{4161D857-BD3F-6AC5-EEC0-7D85A4602EC6}"/>
              </a:ext>
            </a:extLst>
          </p:cNvPr>
          <p:cNvSpPr txBox="1"/>
          <p:nvPr/>
        </p:nvSpPr>
        <p:spPr>
          <a:xfrm>
            <a:off x="993648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Ship with evidence and update the operating model</a:t>
            </a:r>
            <a:endParaRPr lang="en-US" sz="1400"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202688711"/>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F93B472-5446-AC5E-873E-D1A77ADE700F}"/>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A9B35A92-BD0B-42B9-B667-CBFDCC908643}"/>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D17F76D3-02CC-7BA0-4D96-10FB3896D244}"/>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64262602-B6F8-6666-6AC1-FCA9B5DCF11F}"/>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Model lifecycle and canary upgrades</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FFC014C0-9A2E-7B8A-756C-EEB53E1082F1}"/>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Treat every model change as a release candidate, not a configuration flip.</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27F1C630-4DE5-C6C3-7776-0134D72C4F76}"/>
              </a:ext>
            </a:extLst>
          </p:cNvPr>
          <p:cNvSpPr/>
          <p:nvPr/>
        </p:nvSpPr>
        <p:spPr bwMode="auto">
          <a:xfrm>
            <a:off x="660400" y="2146300"/>
            <a:ext cx="1747520" cy="2032000"/>
          </a:xfrm>
          <a:prstGeom prst="roundRect">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DAACAF48-C88A-7042-99DC-BEF1C609DCC5}"/>
              </a:ext>
            </a:extLst>
          </p:cNvPr>
          <p:cNvSpPr txBox="1"/>
          <p:nvPr/>
        </p:nvSpPr>
        <p:spPr>
          <a:xfrm>
            <a:off x="81280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Baseline</a:t>
            </a:r>
            <a:endParaRPr lang="en-US" sz="17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229E3AC4-FF39-82F8-94BE-955B456D760B}"/>
              </a:ext>
            </a:extLst>
          </p:cNvPr>
          <p:cNvSpPr txBox="1"/>
          <p:nvPr/>
        </p:nvSpPr>
        <p:spPr>
          <a:xfrm>
            <a:off x="81280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Pin the current model, prompt, and tools</a:t>
            </a:r>
            <a:endParaRPr lang="en-US" sz="1400" dirty="0" err="1">
              <a:solidFill>
                <a:srgbClr val="FFFFFF"/>
              </a:solidFill>
              <a:latin typeface="Segoe UI" panose="020B0502040204020203" pitchFamily="34" charset="0"/>
            </a:endParaRPr>
          </a:p>
        </p:txBody>
      </p:sp>
      <p:sp>
        <p:nvSpPr>
          <p:cNvPr id="10" name="Arrow: Right 9">
            <a:extLst>
              <a:ext uri="{FF2B5EF4-FFF2-40B4-BE49-F238E27FC236}">
                <a16:creationId xmlns:a16="http://schemas.microsoft.com/office/drawing/2014/main" id="{BB8667B2-9C49-E04F-B4DB-4F8C988E8099}"/>
              </a:ext>
            </a:extLst>
          </p:cNvPr>
          <p:cNvSpPr/>
          <p:nvPr/>
        </p:nvSpPr>
        <p:spPr bwMode="auto">
          <a:xfrm>
            <a:off x="249682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Rectangle: Rounded Corners 10">
            <a:extLst>
              <a:ext uri="{FF2B5EF4-FFF2-40B4-BE49-F238E27FC236}">
                <a16:creationId xmlns:a16="http://schemas.microsoft.com/office/drawing/2014/main" id="{8B6D77A4-A2CB-293F-6584-7067C4E29D34}"/>
              </a:ext>
            </a:extLst>
          </p:cNvPr>
          <p:cNvSpPr/>
          <p:nvPr/>
        </p:nvSpPr>
        <p:spPr bwMode="auto">
          <a:xfrm>
            <a:off x="2941320" y="2146300"/>
            <a:ext cx="1747520" cy="2032000"/>
          </a:xfrm>
          <a:prstGeom prst="roundRect">
            <a:avLst/>
          </a:prstGeom>
          <a:solidFill>
            <a:srgbClr val="5C2D9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TextBox 11">
            <a:extLst>
              <a:ext uri="{FF2B5EF4-FFF2-40B4-BE49-F238E27FC236}">
                <a16:creationId xmlns:a16="http://schemas.microsoft.com/office/drawing/2014/main" id="{B46A59BD-0D97-4021-2035-9C4CEFC71B5A}"/>
              </a:ext>
            </a:extLst>
          </p:cNvPr>
          <p:cNvSpPr txBox="1"/>
          <p:nvPr/>
        </p:nvSpPr>
        <p:spPr>
          <a:xfrm>
            <a:off x="309372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Offline evaluation</a:t>
            </a:r>
            <a:endParaRPr lang="en-US" sz="1700" b="1" dirty="0" err="1">
              <a:solidFill>
                <a:srgbClr val="FFFFFF"/>
              </a:solidFill>
              <a:latin typeface="Segoe UI" panose="020B0502040204020203" pitchFamily="34" charset="0"/>
            </a:endParaRPr>
          </a:p>
        </p:txBody>
      </p:sp>
      <p:sp>
        <p:nvSpPr>
          <p:cNvPr id="13" name="TextBox 12">
            <a:extLst>
              <a:ext uri="{FF2B5EF4-FFF2-40B4-BE49-F238E27FC236}">
                <a16:creationId xmlns:a16="http://schemas.microsoft.com/office/drawing/2014/main" id="{2B06995C-1C7A-B054-5BA4-4FB5C22E5476}"/>
              </a:ext>
            </a:extLst>
          </p:cNvPr>
          <p:cNvSpPr txBox="1"/>
          <p:nvPr/>
        </p:nvSpPr>
        <p:spPr>
          <a:xfrm>
            <a:off x="309372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Run the candidate against the approved dataset</a:t>
            </a:r>
            <a:endParaRPr lang="en-US" sz="1400" dirty="0" err="1">
              <a:solidFill>
                <a:srgbClr val="FFFFFF"/>
              </a:solidFill>
              <a:latin typeface="Segoe UI" panose="020B0502040204020203" pitchFamily="34" charset="0"/>
            </a:endParaRPr>
          </a:p>
        </p:txBody>
      </p:sp>
      <p:sp>
        <p:nvSpPr>
          <p:cNvPr id="14" name="Arrow: Right 13">
            <a:extLst>
              <a:ext uri="{FF2B5EF4-FFF2-40B4-BE49-F238E27FC236}">
                <a16:creationId xmlns:a16="http://schemas.microsoft.com/office/drawing/2014/main" id="{17D76F62-1991-3348-964C-AE7BE552D91F}"/>
              </a:ext>
            </a:extLst>
          </p:cNvPr>
          <p:cNvSpPr/>
          <p:nvPr/>
        </p:nvSpPr>
        <p:spPr bwMode="auto">
          <a:xfrm>
            <a:off x="477774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5" name="Rectangle: Rounded Corners 14">
            <a:extLst>
              <a:ext uri="{FF2B5EF4-FFF2-40B4-BE49-F238E27FC236}">
                <a16:creationId xmlns:a16="http://schemas.microsoft.com/office/drawing/2014/main" id="{828A0481-454D-E85D-7680-319FFCF63AE3}"/>
              </a:ext>
            </a:extLst>
          </p:cNvPr>
          <p:cNvSpPr/>
          <p:nvPr/>
        </p:nvSpPr>
        <p:spPr bwMode="auto">
          <a:xfrm>
            <a:off x="5222240" y="2146300"/>
            <a:ext cx="1747521" cy="2032000"/>
          </a:xfrm>
          <a:prstGeom prst="roundRect">
            <a:avLst/>
          </a:prstGeom>
          <a:solidFill>
            <a:srgbClr val="D83B0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6" name="TextBox 15">
            <a:extLst>
              <a:ext uri="{FF2B5EF4-FFF2-40B4-BE49-F238E27FC236}">
                <a16:creationId xmlns:a16="http://schemas.microsoft.com/office/drawing/2014/main" id="{FFD5D5B5-C5B7-5229-EAA2-C892FC978274}"/>
              </a:ext>
            </a:extLst>
          </p:cNvPr>
          <p:cNvSpPr txBox="1"/>
          <p:nvPr/>
        </p:nvSpPr>
        <p:spPr>
          <a:xfrm>
            <a:off x="537464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Canary</a:t>
            </a:r>
            <a:endParaRPr lang="en-US" sz="1700" b="1" dirty="0" err="1">
              <a:solidFill>
                <a:srgbClr val="FFFFFF"/>
              </a:solidFill>
              <a:latin typeface="Segoe UI" panose="020B0502040204020203" pitchFamily="34" charset="0"/>
            </a:endParaRPr>
          </a:p>
        </p:txBody>
      </p:sp>
      <p:sp>
        <p:nvSpPr>
          <p:cNvPr id="17" name="TextBox 16">
            <a:extLst>
              <a:ext uri="{FF2B5EF4-FFF2-40B4-BE49-F238E27FC236}">
                <a16:creationId xmlns:a16="http://schemas.microsoft.com/office/drawing/2014/main" id="{AFC62866-17C8-92EE-4480-A5A41D698111}"/>
              </a:ext>
            </a:extLst>
          </p:cNvPr>
          <p:cNvSpPr txBox="1"/>
          <p:nvPr/>
        </p:nvSpPr>
        <p:spPr>
          <a:xfrm>
            <a:off x="537464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Route a controlled traffic slice to the candidate</a:t>
            </a:r>
            <a:endParaRPr lang="en-US" sz="1400" dirty="0" err="1">
              <a:solidFill>
                <a:srgbClr val="FFFFFF"/>
              </a:solidFill>
              <a:latin typeface="Segoe UI" panose="020B0502040204020203" pitchFamily="34" charset="0"/>
            </a:endParaRPr>
          </a:p>
        </p:txBody>
      </p:sp>
      <p:sp>
        <p:nvSpPr>
          <p:cNvPr id="18" name="Arrow: Right 17">
            <a:extLst>
              <a:ext uri="{FF2B5EF4-FFF2-40B4-BE49-F238E27FC236}">
                <a16:creationId xmlns:a16="http://schemas.microsoft.com/office/drawing/2014/main" id="{783D0C7B-9A00-0C00-7F89-EADD86D2BB36}"/>
              </a:ext>
            </a:extLst>
          </p:cNvPr>
          <p:cNvSpPr/>
          <p:nvPr/>
        </p:nvSpPr>
        <p:spPr bwMode="auto">
          <a:xfrm>
            <a:off x="705866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9" name="Rectangle: Rounded Corners 18">
            <a:extLst>
              <a:ext uri="{FF2B5EF4-FFF2-40B4-BE49-F238E27FC236}">
                <a16:creationId xmlns:a16="http://schemas.microsoft.com/office/drawing/2014/main" id="{4364F5A7-5793-32C0-BD7E-88A2BF4D36EE}"/>
              </a:ext>
            </a:extLst>
          </p:cNvPr>
          <p:cNvSpPr/>
          <p:nvPr/>
        </p:nvSpPr>
        <p:spPr bwMode="auto">
          <a:xfrm>
            <a:off x="7503160" y="2146300"/>
            <a:ext cx="1747520" cy="2032000"/>
          </a:xfrm>
          <a:prstGeom prst="roundRect">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6AFFF22D-04B5-5BBF-0340-2E8263070A0C}"/>
              </a:ext>
            </a:extLst>
          </p:cNvPr>
          <p:cNvSpPr txBox="1"/>
          <p:nvPr/>
        </p:nvSpPr>
        <p:spPr>
          <a:xfrm>
            <a:off x="765556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Compare</a:t>
            </a:r>
            <a:endParaRPr lang="en-US" sz="17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A54CE5E0-B4CB-C679-01E7-AB0F5AFCA524}"/>
              </a:ext>
            </a:extLst>
          </p:cNvPr>
          <p:cNvSpPr txBox="1"/>
          <p:nvPr/>
        </p:nvSpPr>
        <p:spPr>
          <a:xfrm>
            <a:off x="765556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Review quality, cost, latency, and safety</a:t>
            </a:r>
            <a:endParaRPr lang="en-US" sz="1400" dirty="0" err="1">
              <a:solidFill>
                <a:srgbClr val="FFFFFF"/>
              </a:solidFill>
              <a:latin typeface="Segoe UI" panose="020B0502040204020203" pitchFamily="34" charset="0"/>
            </a:endParaRPr>
          </a:p>
        </p:txBody>
      </p:sp>
      <p:sp>
        <p:nvSpPr>
          <p:cNvPr id="22" name="Arrow: Right 21">
            <a:extLst>
              <a:ext uri="{FF2B5EF4-FFF2-40B4-BE49-F238E27FC236}">
                <a16:creationId xmlns:a16="http://schemas.microsoft.com/office/drawing/2014/main" id="{CDDC20A1-F250-F2F1-7C14-CAE76D90FB87}"/>
              </a:ext>
            </a:extLst>
          </p:cNvPr>
          <p:cNvSpPr/>
          <p:nvPr/>
        </p:nvSpPr>
        <p:spPr bwMode="auto">
          <a:xfrm>
            <a:off x="9339580" y="2997200"/>
            <a:ext cx="355600" cy="3302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Rectangle: Rounded Corners 22">
            <a:extLst>
              <a:ext uri="{FF2B5EF4-FFF2-40B4-BE49-F238E27FC236}">
                <a16:creationId xmlns:a16="http://schemas.microsoft.com/office/drawing/2014/main" id="{75D86C80-4F3F-E7FE-187B-C01DA20BD02C}"/>
              </a:ext>
            </a:extLst>
          </p:cNvPr>
          <p:cNvSpPr/>
          <p:nvPr/>
        </p:nvSpPr>
        <p:spPr bwMode="auto">
          <a:xfrm>
            <a:off x="9784080" y="2146300"/>
            <a:ext cx="1747520" cy="2032000"/>
          </a:xfrm>
          <a:prstGeom prst="roundRect">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4" name="TextBox 23">
            <a:extLst>
              <a:ext uri="{FF2B5EF4-FFF2-40B4-BE49-F238E27FC236}">
                <a16:creationId xmlns:a16="http://schemas.microsoft.com/office/drawing/2014/main" id="{87D9CED8-B070-080C-9795-E59956B1C371}"/>
              </a:ext>
            </a:extLst>
          </p:cNvPr>
          <p:cNvSpPr txBox="1"/>
          <p:nvPr/>
        </p:nvSpPr>
        <p:spPr>
          <a:xfrm>
            <a:off x="9936480" y="2451100"/>
            <a:ext cx="1442720" cy="307777"/>
          </a:xfrm>
          <a:prstGeom prst="rect">
            <a:avLst/>
          </a:prstGeom>
          <a:noFill/>
        </p:spPr>
        <p:txBody>
          <a:bodyPr vert="horz" wrap="square" lIns="0" tIns="0" rIns="0" bIns="0" rtlCol="0">
            <a:noAutofit/>
          </a:bodyPr>
          <a:lstStyle/>
          <a:p>
            <a:pPr algn="ctr"/>
            <a:r>
              <a:rPr lang="en-US" sz="1700" b="1">
                <a:solidFill>
                  <a:srgbClr val="FFFFFF"/>
                </a:solidFill>
                <a:latin typeface="Segoe UI" panose="020B0502040204020203" pitchFamily="34" charset="0"/>
              </a:rPr>
              <a:t>Decide</a:t>
            </a:r>
            <a:endParaRPr lang="en-US" sz="1700" b="1" dirty="0" err="1">
              <a:solidFill>
                <a:srgbClr val="FFFFFF"/>
              </a:solidFill>
              <a:latin typeface="Segoe UI" panose="020B0502040204020203" pitchFamily="34" charset="0"/>
            </a:endParaRPr>
          </a:p>
        </p:txBody>
      </p:sp>
      <p:sp>
        <p:nvSpPr>
          <p:cNvPr id="25" name="TextBox 24">
            <a:extLst>
              <a:ext uri="{FF2B5EF4-FFF2-40B4-BE49-F238E27FC236}">
                <a16:creationId xmlns:a16="http://schemas.microsoft.com/office/drawing/2014/main" id="{AF9CFEA3-3BCF-A2C9-65E2-0489B1390F98}"/>
              </a:ext>
            </a:extLst>
          </p:cNvPr>
          <p:cNvSpPr txBox="1"/>
          <p:nvPr/>
        </p:nvSpPr>
        <p:spPr>
          <a:xfrm>
            <a:off x="9936480" y="2933700"/>
            <a:ext cx="1442720" cy="307777"/>
          </a:xfrm>
          <a:prstGeom prst="rect">
            <a:avLst/>
          </a:prstGeom>
          <a:noFill/>
        </p:spPr>
        <p:txBody>
          <a:bodyPr vert="horz" wrap="square" lIns="0" tIns="0" rIns="0" bIns="0" rtlCol="0">
            <a:noAutofit/>
          </a:bodyPr>
          <a:lstStyle/>
          <a:p>
            <a:pPr algn="ctr"/>
            <a:r>
              <a:rPr lang="en-US" sz="1400">
                <a:solidFill>
                  <a:srgbClr val="FFFFFF"/>
                </a:solidFill>
                <a:latin typeface="Segoe UI" panose="020B0502040204020203" pitchFamily="34" charset="0"/>
              </a:rPr>
              <a:t>Roll forward or roll back with evidence</a:t>
            </a:r>
            <a:endParaRPr lang="en-US" sz="1400"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198398704"/>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B8550C7-953D-043D-E209-4BE1026C6CDB}"/>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3CF6E84F-4EC1-0709-9F42-D94C645B3D8E}"/>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15461549-F529-0B1F-4258-716FD5C23C4C}"/>
              </a:ext>
            </a:extLst>
          </p:cNvPr>
          <p:cNvSpPr/>
          <p:nvPr/>
        </p:nvSpPr>
        <p:spPr bwMode="auto">
          <a:xfrm>
            <a:off x="0" y="0"/>
            <a:ext cx="12192000" cy="76200"/>
          </a:xfrm>
          <a:prstGeom prst="rect">
            <a:avLst/>
          </a:prstGeom>
          <a:solidFill>
            <a:srgbClr val="00A4EF"/>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09852B50-A97C-F76F-33B1-D4E8838F8404}"/>
              </a:ext>
            </a:extLst>
          </p:cNvPr>
          <p:cNvSpPr txBox="1"/>
          <p:nvPr/>
        </p:nvSpPr>
        <p:spPr>
          <a:xfrm>
            <a:off x="0" y="2311400"/>
            <a:ext cx="12192000" cy="307777"/>
          </a:xfrm>
          <a:prstGeom prst="rect">
            <a:avLst/>
          </a:prstGeom>
          <a:noFill/>
        </p:spPr>
        <p:txBody>
          <a:bodyPr vert="horz" wrap="square" lIns="0" tIns="0" rIns="0" bIns="0" rtlCol="0">
            <a:noAutofit/>
          </a:bodyPr>
          <a:lstStyle/>
          <a:p>
            <a:pPr algn="ctr"/>
            <a:r>
              <a:rPr lang="en-US" sz="2400">
                <a:solidFill>
                  <a:srgbClr val="303132"/>
                </a:solidFill>
                <a:latin typeface="Segoe UI" panose="020B0502040204020203" pitchFamily="34" charset="0"/>
              </a:rPr>
              <a:t>LAB / DEMO</a:t>
            </a:r>
            <a:endParaRPr lang="en-US" sz="2400" dirty="0" err="1">
              <a:solidFill>
                <a:srgbClr val="303132"/>
              </a:solidFill>
              <a:latin typeface="Segoe UI" panose="020B0502040204020203" pitchFamily="34" charset="0"/>
            </a:endParaRPr>
          </a:p>
        </p:txBody>
      </p:sp>
      <p:sp>
        <p:nvSpPr>
          <p:cNvPr id="6" name="TextBox 5">
            <a:extLst>
              <a:ext uri="{FF2B5EF4-FFF2-40B4-BE49-F238E27FC236}">
                <a16:creationId xmlns:a16="http://schemas.microsoft.com/office/drawing/2014/main" id="{F3A0CC82-0831-C9F2-EF01-71F05C2DDFB4}"/>
              </a:ext>
            </a:extLst>
          </p:cNvPr>
          <p:cNvSpPr txBox="1"/>
          <p:nvPr/>
        </p:nvSpPr>
        <p:spPr>
          <a:xfrm>
            <a:off x="0" y="2870200"/>
            <a:ext cx="12192000" cy="307777"/>
          </a:xfrm>
          <a:prstGeom prst="rect">
            <a:avLst/>
          </a:prstGeom>
          <a:noFill/>
        </p:spPr>
        <p:txBody>
          <a:bodyPr vert="horz" wrap="square" lIns="0" tIns="0" rIns="0" bIns="0" rtlCol="0">
            <a:noAutofit/>
          </a:bodyPr>
          <a:lstStyle/>
          <a:p>
            <a:pPr algn="ctr"/>
            <a:r>
              <a:rPr lang="en-US" sz="3400" b="1">
                <a:solidFill>
                  <a:srgbClr val="243A5E"/>
                </a:solidFill>
                <a:latin typeface="Segoe UI" panose="020B0502040204020203" pitchFamily="34" charset="0"/>
              </a:rPr>
              <a:t>Observe and Operate</a:t>
            </a:r>
            <a:endParaRPr lang="en-US" sz="3400" b="1" dirty="0" err="1">
              <a:solidFill>
                <a:srgbClr val="243A5E"/>
              </a:solidFill>
              <a:latin typeface="Segoe UI" panose="020B0502040204020203" pitchFamily="34" charset="0"/>
            </a:endParaRPr>
          </a:p>
        </p:txBody>
      </p:sp>
      <p:sp>
        <p:nvSpPr>
          <p:cNvPr id="7" name="TextBox 6">
            <a:extLst>
              <a:ext uri="{FF2B5EF4-FFF2-40B4-BE49-F238E27FC236}">
                <a16:creationId xmlns:a16="http://schemas.microsoft.com/office/drawing/2014/main" id="{C642CA23-3EE9-9734-C609-95382388ADCA}"/>
              </a:ext>
            </a:extLst>
          </p:cNvPr>
          <p:cNvSpPr txBox="1"/>
          <p:nvPr/>
        </p:nvSpPr>
        <p:spPr>
          <a:xfrm>
            <a:off x="1905000" y="3708400"/>
            <a:ext cx="8382000" cy="307777"/>
          </a:xfrm>
          <a:prstGeom prst="rect">
            <a:avLst/>
          </a:prstGeom>
          <a:noFill/>
        </p:spPr>
        <p:txBody>
          <a:bodyPr vert="horz" wrap="square" lIns="0" tIns="0" rIns="0" bIns="0" rtlCol="0">
            <a:noAutofit/>
          </a:bodyPr>
          <a:lstStyle/>
          <a:p>
            <a:pPr algn="ctr"/>
            <a:r>
              <a:rPr lang="en-US" sz="1600">
                <a:solidFill>
                  <a:srgbClr val="303132"/>
                </a:solidFill>
                <a:latin typeface="Segoe UI" panose="020B0502040204020203" pitchFamily="34" charset="0"/>
              </a:rPr>
              <a:t>Trace inspection, incident triage, containment, and sample runtime signal review.</a:t>
            </a:r>
            <a:endParaRPr lang="en-US" sz="1600" dirty="0" err="1">
              <a:solidFill>
                <a:srgbClr val="303132"/>
              </a:solidFill>
              <a:latin typeface="Segoe UI" panose="020B0502040204020203" pitchFamily="34" charset="0"/>
            </a:endParaRPr>
          </a:p>
        </p:txBody>
      </p:sp>
      <p:sp>
        <p:nvSpPr>
          <p:cNvPr id="8" name="TextBox 7">
            <a:extLst>
              <a:ext uri="{FF2B5EF4-FFF2-40B4-BE49-F238E27FC236}">
                <a16:creationId xmlns:a16="http://schemas.microsoft.com/office/drawing/2014/main" id="{81261705-03A6-806E-C111-FF654002ACEF}"/>
              </a:ext>
            </a:extLst>
          </p:cNvPr>
          <p:cNvSpPr txBox="1"/>
          <p:nvPr/>
        </p:nvSpPr>
        <p:spPr>
          <a:xfrm>
            <a:off x="3149600" y="4572000"/>
            <a:ext cx="1524000" cy="304800"/>
          </a:xfrm>
          <a:prstGeom prst="rect">
            <a:avLst/>
          </a:prstGeom>
          <a:noFill/>
        </p:spPr>
        <p:txBody>
          <a:bodyPr vert="horz" wrap="square" lIns="0" tIns="0" rIns="0" bIns="0" rtlCol="0">
            <a:noAutofit/>
          </a:bodyPr>
          <a:lstStyle/>
          <a:p>
            <a:pPr algn="ctr"/>
            <a:r>
              <a:rPr lang="en-US" sz="1400" b="1">
                <a:solidFill>
                  <a:srgbClr val="0078D4"/>
                </a:solidFill>
                <a:latin typeface="Segoe UI" panose="020B0502040204020203" pitchFamily="34" charset="0"/>
              </a:rPr>
              <a:t>SHOW</a:t>
            </a:r>
            <a:endParaRPr lang="en-US" sz="1400" b="1" dirty="0" err="1">
              <a:solidFill>
                <a:srgbClr val="0078D4"/>
              </a:solidFill>
              <a:latin typeface="Segoe UI" panose="020B0502040204020203" pitchFamily="34" charset="0"/>
            </a:endParaRPr>
          </a:p>
        </p:txBody>
      </p:sp>
      <p:sp>
        <p:nvSpPr>
          <p:cNvPr id="9" name="TextBox 8">
            <a:extLst>
              <a:ext uri="{FF2B5EF4-FFF2-40B4-BE49-F238E27FC236}">
                <a16:creationId xmlns:a16="http://schemas.microsoft.com/office/drawing/2014/main" id="{580DFB1A-2EAB-D646-8F00-241A99606941}"/>
              </a:ext>
            </a:extLst>
          </p:cNvPr>
          <p:cNvSpPr txBox="1"/>
          <p:nvPr/>
        </p:nvSpPr>
        <p:spPr>
          <a:xfrm>
            <a:off x="5334000" y="4572000"/>
            <a:ext cx="1524000" cy="304800"/>
          </a:xfrm>
          <a:prstGeom prst="rect">
            <a:avLst/>
          </a:prstGeom>
          <a:noFill/>
        </p:spPr>
        <p:txBody>
          <a:bodyPr vert="horz" wrap="square" lIns="0" tIns="0" rIns="0" bIns="0" rtlCol="0">
            <a:noAutofit/>
          </a:bodyPr>
          <a:lstStyle/>
          <a:p>
            <a:pPr algn="ctr"/>
            <a:r>
              <a:rPr lang="en-US" sz="1400" b="1">
                <a:solidFill>
                  <a:srgbClr val="5C2D91"/>
                </a:solidFill>
                <a:latin typeface="Segoe UI" panose="020B0502040204020203" pitchFamily="34" charset="0"/>
              </a:rPr>
              <a:t>EVIDENCE</a:t>
            </a:r>
            <a:endParaRPr lang="en-US" sz="1400" b="1" dirty="0" err="1">
              <a:solidFill>
                <a:srgbClr val="5C2D91"/>
              </a:solidFill>
              <a:latin typeface="Segoe UI" panose="020B0502040204020203" pitchFamily="34" charset="0"/>
            </a:endParaRPr>
          </a:p>
        </p:txBody>
      </p:sp>
      <p:sp>
        <p:nvSpPr>
          <p:cNvPr id="10" name="TextBox 9">
            <a:extLst>
              <a:ext uri="{FF2B5EF4-FFF2-40B4-BE49-F238E27FC236}">
                <a16:creationId xmlns:a16="http://schemas.microsoft.com/office/drawing/2014/main" id="{8C3AF332-87E9-D8F8-1965-731FE85572D9}"/>
              </a:ext>
            </a:extLst>
          </p:cNvPr>
          <p:cNvSpPr txBox="1"/>
          <p:nvPr/>
        </p:nvSpPr>
        <p:spPr>
          <a:xfrm>
            <a:off x="7518400" y="4572000"/>
            <a:ext cx="1524000" cy="304800"/>
          </a:xfrm>
          <a:prstGeom prst="rect">
            <a:avLst/>
          </a:prstGeom>
          <a:noFill/>
        </p:spPr>
        <p:txBody>
          <a:bodyPr vert="horz" wrap="square" lIns="0" tIns="0" rIns="0" bIns="0" rtlCol="0">
            <a:noAutofit/>
          </a:bodyPr>
          <a:lstStyle/>
          <a:p>
            <a:pPr algn="ctr"/>
            <a:r>
              <a:rPr lang="en-US" sz="1400" b="1">
                <a:solidFill>
                  <a:srgbClr val="107C10"/>
                </a:solidFill>
                <a:latin typeface="Segoe UI" panose="020B0502040204020203" pitchFamily="34" charset="0"/>
              </a:rPr>
              <a:t>DECISION</a:t>
            </a:r>
            <a:endParaRPr lang="en-US" sz="1400" b="1" dirty="0" err="1">
              <a:solidFill>
                <a:srgbClr val="107C10"/>
              </a:solidFill>
              <a:latin typeface="Segoe UI" panose="020B0502040204020203" pitchFamily="34" charset="0"/>
            </a:endParaRPr>
          </a:p>
        </p:txBody>
      </p:sp>
      <p:sp>
        <p:nvSpPr>
          <p:cNvPr id="11" name="Arrow: Right 10">
            <a:extLst>
              <a:ext uri="{FF2B5EF4-FFF2-40B4-BE49-F238E27FC236}">
                <a16:creationId xmlns:a16="http://schemas.microsoft.com/office/drawing/2014/main" id="{296CDDCD-03D7-C51A-345B-E01B21452885}"/>
              </a:ext>
            </a:extLst>
          </p:cNvPr>
          <p:cNvSpPr/>
          <p:nvPr/>
        </p:nvSpPr>
        <p:spPr bwMode="auto">
          <a:xfrm>
            <a:off x="4749800" y="4584700"/>
            <a:ext cx="508000" cy="2540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2" name="Arrow: Right 11">
            <a:extLst>
              <a:ext uri="{FF2B5EF4-FFF2-40B4-BE49-F238E27FC236}">
                <a16:creationId xmlns:a16="http://schemas.microsoft.com/office/drawing/2014/main" id="{4A50C0B4-6444-F1D5-815B-44CA709691F1}"/>
              </a:ext>
            </a:extLst>
          </p:cNvPr>
          <p:cNvSpPr/>
          <p:nvPr/>
        </p:nvSpPr>
        <p:spPr bwMode="auto">
          <a:xfrm>
            <a:off x="6934200" y="4584700"/>
            <a:ext cx="508000" cy="254000"/>
          </a:xfrm>
          <a:prstGeom prst="rightArrow">
            <a:avLst/>
          </a:prstGeom>
          <a:solidFill>
            <a:srgbClr val="243A5E"/>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Tree>
    <p:extLst>
      <p:ext uri="{BB962C8B-B14F-4D97-AF65-F5344CB8AC3E}">
        <p14:creationId xmlns:p14="http://schemas.microsoft.com/office/powerpoint/2010/main" val="1188393703"/>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7523F87-86DA-594A-E2E2-0609B13CB367}"/>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599BCD24-35B7-5763-4C98-1F47DE02CBC7}"/>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23</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6158A19B-CADC-0137-2B56-7EDCB45B796B}"/>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6AA40DEC-B940-17F7-0233-A61E826B6E43}"/>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Start with one production-candidate agent</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4946FA15-4E09-4BB0-60BE-10E2D6AFD4C5}"/>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Your 30-day goal: move one agent from "it works in testing" to "we can operate it safely."</a:t>
            </a:r>
            <a:endParaRPr lang="en-US" sz="1400" dirty="0" err="1">
              <a:solidFill>
                <a:srgbClr val="777777"/>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A9124073-9EB7-4CC0-144C-A9154EC9412B}"/>
              </a:ext>
            </a:extLst>
          </p:cNvPr>
          <p:cNvSpPr/>
          <p:nvPr/>
        </p:nvSpPr>
        <p:spPr bwMode="auto">
          <a:xfrm>
            <a:off x="889000" y="1473200"/>
            <a:ext cx="533400" cy="457200"/>
          </a:xfrm>
          <a:prstGeom prst="roundRect">
            <a:avLst/>
          </a:prstGeom>
          <a:solidFill>
            <a:srgbClr val="0078D4"/>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0138619E-2573-4AED-2DDF-BF65D8F3A521}"/>
              </a:ext>
            </a:extLst>
          </p:cNvPr>
          <p:cNvSpPr txBox="1"/>
          <p:nvPr/>
        </p:nvSpPr>
        <p:spPr>
          <a:xfrm>
            <a:off x="889000" y="15875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1</a:t>
            </a:r>
            <a:endParaRPr lang="en-US" sz="14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B46E6F5D-F56B-7857-2891-08EF773F942B}"/>
              </a:ext>
            </a:extLst>
          </p:cNvPr>
          <p:cNvSpPr txBox="1"/>
          <p:nvPr/>
        </p:nvSpPr>
        <p:spPr>
          <a:xfrm>
            <a:off x="1676400" y="15367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Instrument one production-candidate agent with OpenTelemetry traces.</a:t>
            </a:r>
            <a:endParaRPr lang="en-US" sz="1400" dirty="0" err="1">
              <a:solidFill>
                <a:srgbClr val="303132"/>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F5D2003F-031A-B1D7-8257-81909E48326B}"/>
              </a:ext>
            </a:extLst>
          </p:cNvPr>
          <p:cNvSpPr/>
          <p:nvPr/>
        </p:nvSpPr>
        <p:spPr bwMode="auto">
          <a:xfrm>
            <a:off x="889000" y="2133600"/>
            <a:ext cx="533400" cy="457200"/>
          </a:xfrm>
          <a:prstGeom prst="roundRect">
            <a:avLst/>
          </a:prstGeom>
          <a:solidFill>
            <a:srgbClr val="107C10"/>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TextBox 10">
            <a:extLst>
              <a:ext uri="{FF2B5EF4-FFF2-40B4-BE49-F238E27FC236}">
                <a16:creationId xmlns:a16="http://schemas.microsoft.com/office/drawing/2014/main" id="{0993FD43-FDF0-0C7A-838C-5F9DFE763AD0}"/>
              </a:ext>
            </a:extLst>
          </p:cNvPr>
          <p:cNvSpPr txBox="1"/>
          <p:nvPr/>
        </p:nvSpPr>
        <p:spPr>
          <a:xfrm>
            <a:off x="889000" y="22479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2</a:t>
            </a:r>
            <a:endParaRPr lang="en-US" sz="1400" b="1" dirty="0" err="1">
              <a:solidFill>
                <a:srgbClr val="FFFFFF"/>
              </a:solidFill>
              <a:latin typeface="Segoe UI" panose="020B0502040204020203" pitchFamily="34" charset="0"/>
            </a:endParaRPr>
          </a:p>
        </p:txBody>
      </p:sp>
      <p:sp>
        <p:nvSpPr>
          <p:cNvPr id="12" name="TextBox 11">
            <a:extLst>
              <a:ext uri="{FF2B5EF4-FFF2-40B4-BE49-F238E27FC236}">
                <a16:creationId xmlns:a16="http://schemas.microsoft.com/office/drawing/2014/main" id="{9E97B5CD-95CF-160F-AA9A-2CF4FB040CA2}"/>
              </a:ext>
            </a:extLst>
          </p:cNvPr>
          <p:cNvSpPr txBox="1"/>
          <p:nvPr/>
        </p:nvSpPr>
        <p:spPr>
          <a:xfrm>
            <a:off x="1676400" y="21971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Correlate traces with session, version, deployment, evaluation run, and owner.</a:t>
            </a:r>
            <a:endParaRPr lang="en-US" sz="1400" dirty="0" err="1">
              <a:solidFill>
                <a:srgbClr val="303132"/>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C98189BE-59EE-F582-5EF3-A054E4F8C47C}"/>
              </a:ext>
            </a:extLst>
          </p:cNvPr>
          <p:cNvSpPr/>
          <p:nvPr/>
        </p:nvSpPr>
        <p:spPr bwMode="auto">
          <a:xfrm>
            <a:off x="889000" y="2794000"/>
            <a:ext cx="533400" cy="457200"/>
          </a:xfrm>
          <a:prstGeom prst="roundRect">
            <a:avLst/>
          </a:prstGeom>
          <a:solidFill>
            <a:srgbClr val="D83B01"/>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TextBox 13">
            <a:extLst>
              <a:ext uri="{FF2B5EF4-FFF2-40B4-BE49-F238E27FC236}">
                <a16:creationId xmlns:a16="http://schemas.microsoft.com/office/drawing/2014/main" id="{ED2A56F4-21F3-B6D2-BD0F-0E1524D3782A}"/>
              </a:ext>
            </a:extLst>
          </p:cNvPr>
          <p:cNvSpPr txBox="1"/>
          <p:nvPr/>
        </p:nvSpPr>
        <p:spPr>
          <a:xfrm>
            <a:off x="889000" y="29083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3</a:t>
            </a:r>
            <a:endParaRPr lang="en-US" sz="1400" b="1" dirty="0" err="1">
              <a:solidFill>
                <a:srgbClr val="FFFFFF"/>
              </a:solidFill>
              <a:latin typeface="Segoe UI" panose="020B0502040204020203" pitchFamily="34" charset="0"/>
            </a:endParaRPr>
          </a:p>
        </p:txBody>
      </p:sp>
      <p:sp>
        <p:nvSpPr>
          <p:cNvPr id="15" name="TextBox 14">
            <a:extLst>
              <a:ext uri="{FF2B5EF4-FFF2-40B4-BE49-F238E27FC236}">
                <a16:creationId xmlns:a16="http://schemas.microsoft.com/office/drawing/2014/main" id="{E5759874-29CD-9C03-25DF-37EE897B1F6A}"/>
              </a:ext>
            </a:extLst>
          </p:cNvPr>
          <p:cNvSpPr txBox="1"/>
          <p:nvPr/>
        </p:nvSpPr>
        <p:spPr>
          <a:xfrm>
            <a:off x="1676400" y="28575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Define alerts for latency, tool errors, safety, evaluation drift, and cost.</a:t>
            </a:r>
            <a:endParaRPr lang="en-US" sz="1400" dirty="0" err="1">
              <a:solidFill>
                <a:srgbClr val="303132"/>
              </a:solidFill>
              <a:latin typeface="Segoe UI" panose="020B0502040204020203" pitchFamily="34" charset="0"/>
            </a:endParaRPr>
          </a:p>
        </p:txBody>
      </p:sp>
      <p:sp>
        <p:nvSpPr>
          <p:cNvPr id="16" name="Rectangle: Rounded Corners 15">
            <a:extLst>
              <a:ext uri="{FF2B5EF4-FFF2-40B4-BE49-F238E27FC236}">
                <a16:creationId xmlns:a16="http://schemas.microsoft.com/office/drawing/2014/main" id="{91FF361B-5ED1-BE8F-EE0F-0B64C7E15684}"/>
              </a:ext>
            </a:extLst>
          </p:cNvPr>
          <p:cNvSpPr/>
          <p:nvPr/>
        </p:nvSpPr>
        <p:spPr bwMode="auto">
          <a:xfrm>
            <a:off x="889000" y="3454400"/>
            <a:ext cx="533400" cy="457200"/>
          </a:xfrm>
          <a:prstGeom prst="roundRect">
            <a:avLst/>
          </a:prstGeom>
          <a:solidFill>
            <a:srgbClr val="5C2D91"/>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7" name="TextBox 16">
            <a:extLst>
              <a:ext uri="{FF2B5EF4-FFF2-40B4-BE49-F238E27FC236}">
                <a16:creationId xmlns:a16="http://schemas.microsoft.com/office/drawing/2014/main" id="{E7D952F6-0BFE-726D-4CD0-CF663148C1A3}"/>
              </a:ext>
            </a:extLst>
          </p:cNvPr>
          <p:cNvSpPr txBox="1"/>
          <p:nvPr/>
        </p:nvSpPr>
        <p:spPr>
          <a:xfrm>
            <a:off x="889000" y="35687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4</a:t>
            </a:r>
            <a:endParaRPr lang="en-US" sz="1400" b="1" dirty="0" err="1">
              <a:solidFill>
                <a:srgbClr val="FFFFFF"/>
              </a:solidFill>
              <a:latin typeface="Segoe UI" panose="020B0502040204020203" pitchFamily="34" charset="0"/>
            </a:endParaRPr>
          </a:p>
        </p:txBody>
      </p:sp>
      <p:sp>
        <p:nvSpPr>
          <p:cNvPr id="18" name="TextBox 17">
            <a:extLst>
              <a:ext uri="{FF2B5EF4-FFF2-40B4-BE49-F238E27FC236}">
                <a16:creationId xmlns:a16="http://schemas.microsoft.com/office/drawing/2014/main" id="{4BAFB495-F6B5-9A3F-B29D-F5C7EF70D312}"/>
              </a:ext>
            </a:extLst>
          </p:cNvPr>
          <p:cNvSpPr txBox="1"/>
          <p:nvPr/>
        </p:nvSpPr>
        <p:spPr>
          <a:xfrm>
            <a:off x="1676400" y="35179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Write a severity-based incident runbook with containment actions.</a:t>
            </a:r>
            <a:endParaRPr lang="en-US" sz="1400" dirty="0" err="1">
              <a:solidFill>
                <a:srgbClr val="303132"/>
              </a:solidFill>
              <a:latin typeface="Segoe UI" panose="020B0502040204020203" pitchFamily="34" charset="0"/>
            </a:endParaRPr>
          </a:p>
        </p:txBody>
      </p:sp>
      <p:sp>
        <p:nvSpPr>
          <p:cNvPr id="19" name="Rectangle: Rounded Corners 18">
            <a:extLst>
              <a:ext uri="{FF2B5EF4-FFF2-40B4-BE49-F238E27FC236}">
                <a16:creationId xmlns:a16="http://schemas.microsoft.com/office/drawing/2014/main" id="{E940C5ED-6FCF-0A06-7E6E-32A236792BE9}"/>
              </a:ext>
            </a:extLst>
          </p:cNvPr>
          <p:cNvSpPr/>
          <p:nvPr/>
        </p:nvSpPr>
        <p:spPr bwMode="auto">
          <a:xfrm>
            <a:off x="889000" y="4114800"/>
            <a:ext cx="533400" cy="457200"/>
          </a:xfrm>
          <a:prstGeom prst="roundRect">
            <a:avLst/>
          </a:prstGeom>
          <a:solidFill>
            <a:srgbClr val="00A4EF"/>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0" name="TextBox 19">
            <a:extLst>
              <a:ext uri="{FF2B5EF4-FFF2-40B4-BE49-F238E27FC236}">
                <a16:creationId xmlns:a16="http://schemas.microsoft.com/office/drawing/2014/main" id="{C66DB2D7-B9C5-7274-8481-B94EBFB79EE9}"/>
              </a:ext>
            </a:extLst>
          </p:cNvPr>
          <p:cNvSpPr txBox="1"/>
          <p:nvPr/>
        </p:nvSpPr>
        <p:spPr>
          <a:xfrm>
            <a:off x="889000" y="42291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5</a:t>
            </a:r>
            <a:endParaRPr lang="en-US" sz="1400" b="1" dirty="0" err="1">
              <a:solidFill>
                <a:srgbClr val="FFFFFF"/>
              </a:solidFill>
              <a:latin typeface="Segoe UI" panose="020B0502040204020203" pitchFamily="34" charset="0"/>
            </a:endParaRPr>
          </a:p>
        </p:txBody>
      </p:sp>
      <p:sp>
        <p:nvSpPr>
          <p:cNvPr id="21" name="TextBox 20">
            <a:extLst>
              <a:ext uri="{FF2B5EF4-FFF2-40B4-BE49-F238E27FC236}">
                <a16:creationId xmlns:a16="http://schemas.microsoft.com/office/drawing/2014/main" id="{EAF48987-A6CC-195B-775B-C1D2E840CE8A}"/>
              </a:ext>
            </a:extLst>
          </p:cNvPr>
          <p:cNvSpPr txBox="1"/>
          <p:nvPr/>
        </p:nvSpPr>
        <p:spPr>
          <a:xfrm>
            <a:off x="1676400" y="41783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Practice one rollback or model canary decision using release evidence.</a:t>
            </a:r>
            <a:endParaRPr lang="en-US" sz="1400" dirty="0" err="1">
              <a:solidFill>
                <a:srgbClr val="303132"/>
              </a:solidFill>
              <a:latin typeface="Segoe UI" panose="020B0502040204020203" pitchFamily="34" charset="0"/>
            </a:endParaRPr>
          </a:p>
        </p:txBody>
      </p:sp>
      <p:sp>
        <p:nvSpPr>
          <p:cNvPr id="22" name="Rectangle: Rounded Corners 21">
            <a:extLst>
              <a:ext uri="{FF2B5EF4-FFF2-40B4-BE49-F238E27FC236}">
                <a16:creationId xmlns:a16="http://schemas.microsoft.com/office/drawing/2014/main" id="{6A7AA195-84F7-1E49-BEC3-75ADB3F0F5C9}"/>
              </a:ext>
            </a:extLst>
          </p:cNvPr>
          <p:cNvSpPr/>
          <p:nvPr/>
        </p:nvSpPr>
        <p:spPr bwMode="auto">
          <a:xfrm>
            <a:off x="889000" y="4775200"/>
            <a:ext cx="533400" cy="457200"/>
          </a:xfrm>
          <a:prstGeom prst="roundRect">
            <a:avLst/>
          </a:prstGeom>
          <a:solidFill>
            <a:srgbClr val="243A5E"/>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23" name="TextBox 22">
            <a:extLst>
              <a:ext uri="{FF2B5EF4-FFF2-40B4-BE49-F238E27FC236}">
                <a16:creationId xmlns:a16="http://schemas.microsoft.com/office/drawing/2014/main" id="{2BAEA158-BB72-3193-D624-8A2CB253E731}"/>
              </a:ext>
            </a:extLst>
          </p:cNvPr>
          <p:cNvSpPr txBox="1"/>
          <p:nvPr/>
        </p:nvSpPr>
        <p:spPr>
          <a:xfrm>
            <a:off x="889000" y="4889500"/>
            <a:ext cx="533400" cy="307777"/>
          </a:xfrm>
          <a:prstGeom prst="rect">
            <a:avLst/>
          </a:prstGeom>
          <a:noFill/>
        </p:spPr>
        <p:txBody>
          <a:bodyPr vert="horz" wrap="square" lIns="0" tIns="0" rIns="0" bIns="0" rtlCol="0">
            <a:noAutofit/>
          </a:bodyPr>
          <a:lstStyle/>
          <a:p>
            <a:pPr algn="ctr"/>
            <a:r>
              <a:rPr lang="en-US" sz="1400" b="1">
                <a:solidFill>
                  <a:srgbClr val="FFFFFF"/>
                </a:solidFill>
                <a:latin typeface="Segoe UI" panose="020B0502040204020203" pitchFamily="34" charset="0"/>
              </a:rPr>
              <a:t>6</a:t>
            </a:r>
            <a:endParaRPr lang="en-US" sz="1400" b="1" dirty="0" err="1">
              <a:solidFill>
                <a:srgbClr val="FFFFFF"/>
              </a:solidFill>
              <a:latin typeface="Segoe UI" panose="020B0502040204020203" pitchFamily="34" charset="0"/>
            </a:endParaRPr>
          </a:p>
        </p:txBody>
      </p:sp>
      <p:sp>
        <p:nvSpPr>
          <p:cNvPr id="24" name="TextBox 23">
            <a:extLst>
              <a:ext uri="{FF2B5EF4-FFF2-40B4-BE49-F238E27FC236}">
                <a16:creationId xmlns:a16="http://schemas.microsoft.com/office/drawing/2014/main" id="{B019E956-6A8E-9688-0963-1EEA2E59A8C5}"/>
              </a:ext>
            </a:extLst>
          </p:cNvPr>
          <p:cNvSpPr txBox="1"/>
          <p:nvPr/>
        </p:nvSpPr>
        <p:spPr>
          <a:xfrm>
            <a:off x="1676400" y="4838700"/>
            <a:ext cx="927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Review production traces weekly and promote learnings into evaluation.</a:t>
            </a:r>
            <a:endParaRPr lang="en-US" sz="1400" dirty="0" err="1">
              <a:solidFill>
                <a:srgbClr val="303132"/>
              </a:solidFill>
              <a:latin typeface="Segoe UI" panose="020B0502040204020203" pitchFamily="34" charset="0"/>
            </a:endParaRPr>
          </a:p>
        </p:txBody>
      </p:sp>
    </p:spTree>
    <p:extLst>
      <p:ext uri="{BB962C8B-B14F-4D97-AF65-F5344CB8AC3E}">
        <p14:creationId xmlns:p14="http://schemas.microsoft.com/office/powerpoint/2010/main" val="563368699"/>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51DBEE3-D72E-6A7E-052C-811206841CBB}"/>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12317413-58FB-1713-DB02-688F7A102A65}"/>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F13AC42A-B304-0C32-45AA-A7547A6D3C59}"/>
              </a:ext>
            </a:extLst>
          </p:cNvPr>
          <p:cNvSpPr/>
          <p:nvPr/>
        </p:nvSpPr>
        <p:spPr bwMode="auto">
          <a:xfrm>
            <a:off x="0" y="0"/>
            <a:ext cx="12192000" cy="76200"/>
          </a:xfrm>
          <a:prstGeom prst="rect">
            <a:avLst/>
          </a:prstGeom>
          <a:solidFill>
            <a:srgbClr val="00A4EF"/>
          </a:solidFill>
          <a:ln w="9525" cap="flat" cmpd="sng" algn="ctr">
            <a:noFill/>
            <a:prstDash val="solid"/>
            <a:headEnd type="none" w="med" len="med"/>
            <a:tailEnd type="none" w="med" len="med"/>
          </a:ln>
          <a:effectLst/>
          <a:extLst>
            <a:ext uri="{91240B29-F687-4F45-9708-019B960494DF}">
              <a14:hiddenLine xmlns:a14="http://schemas.microsoft.com/office/drawing/2010/main" w="9525" cap="flat" cmpd="sng" algn="ctr">
                <a:solidFill>
                  <a:schemeClr val="tx1"/>
                </a:solidFill>
                <a:prstDash val="solid"/>
                <a:headEnd type="none" w="med" len="med"/>
                <a:tailEnd type="none" w="med" len="med"/>
              </a14:hiddenLine>
            </a:ext>
          </a:ex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5" name="TextBox 4">
            <a:extLst>
              <a:ext uri="{FF2B5EF4-FFF2-40B4-BE49-F238E27FC236}">
                <a16:creationId xmlns:a16="http://schemas.microsoft.com/office/drawing/2014/main" id="{4837D830-DDA5-A4FB-3996-45A112C996AA}"/>
              </a:ext>
            </a:extLst>
          </p:cNvPr>
          <p:cNvSpPr txBox="1"/>
          <p:nvPr/>
        </p:nvSpPr>
        <p:spPr>
          <a:xfrm>
            <a:off x="558800" y="304800"/>
            <a:ext cx="11074400" cy="307777"/>
          </a:xfrm>
          <a:prstGeom prst="rect">
            <a:avLst/>
          </a:prstGeom>
          <a:noFill/>
        </p:spPr>
        <p:txBody>
          <a:bodyPr vert="horz" wrap="square" lIns="0" tIns="0" rIns="0" bIns="0" rtlCol="0">
            <a:noAutofit/>
          </a:bodyPr>
          <a:lstStyle/>
          <a:p>
            <a:r>
              <a:rPr lang="en-US" sz="2400" b="1">
                <a:solidFill>
                  <a:srgbClr val="243A5E"/>
                </a:solidFill>
                <a:latin typeface="Segoe UI" panose="020B0502040204020203" pitchFamily="34" charset="0"/>
              </a:rPr>
              <a:t>Resources</a:t>
            </a:r>
            <a:endParaRPr lang="en-US" sz="2400" b="1" dirty="0" err="1">
              <a:solidFill>
                <a:srgbClr val="243A5E"/>
              </a:solidFill>
              <a:latin typeface="Segoe UI" panose="020B0502040204020203" pitchFamily="34" charset="0"/>
            </a:endParaRPr>
          </a:p>
        </p:txBody>
      </p:sp>
      <p:sp>
        <p:nvSpPr>
          <p:cNvPr id="6" name="TextBox 5">
            <a:extLst>
              <a:ext uri="{FF2B5EF4-FFF2-40B4-BE49-F238E27FC236}">
                <a16:creationId xmlns:a16="http://schemas.microsoft.com/office/drawing/2014/main" id="{5D2E68D4-4E95-1FD4-E226-E07981E72A45}"/>
              </a:ext>
            </a:extLst>
          </p:cNvPr>
          <p:cNvSpPr txBox="1"/>
          <p:nvPr/>
        </p:nvSpPr>
        <p:spPr>
          <a:xfrm>
            <a:off x="558800" y="774700"/>
            <a:ext cx="11074400" cy="304800"/>
          </a:xfrm>
          <a:prstGeom prst="rect">
            <a:avLst/>
          </a:prstGeom>
          <a:noFill/>
        </p:spPr>
        <p:txBody>
          <a:bodyPr vert="horz" wrap="square" lIns="0" tIns="0" rIns="0" bIns="0" rtlCol="0">
            <a:noAutofit/>
          </a:bodyPr>
          <a:lstStyle/>
          <a:p>
            <a:r>
              <a:rPr lang="en-US" sz="1400">
                <a:solidFill>
                  <a:srgbClr val="777777"/>
                </a:solidFill>
                <a:latin typeface="Segoe UI" panose="020B0502040204020203" pitchFamily="34" charset="0"/>
              </a:rPr>
              <a:t>Further reading</a:t>
            </a:r>
            <a:endParaRPr lang="en-US" sz="1400" dirty="0" err="1">
              <a:solidFill>
                <a:srgbClr val="777777"/>
              </a:solidFill>
              <a:latin typeface="Segoe UI" panose="020B0502040204020203" pitchFamily="34" charset="0"/>
            </a:endParaRPr>
          </a:p>
        </p:txBody>
      </p:sp>
      <p:sp>
        <p:nvSpPr>
          <p:cNvPr id="7" name="Rectangle 6">
            <a:extLst>
              <a:ext uri="{FF2B5EF4-FFF2-40B4-BE49-F238E27FC236}">
                <a16:creationId xmlns:a16="http://schemas.microsoft.com/office/drawing/2014/main" id="{08099A99-08C2-D5C7-3F55-4842012CA454}"/>
              </a:ext>
            </a:extLst>
          </p:cNvPr>
          <p:cNvSpPr/>
          <p:nvPr/>
        </p:nvSpPr>
        <p:spPr bwMode="auto">
          <a:xfrm>
            <a:off x="660400" y="1676400"/>
            <a:ext cx="10871200" cy="533400"/>
          </a:xfrm>
          <a:prstGeom prst="rect">
            <a:avLst/>
          </a:prstGeom>
          <a:solidFill>
            <a:srgbClr val="243A5E"/>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8" name="TextBox 7">
            <a:extLst>
              <a:ext uri="{FF2B5EF4-FFF2-40B4-BE49-F238E27FC236}">
                <a16:creationId xmlns:a16="http://schemas.microsoft.com/office/drawing/2014/main" id="{C98DCF23-DEE6-77C2-51A2-8110270305B1}"/>
              </a:ext>
            </a:extLst>
          </p:cNvPr>
          <p:cNvSpPr txBox="1"/>
          <p:nvPr/>
        </p:nvSpPr>
        <p:spPr>
          <a:xfrm>
            <a:off x="889000" y="1816100"/>
            <a:ext cx="4191000" cy="307777"/>
          </a:xfrm>
          <a:prstGeom prst="rect">
            <a:avLst/>
          </a:prstGeom>
          <a:noFill/>
        </p:spPr>
        <p:txBody>
          <a:bodyPr vert="horz" wrap="square" lIns="0" tIns="0" rIns="0" bIns="0" rtlCol="0">
            <a:noAutofit/>
          </a:bodyPr>
          <a:lstStyle/>
          <a:p>
            <a:r>
              <a:rPr lang="en-US" sz="1400" b="1">
                <a:solidFill>
                  <a:srgbClr val="FFFFFF"/>
                </a:solidFill>
                <a:latin typeface="Segoe UI" panose="020B0502040204020203" pitchFamily="34" charset="0"/>
              </a:rPr>
              <a:t>Resource</a:t>
            </a:r>
            <a:endParaRPr lang="en-US" sz="1400" b="1" dirty="0" err="1">
              <a:solidFill>
                <a:srgbClr val="FFFFFF"/>
              </a:solidFill>
              <a:latin typeface="Segoe UI" panose="020B0502040204020203" pitchFamily="34" charset="0"/>
            </a:endParaRPr>
          </a:p>
        </p:txBody>
      </p:sp>
      <p:sp>
        <p:nvSpPr>
          <p:cNvPr id="9" name="TextBox 8">
            <a:extLst>
              <a:ext uri="{FF2B5EF4-FFF2-40B4-BE49-F238E27FC236}">
                <a16:creationId xmlns:a16="http://schemas.microsoft.com/office/drawing/2014/main" id="{866CD6E3-6278-8F25-6458-92A58429BD2C}"/>
              </a:ext>
            </a:extLst>
          </p:cNvPr>
          <p:cNvSpPr txBox="1"/>
          <p:nvPr/>
        </p:nvSpPr>
        <p:spPr>
          <a:xfrm>
            <a:off x="5384800" y="1816100"/>
            <a:ext cx="5715000" cy="307777"/>
          </a:xfrm>
          <a:prstGeom prst="rect">
            <a:avLst/>
          </a:prstGeom>
          <a:noFill/>
        </p:spPr>
        <p:txBody>
          <a:bodyPr vert="horz" wrap="square" lIns="0" tIns="0" rIns="0" bIns="0" rtlCol="0">
            <a:noAutofit/>
          </a:bodyPr>
          <a:lstStyle/>
          <a:p>
            <a:r>
              <a:rPr lang="en-US" sz="1400" b="1">
                <a:solidFill>
                  <a:srgbClr val="FFFFFF"/>
                </a:solidFill>
                <a:latin typeface="Segoe UI" panose="020B0502040204020203" pitchFamily="34" charset="0"/>
              </a:rPr>
              <a:t>Link</a:t>
            </a:r>
            <a:endParaRPr lang="en-US" sz="1400" b="1" dirty="0" err="1">
              <a:solidFill>
                <a:srgbClr val="FFFFFF"/>
              </a:solidFill>
              <a:latin typeface="Segoe UI" panose="020B0502040204020203" pitchFamily="34" charset="0"/>
            </a:endParaRPr>
          </a:p>
        </p:txBody>
      </p:sp>
      <p:sp>
        <p:nvSpPr>
          <p:cNvPr id="10" name="Rectangle 9">
            <a:extLst>
              <a:ext uri="{FF2B5EF4-FFF2-40B4-BE49-F238E27FC236}">
                <a16:creationId xmlns:a16="http://schemas.microsoft.com/office/drawing/2014/main" id="{5329FDE9-158E-9084-68CA-A24615D38B45}"/>
              </a:ext>
            </a:extLst>
          </p:cNvPr>
          <p:cNvSpPr/>
          <p:nvPr/>
        </p:nvSpPr>
        <p:spPr bwMode="auto">
          <a:xfrm>
            <a:off x="660400" y="2209800"/>
            <a:ext cx="10871200" cy="584200"/>
          </a:xfrm>
          <a:prstGeom prst="rect">
            <a:avLst/>
          </a:prstGeom>
          <a:solidFill>
            <a:srgbClr val="FFFFFF"/>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1" name="TextBox 10">
            <a:extLst>
              <a:ext uri="{FF2B5EF4-FFF2-40B4-BE49-F238E27FC236}">
                <a16:creationId xmlns:a16="http://schemas.microsoft.com/office/drawing/2014/main" id="{9B95CB48-6984-47ED-1DC5-F1AB47A6BB14}"/>
              </a:ext>
            </a:extLst>
          </p:cNvPr>
          <p:cNvSpPr txBox="1"/>
          <p:nvPr/>
        </p:nvSpPr>
        <p:spPr>
          <a:xfrm>
            <a:off x="889000" y="23495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Agent tracing overview</a:t>
            </a:r>
            <a:endParaRPr lang="en-US" sz="1400" dirty="0" err="1">
              <a:solidFill>
                <a:srgbClr val="303132"/>
              </a:solidFill>
              <a:latin typeface="Segoe UI" panose="020B0502040204020203" pitchFamily="34" charset="0"/>
            </a:endParaRPr>
          </a:p>
        </p:txBody>
      </p:sp>
      <p:sp>
        <p:nvSpPr>
          <p:cNvPr id="12" name="TextBox 11">
            <a:hlinkClick r:id="rId3"/>
            <a:extLst>
              <a:ext uri="{FF2B5EF4-FFF2-40B4-BE49-F238E27FC236}">
                <a16:creationId xmlns:a16="http://schemas.microsoft.com/office/drawing/2014/main" id="{F7685764-F98D-AA78-E4AD-4C61F2A7B03C}"/>
              </a:ext>
            </a:extLst>
          </p:cNvPr>
          <p:cNvSpPr txBox="1"/>
          <p:nvPr/>
        </p:nvSpPr>
        <p:spPr>
          <a:xfrm>
            <a:off x="5384800" y="2349500"/>
            <a:ext cx="5715000" cy="307777"/>
          </a:xfrm>
          <a:prstGeom prst="rect">
            <a:avLst/>
          </a:prstGeom>
          <a:noFill/>
        </p:spPr>
        <p:txBody>
          <a:bodyPr vert="horz" wrap="square" lIns="0" tIns="0" rIns="0" bIns="0" rtlCol="0">
            <a:noAutofit/>
          </a:bodyPr>
          <a:lstStyle/>
          <a:p>
            <a:r>
              <a:rPr lang="en-US" sz="1400">
                <a:solidFill>
                  <a:srgbClr val="0078D4"/>
                </a:solidFill>
                <a:latin typeface="Segoe UI" panose="020B0502040204020203" pitchFamily="34" charset="0"/>
                <a:hlinkClick r:id="rId4"/>
              </a:rPr>
              <a:t>Tracing guide</a:t>
            </a:r>
            <a:endParaRPr lang="en-US" sz="1400" dirty="0" err="1">
              <a:solidFill>
                <a:srgbClr val="0078D4"/>
              </a:solidFill>
              <a:latin typeface="Segoe UI" panose="020B0502040204020203" pitchFamily="34" charset="0"/>
            </a:endParaRPr>
          </a:p>
        </p:txBody>
      </p:sp>
      <p:sp>
        <p:nvSpPr>
          <p:cNvPr id="13" name="Rectangle 12">
            <a:extLst>
              <a:ext uri="{FF2B5EF4-FFF2-40B4-BE49-F238E27FC236}">
                <a16:creationId xmlns:a16="http://schemas.microsoft.com/office/drawing/2014/main" id="{FE88D38F-F62E-CFE2-99BD-5B0AF0C59F60}"/>
              </a:ext>
            </a:extLst>
          </p:cNvPr>
          <p:cNvSpPr/>
          <p:nvPr/>
        </p:nvSpPr>
        <p:spPr bwMode="auto">
          <a:xfrm>
            <a:off x="660400" y="2870200"/>
            <a:ext cx="10871200" cy="584200"/>
          </a:xfrm>
          <a:prstGeom prst="rect">
            <a:avLst/>
          </a:prstGeom>
          <a:solidFill>
            <a:srgbClr val="F5F5F5"/>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4" name="TextBox 13">
            <a:extLst>
              <a:ext uri="{FF2B5EF4-FFF2-40B4-BE49-F238E27FC236}">
                <a16:creationId xmlns:a16="http://schemas.microsoft.com/office/drawing/2014/main" id="{53E757B7-4311-987B-4D23-D2F253EF8986}"/>
              </a:ext>
            </a:extLst>
          </p:cNvPr>
          <p:cNvSpPr txBox="1"/>
          <p:nvPr/>
        </p:nvSpPr>
        <p:spPr>
          <a:xfrm>
            <a:off x="889000" y="30099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Agent Monitoring Dashboard</a:t>
            </a:r>
            <a:endParaRPr lang="en-US" sz="1400" dirty="0" err="1">
              <a:solidFill>
                <a:srgbClr val="303132"/>
              </a:solidFill>
              <a:latin typeface="Segoe UI" panose="020B0502040204020203" pitchFamily="34" charset="0"/>
            </a:endParaRPr>
          </a:p>
        </p:txBody>
      </p:sp>
      <p:sp>
        <p:nvSpPr>
          <p:cNvPr id="15" name="TextBox 14">
            <a:hlinkClick r:id="rId5"/>
            <a:extLst>
              <a:ext uri="{FF2B5EF4-FFF2-40B4-BE49-F238E27FC236}">
                <a16:creationId xmlns:a16="http://schemas.microsoft.com/office/drawing/2014/main" id="{2F0B0F5B-71AA-C93B-202A-41B79E65E7C7}"/>
              </a:ext>
            </a:extLst>
          </p:cNvPr>
          <p:cNvSpPr txBox="1"/>
          <p:nvPr/>
        </p:nvSpPr>
        <p:spPr>
          <a:xfrm>
            <a:off x="5384800" y="3009900"/>
            <a:ext cx="5715000" cy="307777"/>
          </a:xfrm>
          <a:prstGeom prst="rect">
            <a:avLst/>
          </a:prstGeom>
          <a:noFill/>
        </p:spPr>
        <p:txBody>
          <a:bodyPr vert="horz" wrap="square" lIns="0" tIns="0" rIns="0" bIns="0" rtlCol="0">
            <a:noAutofit/>
          </a:bodyPr>
          <a:lstStyle/>
          <a:p>
            <a:r>
              <a:rPr lang="en-US" sz="1400">
                <a:solidFill>
                  <a:srgbClr val="0078D4"/>
                </a:solidFill>
                <a:latin typeface="Segoe UI" panose="020B0502040204020203" pitchFamily="34" charset="0"/>
                <a:hlinkClick r:id="rId6"/>
              </a:rPr>
              <a:t>Dashboard guide</a:t>
            </a:r>
            <a:endParaRPr lang="en-US" sz="1400" dirty="0" err="1">
              <a:solidFill>
                <a:srgbClr val="0078D4"/>
              </a:solidFill>
              <a:latin typeface="Segoe UI" panose="020B0502040204020203" pitchFamily="34" charset="0"/>
            </a:endParaRPr>
          </a:p>
        </p:txBody>
      </p:sp>
      <p:sp>
        <p:nvSpPr>
          <p:cNvPr id="16" name="Rectangle 15">
            <a:extLst>
              <a:ext uri="{FF2B5EF4-FFF2-40B4-BE49-F238E27FC236}">
                <a16:creationId xmlns:a16="http://schemas.microsoft.com/office/drawing/2014/main" id="{56352296-57A9-D8FB-8B27-BBDDE0B03FC0}"/>
              </a:ext>
            </a:extLst>
          </p:cNvPr>
          <p:cNvSpPr/>
          <p:nvPr/>
        </p:nvSpPr>
        <p:spPr bwMode="auto">
          <a:xfrm>
            <a:off x="660400" y="3530600"/>
            <a:ext cx="10871200" cy="584200"/>
          </a:xfrm>
          <a:prstGeom prst="rect">
            <a:avLst/>
          </a:prstGeom>
          <a:solidFill>
            <a:srgbClr val="FFFFFF"/>
          </a:solidFill>
          <a:ln w="9525">
            <a:solidFill>
              <a:schemeClr val="tx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err="1">
              <a:solidFill>
                <a:srgbClr val="FFFFFF"/>
              </a:solidFill>
              <a:ea typeface="Segoe UI" pitchFamily="34" charset="0"/>
              <a:cs typeface="Segoe UI" pitchFamily="34" charset="0"/>
            </a:endParaRPr>
          </a:p>
        </p:txBody>
      </p:sp>
      <p:sp>
        <p:nvSpPr>
          <p:cNvPr id="17" name="TextBox 16">
            <a:extLst>
              <a:ext uri="{FF2B5EF4-FFF2-40B4-BE49-F238E27FC236}">
                <a16:creationId xmlns:a16="http://schemas.microsoft.com/office/drawing/2014/main" id="{6EE9CEC9-B0D9-0799-44E3-FD12C8B12BB6}"/>
              </a:ext>
            </a:extLst>
          </p:cNvPr>
          <p:cNvSpPr txBox="1"/>
          <p:nvPr/>
        </p:nvSpPr>
        <p:spPr>
          <a:xfrm>
            <a:off x="889000" y="3670300"/>
            <a:ext cx="4191000" cy="307777"/>
          </a:xfrm>
          <a:prstGeom prst="rect">
            <a:avLst/>
          </a:prstGeom>
          <a:noFill/>
        </p:spPr>
        <p:txBody>
          <a:bodyPr vert="horz" wrap="square" lIns="0" tIns="0" rIns="0" bIns="0" rtlCol="0">
            <a:noAutofit/>
          </a:bodyPr>
          <a:lstStyle/>
          <a:p>
            <a:r>
              <a:rPr lang="en-US" sz="1400">
                <a:solidFill>
                  <a:srgbClr val="303132"/>
                </a:solidFill>
                <a:latin typeface="Segoe UI" panose="020B0502040204020203" pitchFamily="34" charset="0"/>
              </a:rPr>
              <a:t>Application Insights overview</a:t>
            </a:r>
            <a:endParaRPr lang="en-US" sz="1400" dirty="0" err="1">
              <a:solidFill>
                <a:srgbClr val="303132"/>
              </a:solidFill>
              <a:latin typeface="Segoe UI" panose="020B0502040204020203" pitchFamily="34" charset="0"/>
            </a:endParaRPr>
          </a:p>
        </p:txBody>
      </p:sp>
      <p:sp>
        <p:nvSpPr>
          <p:cNvPr id="18" name="TextBox 17">
            <a:hlinkClick r:id="rId7"/>
            <a:extLst>
              <a:ext uri="{FF2B5EF4-FFF2-40B4-BE49-F238E27FC236}">
                <a16:creationId xmlns:a16="http://schemas.microsoft.com/office/drawing/2014/main" id="{2BDEA131-6B99-5E30-0B12-CE5F67ABCA3E}"/>
              </a:ext>
            </a:extLst>
          </p:cNvPr>
          <p:cNvSpPr txBox="1"/>
          <p:nvPr/>
        </p:nvSpPr>
        <p:spPr>
          <a:xfrm>
            <a:off x="5384800" y="3670300"/>
            <a:ext cx="5715000" cy="307777"/>
          </a:xfrm>
          <a:prstGeom prst="rect">
            <a:avLst/>
          </a:prstGeom>
          <a:noFill/>
        </p:spPr>
        <p:txBody>
          <a:bodyPr vert="horz" wrap="square" lIns="0" tIns="0" rIns="0" bIns="0" rtlCol="0">
            <a:noAutofit/>
          </a:bodyPr>
          <a:lstStyle/>
          <a:p>
            <a:r>
              <a:rPr lang="en-US" sz="1400">
                <a:solidFill>
                  <a:srgbClr val="0078D4"/>
                </a:solidFill>
                <a:latin typeface="Segoe UI" panose="020B0502040204020203" pitchFamily="34" charset="0"/>
                <a:hlinkClick r:id="rId8"/>
              </a:rPr>
              <a:t>Monitoring guide</a:t>
            </a:r>
            <a:endParaRPr lang="en-US" sz="1400" dirty="0" err="1">
              <a:solidFill>
                <a:srgbClr val="0078D4"/>
              </a:solidFill>
              <a:latin typeface="Segoe UI" panose="020B0502040204020203" pitchFamily="34" charset="0"/>
            </a:endParaRPr>
          </a:p>
        </p:txBody>
      </p:sp>
    </p:spTree>
    <p:extLst>
      <p:ext uri="{BB962C8B-B14F-4D97-AF65-F5344CB8AC3E}">
        <p14:creationId xmlns:p14="http://schemas.microsoft.com/office/powerpoint/2010/main" val="776544228"/>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243A5E"/>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3E757C6-34E8-6AAB-F8FC-3F3FEFB506A2}"/>
              </a:ext>
            </a:extLst>
          </p:cNvPr>
          <p:cNvSpPr>
            <a:spLocks noGrp="1"/>
          </p:cNvSpPr>
          <p:nvPr>
            <p:ph type="ftr" sz="quarter" idx="3"/>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Segoe UI"/>
                <a:ea typeface="+mn-ea"/>
                <a:cs typeface="+mn-cs"/>
              </a:rPr>
              <a:t>Microsoft Confidential</a:t>
            </a:r>
          </a:p>
        </p:txBody>
      </p:sp>
      <p:sp>
        <p:nvSpPr>
          <p:cNvPr id="3" name="Slide Number Placeholder 2">
            <a:extLst>
              <a:ext uri="{FF2B5EF4-FFF2-40B4-BE49-F238E27FC236}">
                <a16:creationId xmlns:a16="http://schemas.microsoft.com/office/drawing/2014/main" id="{3D03848C-4D30-DAA4-BD94-6669BD059C2C}"/>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F881BB8-5469-4299-99B9-578BE3320A80}" type="slidenum">
              <a:rPr kumimoji="0" lang="en-US" sz="800" b="0" i="0" u="none" strike="noStrike" kern="1200" cap="none" spc="0" normalizeH="0" baseline="0" noProof="0" smtClean="0">
                <a:ln>
                  <a:noFill/>
                </a:ln>
                <a:solidFill>
                  <a:srgbClr val="000000"/>
                </a:solidFill>
                <a:effectLst/>
                <a:uLnTx/>
                <a:uFillTx/>
                <a:latin typeface="Segoe UI"/>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en-US" sz="800" b="0" i="0" u="none" strike="noStrike" kern="1200" cap="none" spc="0" normalizeH="0" baseline="0" noProof="0">
              <a:ln>
                <a:noFill/>
              </a:ln>
              <a:solidFill>
                <a:srgbClr val="000000"/>
              </a:solidFill>
              <a:effectLst/>
              <a:uLnTx/>
              <a:uFillTx/>
              <a:latin typeface="Segoe UI"/>
              <a:ea typeface="+mn-ea"/>
              <a:cs typeface="+mn-cs"/>
            </a:endParaRPr>
          </a:p>
        </p:txBody>
      </p:sp>
      <p:sp>
        <p:nvSpPr>
          <p:cNvPr id="4" name="TextBox 3">
            <a:extLst>
              <a:ext uri="{FF2B5EF4-FFF2-40B4-BE49-F238E27FC236}">
                <a16:creationId xmlns:a16="http://schemas.microsoft.com/office/drawing/2014/main" id="{10E40C92-4520-F7B0-463D-0CBC4F00C6CF}"/>
              </a:ext>
            </a:extLst>
          </p:cNvPr>
          <p:cNvSpPr txBox="1"/>
          <p:nvPr/>
        </p:nvSpPr>
        <p:spPr>
          <a:xfrm>
            <a:off x="0" y="2870200"/>
            <a:ext cx="12192000" cy="307777"/>
          </a:xfrm>
          <a:prstGeom prst="rect">
            <a:avLst/>
          </a:prstGeom>
          <a:noFill/>
        </p:spPr>
        <p:txBody>
          <a:bodyPr vert="horz" wrap="square" lIns="0" tIns="0" rIns="0" bIns="0" rtlCol="0">
            <a:noAutofit/>
          </a:bodyPr>
          <a:lstStyle/>
          <a:p>
            <a:pPr algn="ctr"/>
            <a:r>
              <a:rPr lang="en-US" sz="3000">
                <a:solidFill>
                  <a:srgbClr val="FFFFFF"/>
                </a:solidFill>
                <a:latin typeface="Segoe UI" panose="020B0502040204020203" pitchFamily="34" charset="0"/>
              </a:rPr>
              <a:t>Questions?</a:t>
            </a:r>
            <a:endParaRPr lang="en-US" sz="3000" dirty="0" err="1">
              <a:solidFill>
                <a:srgbClr val="FFFFFF"/>
              </a:solidFill>
              <a:latin typeface="Segoe UI" panose="020B0502040204020203" pitchFamily="34" charset="0"/>
            </a:endParaRPr>
          </a:p>
        </p:txBody>
      </p:sp>
    </p:spTree>
    <p:extLst>
      <p:ext uri="{BB962C8B-B14F-4D97-AF65-F5344CB8AC3E}">
        <p14:creationId xmlns:p14="http://schemas.microsoft.com/office/powerpoint/2010/main" val="1174664678"/>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MIO_NATIVESECTIONS" val="﻿&lt;?xml version=&quot;1.0&quot; encoding=&quot;utf-8&quot;?&gt;&lt;ArrayOfNativeSection xmlns:xsi=&quot;http://www.w3.org/2001/XMLSchema-instance&quot; xmlns:xsd=&quot;http://www.w3.org/2001/XMLSchema&quot;&gt;&lt;NativeSection&gt;&lt;Name&gt;Introduction to Windows PowerShell&lt;/Name&gt;&lt;FirstSlideIndex&gt;4&lt;/FirstSlideIndex&gt;&lt;SlidesCount&gt;6&lt;/SlidesCount&gt;&lt;SlideGuids&gt;&lt;guid&gt;9d9e1da7-2723-4f69-b69f-21b1693715c5&lt;/guid&gt;&lt;guid&gt;3ccd3973-1ec5-46fa-8710-ff514ce2a1f3&lt;/guid&gt;&lt;guid&gt;bc67d307-7296-45c5-86cd-00562e489dd6&lt;/guid&gt;&lt;guid&gt;672fc58f-c006-4e7b-83c2-90f4529f2400&lt;/guid&gt;&lt;guid&gt;318999cc-0be6-4be2-83d0-cb8fe10122fa&lt;/guid&gt;&lt;guid&gt;459b7d24-9e19-433a-accc-69f76be60f43&lt;/guid&gt;&lt;/SlideGuids&gt;&lt;/NativeSection&gt;&lt;NativeSection&gt;&lt;Name&gt;Introduction to Windows PowerShell - The PowerShell shell&lt;/Name&gt;&lt;FirstSlideIndex&gt;10&lt;/FirstSlideIndex&gt;&lt;SlidesCount&gt;7&lt;/SlidesCount&gt;&lt;SlideGuids&gt;&lt;guid&gt;3358efb2-d4c0-4d61-994f-75e3275fac2b&lt;/guid&gt;&lt;guid&gt;6ae3b69a-fbee-464e-ae86-3ecd39513fa0&lt;/guid&gt;&lt;guid&gt;4e0b095b-d004-4f1b-9c6b-30c2d0469d61&lt;/guid&gt;&lt;guid&gt;1d1652e4-8311-451e-9a8c-b2119571880d&lt;/guid&gt;&lt;guid&gt;aa04ec43-c604-4a73-b2eb-0ef0ee77f79c&lt;/guid&gt;&lt;guid&gt;00adf8b6-932b-4200-a1bc-c3f07f8f4d64&lt;/guid&gt;&lt;guid&gt;7e7f40d8-8d37-45ee-9724-a8bf02ad8fcf&lt;/guid&gt;&lt;/SlideGuids&gt;&lt;/NativeSection&gt;&lt;NativeSection&gt;&lt;Name&gt;Introduction to Windows PowerShell - Integrated Scripting Environment (ISE)&lt;/Name&gt;&lt;FirstSlideIndex&gt;17&lt;/FirstSlideIndex&gt;&lt;SlidesCount&gt;7&lt;/SlidesCount&gt;&lt;SlideGuids&gt;&lt;guid&gt;ca3cdbe2-c1a0-496c-8b03-963455ae08cc&lt;/guid&gt;&lt;guid&gt;b1a90355-9415-45f5-a99d-f37839064456&lt;/guid&gt;&lt;guid&gt;3bc041ee-b16c-40a8-a375-66ea1d776dc0&lt;/guid&gt;&lt;guid&gt;b6acce1c-41ec-4e65-bdcc-23f3b5b20db0&lt;/guid&gt;&lt;guid&gt;768a6834-0cfa-4d1b-b334-ac15dc4109ca&lt;/guid&gt;&lt;guid&gt;00adf8b6-932b-4200-a1bc-c3f07f8f4d64&lt;/guid&gt;&lt;guid&gt;7e7f40d8-8d37-45ee-9724-a8bf02ad8fcf&lt;/guid&gt;&lt;/SlideGuids&gt;&lt;/NativeSection&gt;&lt;NativeSection&gt;&lt;Name&gt;Introduction to Windows PowerShell - Integrated Scripting Environment (ISE) - Features&lt;/Name&gt;&lt;FirstSlideIndex&gt;24&lt;/FirstSlideIndex&gt;&lt;SlidesCount&gt;10&lt;/SlidesCount&gt;&lt;SlideGuids&gt;&lt;guid&gt;e1166bed-b1cf-4a18-b3fa-270e99523a73&lt;/guid&gt;&lt;guid&gt;1b439196-c8b3-443c-adfe-ddd445fc1dea&lt;/guid&gt;&lt;guid&gt;5db85947-b1b2-4c61-b1a6-466fcb9ccbc5&lt;/guid&gt;&lt;guid&gt;ff6facb6-682b-4525-82a1-7d48607b7e88&lt;/guid&gt;&lt;guid&gt;30280d42-31cf-4e37-be85-b7dbaab0bb92&lt;/guid&gt;&lt;guid&gt;f026dc64-98b4-4191-a399-1bde3e751c77&lt;/guid&gt;&lt;guid&gt;96dccee5-e57f-4ffe-9f58-07c261f2f193&lt;/guid&gt;&lt;guid&gt;58797128-d2cf-4e7b-ad59-8a18432caccf&lt;/guid&gt;&lt;guid&gt;00adf8b6-932b-4200-a1bc-c3f07f8f4d64&lt;/guid&gt;&lt;guid&gt;7e7f40d8-8d37-45ee-9724-a8bf02ad8fcf&lt;/guid&gt;&lt;/SlideGuids&gt;&lt;/NativeSection&gt;&lt;NativeSection&gt;&lt;Name&gt;Introduction to Commands&lt;/Name&gt;&lt;FirstSlideIndex&gt;34&lt;/FirstSlideIndex&gt;&lt;SlidesCount&gt;2&lt;/SlidesCount&gt;&lt;SlideGuids&gt;&lt;guid&gt;1f669531-dd69-4ef9-a692-f0ee18299d4d&lt;/guid&gt;&lt;guid&gt;3ccd3973-1ec5-46fa-8710-ff514ce2a1f3&lt;/guid&gt;&lt;/SlideGuids&gt;&lt;/NativeSection&gt;&lt;NativeSection&gt;&lt;Name&gt;Introduction to Commands - External Commands&lt;/Name&gt;&lt;FirstSlideIndex&gt;36&lt;/FirstSlideIndex&gt;&lt;SlidesCount&gt;5&lt;/SlidesCount&gt;&lt;SlideGuids&gt;&lt;guid&gt;3feb09ab-e4a3-4df2-b9b2-7c59bed53a69&lt;/guid&gt;&lt;guid&gt;6f878c01-a3eb-40d3-a213-c43f4a3ab641&lt;/guid&gt;&lt;guid&gt;cb107531-a8e9-469d-b5bd-c28436624552&lt;/guid&gt;&lt;guid&gt;6b3f75de-a037-4381-8fc8-618b7e265e56&lt;/guid&gt;&lt;guid&gt;7e7f40d8-8d37-45ee-9724-a8bf02ad8fcf&lt;/guid&gt;&lt;/SlideGuids&gt;&lt;/NativeSection&gt;&lt;NativeSection&gt;&lt;Name&gt;Introduction to Commands - PowerShell commands&lt;/Name&gt;&lt;FirstSlideIndex&gt;41&lt;/FirstSlideIndex&gt;&lt;SlidesCount&gt;12&lt;/SlidesCount&gt;&lt;SlideGuids&gt;&lt;guid&gt;426e1b04-391b-466b-bc29-8a42babefe40&lt;/guid&gt;&lt;guid&gt;a0578b4a-a1e6-4f54-93e4-8bf201accac6&lt;/guid&gt;&lt;guid&gt;a6d5c4db-5b9a-49b0-b2ba-bd0b3bff0758&lt;/guid&gt;&lt;guid&gt;b8052ebc-3fa8-4abe-9c2e-59c3bb4707ee&lt;/guid&gt;&lt;guid&gt;b794a4d1-9791-4bab-b28e-5253577824c6&lt;/guid&gt;&lt;guid&gt;0998e991-5e28-429f-9c2c-28193cee6032&lt;/guid&gt;&lt;guid&gt;4986f64a-99cf-404c-b710-071ed6bff202&lt;/guid&gt;&lt;guid&gt;9d70877b-88a2-415b-b023-87e5f0f10101&lt;/guid&gt;&lt;guid&gt;62563174-4078-46c5-a87c-d458e27091aa&lt;/guid&gt;&lt;guid&gt;bcf04dda-96d7-464b-ab84-ae63980a8e84&lt;/guid&gt;&lt;guid&gt;0e9c346d-8ca7-47d7-a3ea-dd9761e48c90&lt;/guid&gt;&lt;guid&gt;7e7f40d8-8d37-45ee-9724-a8bf02ad8fcf&lt;/guid&gt;&lt;/SlideGuids&gt;&lt;/NativeSection&gt;&lt;NativeSection&gt;&lt;Name&gt;Introduction to Commands - Cmdlet Syntax&lt;/Name&gt;&lt;FirstSlideIndex&gt;53&lt;/FirstSlideIndex&gt;&lt;SlidesCount&gt;14&lt;/SlidesCount&gt;&lt;SlideGuids&gt;&lt;guid&gt;7209000d-aa96-4e20-a91c-501ebc107778&lt;/guid&gt;&lt;guid&gt;f01cb306-9e1f-4590-9e38-bbf493ef8b1f&lt;/guid&gt;&lt;guid&gt;27b66761-f25d-4ebf-b7cd-c087bafe2652&lt;/guid&gt;&lt;guid&gt;7209000d-aa96-4e20-a91c-501ebc107778&lt;/guid&gt;&lt;guid&gt;7209000d-aa96-4e20-a91c-501ebc107778&lt;/guid&gt;&lt;guid&gt;7209000d-aa96-4e20-a91c-501ebc107778&lt;/guid&gt;&lt;guid&gt;7209000d-aa96-4e20-a91c-501ebc107778&lt;/guid&gt;&lt;guid&gt;7209000d-aa96-4e20-a91c-501ebc107778&lt;/guid&gt;&lt;guid&gt;7209000d-aa96-4e20-a91c-501ebc107778&lt;/guid&gt;&lt;guid&gt;5be2a765-e72f-40ef-9415-d6db991094bf&lt;/guid&gt;&lt;guid&gt;0c6b5fa0-27fa-4460-9bdd-29a275a83938&lt;/guid&gt;&lt;guid&gt;6806274d-ae00-4671-bcc4-6c446fd75137&lt;/guid&gt;&lt;guid&gt;eff1ad0d-edff-4696-b71d-26e747cd86cc&lt;/guid&gt;&lt;guid&gt;7e7f40d8-8d37-45ee-9724-a8bf02ad8fcf&lt;/guid&gt;&lt;/SlideGuids&gt;&lt;/NativeSection&gt;&lt;NativeSection&gt;&lt;Name&gt;Introduction to Commands - Cmdlet Common Parameters&lt;/Name&gt;&lt;FirstSlideIndex&gt;67&lt;/FirstSlideIndex&gt;&lt;SlidesCount&gt;12&lt;/SlidesCount&gt;&lt;SlideGuids&gt;&lt;guid&gt;9654f450-f019-44e6-b65b-d1bb1c9ab9cf&lt;/guid&gt;&lt;guid&gt;3f57c3d8-ad09-42db-8b7f-fb53311bbcb1&lt;/guid&gt;&lt;guid&gt;1b20324c-120d-4cd2-829e-ef4a36f4353a&lt;/guid&gt;&lt;guid&gt;cac7793a-fc43-4ff7-bf41-3e011449d657&lt;/guid&gt;&lt;guid&gt;8f045e5b-b095-40cd-80a0-6e971422544f&lt;/guid&gt;&lt;guid&gt;95714aaa-8dfb-4b1e-8b1e-37271dd273fa&lt;/guid&gt;&lt;guid&gt;9ab87bb2-7e8f-4af4-a94a-a8610fdccfdc&lt;/guid&gt;&lt;guid&gt;777d5f4b-0b2a-4316-82e8-5d730bbccaab&lt;/guid&gt;&lt;guid&gt;4654dda3-5a19-4678-8030-b1706eb3eb3f&lt;/guid&gt;&lt;guid&gt;2446594d-bc9d-40a4-8baa-b7757caf755f&lt;/guid&gt;&lt;guid&gt;b9cda98c-f984-44d2-949b-c0a768deba69&lt;/guid&gt;&lt;guid&gt;7e7f40d8-8d37-45ee-9724-a8bf02ad8fcf&lt;/guid&gt;&lt;/SlideGuids&gt;&lt;/NativeSection&gt;&lt;NativeSection&gt;&lt;Name&gt;Introduction to Commands - Command Termination and Line Continuation&lt;/Name&gt;&lt;FirstSlideIndex&gt;79&lt;/FirstSlideIndex&gt;&lt;SlidesCount&gt;8&lt;/SlidesCount&gt;&lt;SlideGuids&gt;&lt;guid&gt;1a25d4e7-21ea-4c9d-82ca-1c4d40b802e6&lt;/guid&gt;&lt;guid&gt;d4fc2cfb-1f4c-4284-9a90-8a9dfac87a51&lt;/guid&gt;&lt;guid&gt;00691e86-e96c-4ad2-9f74-ef4b3fa2693f&lt;/guid&gt;&lt;guid&gt;24f45a39-5d68-4f45-9666-28a431578cb4&lt;/guid&gt;&lt;guid&gt;cda6b029-eec0-4e35-9554-8139afb73cdf&lt;/guid&gt;&lt;guid&gt;ed0db01f-b035-4031-8354-c833afab6954&lt;/guid&gt;&lt;guid&gt;ae2f9860-d0e5-45d9-aeb9-b8c30276d763&lt;/guid&gt;&lt;guid&gt;7e7f40d8-8d37-45ee-9724-a8bf02ad8fcf&lt;/guid&gt;&lt;/SlideGuids&gt;&lt;/NativeSection&gt;&lt;NativeSection&gt;&lt;Name&gt;Introduction to Commands - Built-in Aliases&lt;/Name&gt;&lt;FirstSlideIndex&gt;87&lt;/FirstSlideIndex&gt;&lt;SlidesCount&gt;5&lt;/SlidesCount&gt;&lt;SlideGuids&gt;&lt;guid&gt;daa0c646-4964-4677-b662-6d7b5bde0af7&lt;/guid&gt;&lt;guid&gt;4df4c6eb-d2a5-4e73-bc8d-d337ce32b5c8&lt;/guid&gt;&lt;guid&gt;c1f56b12-3707-4f35-8733-39b9c38473e9&lt;/guid&gt;&lt;guid&gt;a3c72e30-c9fd-41a2-81b7-774a592681f2&lt;/guid&gt;&lt;guid&gt;7e7f40d8-8d37-45ee-9724-a8bf02ad8fcf&lt;/guid&gt;&lt;/SlideGuids&gt;&lt;/NativeSection&gt;&lt;NativeSection&gt;&lt;Name&gt;Introduction to Commands - User-defined Aliases&lt;/Name&gt;&lt;FirstSlideIndex&gt;92&lt;/FirstSlideIndex&gt;&lt;SlidesCount&gt;5&lt;/SlidesCount&gt;&lt;SlideGuids&gt;&lt;guid&gt;a7c2d5d0-e482-48f2-9014-d873da40f698&lt;/guid&gt;&lt;guid&gt;aa04ec43-c604-4a73-b2eb-0ef0ee77f79c&lt;/guid&gt;&lt;guid&gt;7209000d-aa96-4e20-a91c-501ebc107778&lt;/guid&gt;&lt;guid&gt;20c1946b-9a3c-4b0a-ba7c-74353ae716f5&lt;/guid&gt;&lt;guid&gt;7e7f40d8-8d37-45ee-9724-a8bf02ad8fcf&lt;/guid&gt;&lt;/SlideGuids&gt;&lt;/NativeSection&gt;&lt;NativeSection&gt;&lt;Name&gt;Introduction to Commands - Lab: Introduction to Commands&lt;/Name&gt;&lt;FirstSlideIndex&gt;97&lt;/FirstSlideIndex&gt;&lt;SlidesCount&gt;2&lt;/SlidesCount&gt;&lt;SlideGuids&gt;&lt;guid&gt;e5936d9c-b546-443b-afcc-e10e11a5dae6&lt;/guid&gt;&lt;guid&gt;1e5e1ebb-e8bf-4fba-87f5-5fca36bd0235&lt;/guid&gt;&lt;/SlideGuids&gt;&lt;/NativeSection&gt;&lt;/ArrayOfNativeSection&gt;"/>
  <p:tag name="MIO_EKGUID" val="602ca75f-b92d-4d33-a8d7-07e8571bebc5"/>
  <p:tag name="MIO_UPDATE" val="True"/>
  <p:tag name="MIO_VERSION" val="30.03.2020 15:44:06"/>
  <p:tag name="MIO_DBID" val="12B0C59E-2253-4124-A5E9-470ADF4CB168"/>
  <p:tag name="MIO_LASTDOWNLOADED" val="30.03.2020 17:44:54"/>
  <p:tag name="MIO_OBJECTNAME" val="Module Dark Grey"/>
  <p:tag name="MIO_LASTEDITORNAME" val="Devid Treuling"/>
</p:tagLst>
</file>

<file path=ppt/theme/theme1.xml><?xml version="1.0" encoding="utf-8"?>
<a:theme xmlns:a="http://schemas.openxmlformats.org/drawingml/2006/main" name="White Template">
  <a:themeElements>
    <a:clrScheme name="Custom 2">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000000"/>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FY22 Unified Support Deck_R2" id="{87F4FB34-706C-3B40-A2F5-AAB55F65BD79}" vid="{83F148C1-8898-3D42-A66A-0DC42327C72F}"/>
    </a:ext>
  </a:extLst>
</a:theme>
</file>

<file path=ppt/theme/theme2.xml><?xml version="1.0" encoding="utf-8"?>
<a:theme xmlns:a="http://schemas.openxmlformats.org/drawingml/2006/main" name="1_White Template">
  <a:themeElements>
    <a:clrScheme name="Custom 2">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000000"/>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FY22 Unified Support Deck_R2" id="{87F4FB34-706C-3B40-A2F5-AAB55F65BD79}" vid="{83F148C1-8898-3D42-A66A-0DC42327C72F}"/>
    </a:ext>
  </a:extLst>
</a:theme>
</file>

<file path=ppt/theme/theme3.xml><?xml version="1.0" encoding="utf-8"?>
<a:theme xmlns:a="http://schemas.openxmlformats.org/drawingml/2006/main" name="2_White Template">
  <a:themeElements>
    <a:clrScheme name="Custom 2">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000000"/>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FY22 Unified Support Deck_R2" id="{87F4FB34-706C-3B40-A2F5-AAB55F65BD79}" vid="{83F148C1-8898-3D42-A66A-0DC42327C72F}"/>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item1.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2.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3.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4.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5.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6.xml><?xml version="1.0" encoding="utf-8"?>
<ct:contentTypeSchema xmlns:ct="http://schemas.microsoft.com/office/2006/metadata/contentType" xmlns:ma="http://schemas.microsoft.com/office/2006/metadata/properties/metaAttributes" ct:_="" ma:_="" ma:contentTypeName="Document" ma:contentTypeID="0x010100F1C4B09AC06B8C45B1CB67D2156BD46C" ma:contentTypeVersion="14" ma:contentTypeDescription="Create a new document." ma:contentTypeScope="" ma:versionID="88b34f71fe9b1526bc7932a9723e174b">
  <xsd:schema xmlns:xsd="http://www.w3.org/2001/XMLSchema" xmlns:xs="http://www.w3.org/2001/XMLSchema" xmlns:p="http://schemas.microsoft.com/office/2006/metadata/properties" xmlns:ns1="http://schemas.microsoft.com/sharepoint/v3" xmlns:ns2="fcb28fc0-2e3b-4764-9e63-46b62073c0cd" xmlns:ns3="19614695-0c98-4ea4-9244-f5047452aafb" targetNamespace="http://schemas.microsoft.com/office/2006/metadata/properties" ma:root="true" ma:fieldsID="9f71acc245135fb70bc040788d0c070c" ns1:_="" ns2:_="" ns3:_="">
    <xsd:import namespace="http://schemas.microsoft.com/sharepoint/v3"/>
    <xsd:import namespace="fcb28fc0-2e3b-4764-9e63-46b62073c0cd"/>
    <xsd:import namespace="19614695-0c98-4ea4-9244-f5047452aaf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b28fc0-2e3b-4764-9e63-46b62073c0cd"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19614695-0c98-4ea4-9244-f5047452aafb"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564f906b-8e77-4e33-9f55-fcee0003089b}" ma:internalName="TaxCatchAll" ma:showField="CatchAllData" ma:web="19614695-0c98-4ea4-9244-f5047452aaf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7.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8.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9.xml><?xml version="1.0" encoding="utf-8"?>
<pd:PersonalizationDefinition xmlns:pd="Strauss.PersonalizationDefinition" name="">
  <pd:DataReferenceList>
    <pd:DataReference datasourceID="feebff45-792f-402d-b0b2-aef9b0ece030" dataFieldID="0fc3de7b-ed55-4ec3-b286-0b42951918c3" variableListUniqueId="d6c5d8a6-45b5-4a0e-b0e7-cf1e0e53bdd5"/>
  </pd:DataReferenceList>
  <pd:VariableReplacementDescriptor name="" desc="" uid="">
    <pd:DataReferenceList>
      <pd:DataReference datasourceID="feebff45-792f-402d-b0b2-aef9b0ece030" dataFieldID="0fc3de7b-ed55-4ec3-b286-0b42951918c3" variableListUniqueId="d6c5d8a6-45b5-4a0e-b0e7-cf1e0e53bdd5"/>
    </pd:DataReferenceList>
  </pd:VariableReplacementDescriptor>
</pd:PersonalizationDefinition>
</file>

<file path=customXml/item10.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11.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12.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13.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14.xml><?xml version="1.0" encoding="utf-8"?>
<pd:PersonalizationDefinition xmlns:pd="Strauss.PersonalizationDefinition" name="">
  <pd:DataReferenceList>
    <pd:DataReference datasourceID="feebff45-792f-402d-b0b2-aef9b0ece030" dataFieldID="28848184-58cd-4812-928e-93f2c559a8a3" variableListUniqueId="d6c5d8a6-45b5-4a0e-b0e7-cf1e0e53bdd5"/>
  </pd:DataReferenceList>
  <pd:VariableReplacementDescriptor name="" desc="" uid="">
    <pd:DataReferenceList>
      <pd:DataReference datasourceID="feebff45-792f-402d-b0b2-aef9b0ece030" dataFieldID="28848184-58cd-4812-928e-93f2c559a8a3" variableListUniqueId="d6c5d8a6-45b5-4a0e-b0e7-cf1e0e53bdd5"/>
    </pd:DataReferenceList>
  </pd:VariableReplacementDescriptor>
</pd:PersonalizationDefinition>
</file>

<file path=customXml/item15.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16.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17.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18.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19.xml><?xml version="1.0" encoding="utf-8"?>
<pd:PersonalizationDefinition xmlns:pd="Strauss.PersonalizationDefinition" name="">
  <pd:DataReferenceList>
    <pd:DataReference datasourceID="feebff45-792f-402d-b0b2-aef9b0ece030" dataFieldID="0fc3de7b-ed55-4ec3-b286-0b42951918c3" variableListUniqueId="d6c5d8a6-45b5-4a0e-b0e7-cf1e0e53bdd5"/>
  </pd:DataReferenceList>
  <pd:VariableReplacementDescriptor name="" desc="" uid="">
    <pd:DataReferenceList>
      <pd:DataReference datasourceID="feebff45-792f-402d-b0b2-aef9b0ece030" dataFieldID="0fc3de7b-ed55-4ec3-b286-0b42951918c3" variableListUniqueId="d6c5d8a6-45b5-4a0e-b0e7-cf1e0e53bdd5"/>
    </pd:DataReferenceList>
  </pd:VariableReplacementDescriptor>
</pd:PersonalizationDefinition>
</file>

<file path=customXml/item20.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21.xml><?xml version="1.0" encoding="utf-8"?>
<pd:PersonalizationDefinition xmlns:pd="Strauss.PersonalizationDefinition" name="">
  <pd:DataReferenceList>
    <pd:DataReference datasourceID="feebff45-792f-402d-b0b2-aef9b0ece030" dataFieldID="24ecf766-c192-4244-a42a-b3c011702bb8" variableListUniqueId="d6c5d8a6-45b5-4a0e-b0e7-cf1e0e53bdd5"/>
  </pd:DataReferenceList>
  <pd:VariableReplacementDescriptor name="" desc="" uid="">
    <pd:DataReferenceList>
      <pd:DataReference datasourceID="feebff45-792f-402d-b0b2-aef9b0ece030" dataFieldID="24ecf766-c192-4244-a42a-b3c011702bb8" variableListUniqueId="d6c5d8a6-45b5-4a0e-b0e7-cf1e0e53bdd5"/>
    </pd:DataReferenceList>
  </pd:VariableReplacementDescriptor>
</pd:PersonalizationDefinition>
</file>

<file path=customXml/item22.xml><?xml version="1.0" encoding="utf-8"?>
<pd:PersonalizationDefinition xmlns:pd="Strauss.PersonalizationDefinition" name="">
  <pd:DataReferenceList>
    <pd:DataReference datasourceID="feebff45-792f-402d-b0b2-aef9b0ece030" dataFieldID="28848184-58cd-4812-928e-93f2c559a8a3" variableListUniqueId="d6c5d8a6-45b5-4a0e-b0e7-cf1e0e53bdd5"/>
  </pd:DataReferenceList>
  <pd:VariableReplacementDescriptor name="" desc="" uid="">
    <pd:DataReferenceList>
      <pd:DataReference datasourceID="feebff45-792f-402d-b0b2-aef9b0ece030" dataFieldID="28848184-58cd-4812-928e-93f2c559a8a3" variableListUniqueId="d6c5d8a6-45b5-4a0e-b0e7-cf1e0e53bdd5"/>
    </pd:DataReferenceList>
  </pd:VariableReplacementDescriptor>
</pd:PersonalizationDefinition>
</file>

<file path=customXml/item23.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24.xml><?xml version="1.0" encoding="utf-8"?>
<pd:PersonalizationDefinition xmlns:pd="Strauss.PersonalizationDefinition" name="">
  <pd:DataReferenceList>
    <pd:DataReference datasourceID="feebff45-792f-402d-b0b2-aef9b0ece030" dataFieldID="24ecf766-c192-4244-a42a-b3c011702bb8" variableListUniqueId="d6c5d8a6-45b5-4a0e-b0e7-cf1e0e53bdd5"/>
  </pd:DataReferenceList>
  <pd:VariableReplacementDescriptor name="" desc="" uid="">
    <pd:DataReferenceList>
      <pd:DataReference datasourceID="feebff45-792f-402d-b0b2-aef9b0ece030" dataFieldID="24ecf766-c192-4244-a42a-b3c011702bb8" variableListUniqueId="d6c5d8a6-45b5-4a0e-b0e7-cf1e0e53bdd5"/>
    </pd:DataReferenceList>
  </pd:VariableReplacementDescriptor>
</pd:PersonalizationDefinition>
</file>

<file path=customXml/item25.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26.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27.xml><?xml version="1.0" encoding="utf-8"?>
<pd:PersonalizationDefinition xmlns:pd="Strauss.PersonalizationDefinition" name="">
  <pd:DataReferenceList>
    <pd:DataReference datasourceID="feebff45-792f-402d-b0b2-aef9b0ece030" dataFieldID="24ecf766-c192-4244-a42a-b3c011702bb8" variableListUniqueId="d6c5d8a6-45b5-4a0e-b0e7-cf1e0e53bdd5"/>
  </pd:DataReferenceList>
  <pd:VariableReplacementDescriptor name="" desc="" uid="">
    <pd:DataReferenceList>
      <pd:DataReference datasourceID="feebff45-792f-402d-b0b2-aef9b0ece030" dataFieldID="24ecf766-c192-4244-a42a-b3c011702bb8" variableListUniqueId="d6c5d8a6-45b5-4a0e-b0e7-cf1e0e53bdd5"/>
    </pd:DataReferenceList>
  </pd:VariableReplacementDescriptor>
</pd:PersonalizationDefinition>
</file>

<file path=customXml/item28.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29.xml><?xml version="1.0" encoding="utf-8"?>
<?mso-contentType ?>
<FormTemplates xmlns="http://schemas.microsoft.com/sharepoint/v3/contenttype/forms">
  <Display>DocumentLibraryForm</Display>
  <Edit>DocumentLibraryForm</Edit>
  <New>DocumentLibraryForm</New>
</FormTemplates>
</file>

<file path=customXml/item30.xml><?xml version="1.0" encoding="utf-8"?>
<pd:PersonalizationDefinition xmlns:pd="Strauss.PersonalizationDefinition" name="">
  <pd:DataReferenceList>
    <pd:DataReference datasourceID="feebff45-792f-402d-b0b2-aef9b0ece030" dataFieldID="28848184-58cd-4812-928e-93f2c559a8a3" variableListUniqueId="d6c5d8a6-45b5-4a0e-b0e7-cf1e0e53bdd5"/>
  </pd:DataReferenceList>
  <pd:VariableReplacementDescriptor name="" desc="" uid="">
    <pd:DataReferenceList>
      <pd:DataReference datasourceID="feebff45-792f-402d-b0b2-aef9b0ece030" dataFieldID="28848184-58cd-4812-928e-93f2c559a8a3" variableListUniqueId="d6c5d8a6-45b5-4a0e-b0e7-cf1e0e53bdd5"/>
    </pd:DataReferenceList>
  </pd:VariableReplacementDescriptor>
</pd:PersonalizationDefinition>
</file>

<file path=customXml/item3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19614695-0c98-4ea4-9244-f5047452aafb" xsi:nil="true"/>
    <lcf76f155ced4ddcb4097134ff3c332f xmlns="fcb28fc0-2e3b-4764-9e63-46b62073c0cd">
      <Terms xmlns="http://schemas.microsoft.com/office/infopath/2007/PartnerControls"/>
    </lcf76f155ced4ddcb4097134ff3c332f>
  </documentManagement>
</p:properties>
</file>

<file path=customXml/item32.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33.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34.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35.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36.xml><?xml version="1.0" encoding="utf-8"?>
<pd:PersonalizationDefinition xmlns:pd="Strauss.PersonalizationDefinition" name="">
  <pd:DataReferenceList>
    <pd:DataReference datasourceID="feebff45-792f-402d-b0b2-aef9b0ece030" dataFieldID="c025b050-8f9b-4a58-8690-6c2d0d1906cd" variableListUniqueId="d6c5d8a6-45b5-4a0e-b0e7-cf1e0e53bdd5"/>
  </pd:DataReferenceList>
  <pd:VariableReplacementDescriptor name="" desc="" uid="">
    <pd:DataReferenceList>
      <pd:DataReference datasourceID="feebff45-792f-402d-b0b2-aef9b0ece030" dataFieldID="c025b050-8f9b-4a58-8690-6c2d0d1906cd" variableListUniqueId="d6c5d8a6-45b5-4a0e-b0e7-cf1e0e53bdd5"/>
    </pd:DataReferenceList>
  </pd:VariableReplacementDescriptor>
</pd:PersonalizationDefinition>
</file>

<file path=customXml/item37.xml><?xml version="1.0" encoding="utf-8"?>
<pd:PersonalizationDefinition xmlns:pd="Strauss.PersonalizationDefinition" name="">
  <pd:DataReferenceList>
    <pd:DataReference datasourceID="feebff45-792f-402d-b0b2-aef9b0ece030" dataFieldID="c025b050-8f9b-4a58-8690-6c2d0d1906cd" variableListUniqueId="d6c5d8a6-45b5-4a0e-b0e7-cf1e0e53bdd5"/>
  </pd:DataReferenceList>
  <pd:VariableReplacementDescriptor name="" desc="" uid="">
    <pd:DataReferenceList>
      <pd:DataReference datasourceID="feebff45-792f-402d-b0b2-aef9b0ece030" dataFieldID="c025b050-8f9b-4a58-8690-6c2d0d1906cd" variableListUniqueId="d6c5d8a6-45b5-4a0e-b0e7-cf1e0e53bdd5"/>
    </pd:DataReferenceList>
  </pd:VariableReplacementDescriptor>
</pd:PersonalizationDefinition>
</file>

<file path=customXml/item38.xml><?xml version="1.0" encoding="utf-8"?>
<pd:PersonalizationDefinition xmlns:pd="Strauss.PersonalizationDefinition" name="">
  <pd:DataReferenceList>
    <pd:DataReference datasourceID="feebff45-792f-402d-b0b2-aef9b0ece030" dataFieldID="28848184-58cd-4812-928e-93f2c559a8a3" variableListUniqueId="d6c5d8a6-45b5-4a0e-b0e7-cf1e0e53bdd5"/>
  </pd:DataReferenceList>
  <pd:VariableReplacementDescriptor name="" desc="" uid="">
    <pd:DataReferenceList>
      <pd:DataReference datasourceID="feebff45-792f-402d-b0b2-aef9b0ece030" dataFieldID="28848184-58cd-4812-928e-93f2c559a8a3" variableListUniqueId="d6c5d8a6-45b5-4a0e-b0e7-cf1e0e53bdd5"/>
    </pd:DataReferenceList>
  </pd:VariableReplacementDescriptor>
</pd:PersonalizationDefinition>
</file>

<file path=customXml/item39.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40.xml><?xml version="1.0" encoding="utf-8"?>
<pd:PersonalizationDefinition xmlns:pd="Strauss.PersonalizationDefinition" name="">
  <pd:DataReferenceList>
    <pd:DataReference datasourceID="feebff45-792f-402d-b0b2-aef9b0ece030" dataFieldID="a78158d4-b298-4902-80db-79e424cd0391" variableListUniqueId="d6c5d8a6-45b5-4a0e-b0e7-cf1e0e53bdd5"/>
  </pd:DataReferenceList>
  <pd:VariableReplacementDescriptor name="" desc="" uid="">
    <pd:DataReferenceList>
      <pd:DataReference datasourceID="feebff45-792f-402d-b0b2-aef9b0ece030" dataFieldID="a78158d4-b298-4902-80db-79e424cd0391" variableListUniqueId="d6c5d8a6-45b5-4a0e-b0e7-cf1e0e53bdd5"/>
    </pd:DataReferenceList>
  </pd:VariableReplacementDescriptor>
</pd:PersonalizationDefinition>
</file>

<file path=customXml/item41.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42.xml><?xml version="1.0" encoding="utf-8"?>
<pd:PersonalizationDefinition xmlns:pd="Strauss.PersonalizationDefinition" name="">
  <pd:DataReferenceList>
    <pd:DataReference datasourceID="feebff45-792f-402d-b0b2-aef9b0ece030" dataFieldID="fd933e54-6a41-4570-85a9-1373ead2ba42" variableListUniqueId="d6c5d8a6-45b5-4a0e-b0e7-cf1e0e53bdd5"/>
  </pd:DataReferenceList>
  <pd:VariableReplacementDescriptor name="" desc="" uid="">
    <pd:DataReferenceList>
      <pd:DataReference datasourceID="feebff45-792f-402d-b0b2-aef9b0ece030" dataFieldID="fd933e54-6a41-4570-85a9-1373ead2ba42" variableListUniqueId="d6c5d8a6-45b5-4a0e-b0e7-cf1e0e53bdd5"/>
    </pd:DataReferenceList>
  </pd:VariableReplacementDescriptor>
</pd:PersonalizationDefinition>
</file>

<file path=customXml/item43.xml><?xml version="1.0" encoding="utf-8"?>
<pd:PersonalizationDefinition xmlns:pd="Strauss.PersonalizationDefinition" name="">
  <pd:DataReferenceList>
    <pd:DataReference datasourceID="feebff45-792f-402d-b0b2-aef9b0ece030" dataFieldID="374fd9d5-855e-45a6-988d-265ad64af7ed" variableListUniqueId="d6c5d8a6-45b5-4a0e-b0e7-cf1e0e53bdd5"/>
  </pd:DataReferenceList>
  <pd:VariableReplacementDescriptor name="" desc="" uid="">
    <pd:DataReferenceList>
      <pd:DataReference datasourceID="feebff45-792f-402d-b0b2-aef9b0ece030" dataFieldID="374fd9d5-855e-45a6-988d-265ad64af7ed" variableListUniqueId="d6c5d8a6-45b5-4a0e-b0e7-cf1e0e53bdd5"/>
    </pd:DataReferenceList>
  </pd:VariableReplacementDescriptor>
</pd:PersonalizationDefinition>
</file>

<file path=customXml/itemProps1.xml><?xml version="1.0" encoding="utf-8"?>
<ds:datastoreItem xmlns:ds="http://schemas.openxmlformats.org/officeDocument/2006/customXml" ds:itemID="{82C716E8-B770-4139-99B0-F35B9C64B90F}">
  <ds:schemaRefs>
    <ds:schemaRef ds:uri="Strauss.PersonalizationDefinition"/>
  </ds:schemaRefs>
</ds:datastoreItem>
</file>

<file path=customXml/itemProps2.xml><?xml version="1.0" encoding="utf-8"?>
<ds:datastoreItem xmlns:ds="http://schemas.openxmlformats.org/officeDocument/2006/customXml" ds:itemID="{406127A5-B8F7-4F8A-95A9-8E20F72EA129}">
  <ds:schemaRefs>
    <ds:schemaRef ds:uri="Strauss.PersonalizationDefinition"/>
  </ds:schemaRefs>
</ds:datastoreItem>
</file>

<file path=customXml/itemProps3.xml><?xml version="1.0" encoding="utf-8"?>
<ds:datastoreItem xmlns:ds="http://schemas.openxmlformats.org/officeDocument/2006/customXml" ds:itemID="{F56EB5D8-3CD5-48EE-9536-13CF2B9AC25D}">
  <ds:schemaRefs>
    <ds:schemaRef ds:uri="Strauss.PersonalizationDefinition"/>
  </ds:schemaRefs>
</ds:datastoreItem>
</file>

<file path=customXml/itemProps4.xml><?xml version="1.0" encoding="utf-8"?>
<ds:datastoreItem xmlns:ds="http://schemas.openxmlformats.org/officeDocument/2006/customXml" ds:itemID="{FC25CD5D-A9DA-407F-9106-47BDA14BCED9}">
  <ds:schemaRefs>
    <ds:schemaRef ds:uri="Strauss.PersonalizationDefinition"/>
  </ds:schemaRefs>
</ds:datastoreItem>
</file>

<file path=customXml/itemProps5.xml><?xml version="1.0" encoding="utf-8"?>
<ds:datastoreItem xmlns:ds="http://schemas.openxmlformats.org/officeDocument/2006/customXml" ds:itemID="{B09E3EAE-66CA-4A91-A5FE-A34A70B099ED}">
  <ds:schemaRefs>
    <ds:schemaRef ds:uri="Strauss.PersonalizationDefinition"/>
  </ds:schemaRefs>
</ds:datastoreItem>
</file>

<file path=customXml/itemProps6.xml><?xml version="1.0" encoding="utf-8"?>
<ds:datastoreItem xmlns:ds="http://schemas.openxmlformats.org/officeDocument/2006/customXml" ds:itemID="{1C4BB63B-6010-498D-B379-9708D995B57C}">
  <ds:schemaRefs>
    <ds:schemaRef ds:uri="19614695-0c98-4ea4-9244-f5047452aafb"/>
    <ds:schemaRef ds:uri="fcb28fc0-2e3b-4764-9e63-46b62073c0c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7.xml><?xml version="1.0" encoding="utf-8"?>
<ds:datastoreItem xmlns:ds="http://schemas.openxmlformats.org/officeDocument/2006/customXml" ds:itemID="{6552B3D2-5F72-49FB-8B35-AFE12BF36804}">
  <ds:schemaRefs>
    <ds:schemaRef ds:uri="Strauss.PersonalizationDefinition"/>
  </ds:schemaRefs>
</ds:datastoreItem>
</file>

<file path=customXml/itemProps8.xml><?xml version="1.0" encoding="utf-8"?>
<ds:datastoreItem xmlns:ds="http://schemas.openxmlformats.org/officeDocument/2006/customXml" ds:itemID="{D7FDC28F-4CBD-40ED-9D33-0A1360D5DEC4}">
  <ds:schemaRefs>
    <ds:schemaRef ds:uri="Strauss.PersonalizationDefinition"/>
  </ds:schemaRefs>
</ds:datastoreItem>
</file>

<file path=customXml/itemProps9.xml><?xml version="1.0" encoding="utf-8"?>
<ds:datastoreItem xmlns:ds="http://schemas.openxmlformats.org/officeDocument/2006/customXml" ds:itemID="{E7EBEF02-C69B-46E0-B38A-E51611CE5254}">
  <ds:schemaRefs>
    <ds:schemaRef ds:uri="Strauss.PersonalizationDefinition"/>
  </ds:schemaRefs>
</ds:datastoreItem>
</file>

<file path=customXml/itemProps10.xml><?xml version="1.0" encoding="utf-8"?>
<ds:datastoreItem xmlns:ds="http://schemas.openxmlformats.org/officeDocument/2006/customXml" ds:itemID="{68BE9F8F-073F-46B7-B2D0-86DC8E2E9DCE}">
  <ds:schemaRefs>
    <ds:schemaRef ds:uri="Strauss.PersonalizationDefinition"/>
  </ds:schemaRefs>
</ds:datastoreItem>
</file>

<file path=customXml/itemProps11.xml><?xml version="1.0" encoding="utf-8"?>
<ds:datastoreItem xmlns:ds="http://schemas.openxmlformats.org/officeDocument/2006/customXml" ds:itemID="{EDFBA6C8-3A38-44F0-B645-B6B0034983DA}">
  <ds:schemaRefs>
    <ds:schemaRef ds:uri="Strauss.PersonalizationDefinition"/>
  </ds:schemaRefs>
</ds:datastoreItem>
</file>

<file path=customXml/itemProps12.xml><?xml version="1.0" encoding="utf-8"?>
<ds:datastoreItem xmlns:ds="http://schemas.openxmlformats.org/officeDocument/2006/customXml" ds:itemID="{7BE5F28F-50CA-40F1-A02E-E794FE33362D}">
  <ds:schemaRefs>
    <ds:schemaRef ds:uri="Strauss.PersonalizationDefinition"/>
  </ds:schemaRefs>
</ds:datastoreItem>
</file>

<file path=customXml/itemProps13.xml><?xml version="1.0" encoding="utf-8"?>
<ds:datastoreItem xmlns:ds="http://schemas.openxmlformats.org/officeDocument/2006/customXml" ds:itemID="{D55AC15F-0A03-4D96-AA43-65FC3DCE2717}">
  <ds:schemaRefs>
    <ds:schemaRef ds:uri="Strauss.PersonalizationDefinition"/>
  </ds:schemaRefs>
</ds:datastoreItem>
</file>

<file path=customXml/itemProps14.xml><?xml version="1.0" encoding="utf-8"?>
<ds:datastoreItem xmlns:ds="http://schemas.openxmlformats.org/officeDocument/2006/customXml" ds:itemID="{628127A0-F2C3-45C3-BB9F-5B29A6B848BE}">
  <ds:schemaRefs>
    <ds:schemaRef ds:uri="Strauss.PersonalizationDefinition"/>
  </ds:schemaRefs>
</ds:datastoreItem>
</file>

<file path=customXml/itemProps15.xml><?xml version="1.0" encoding="utf-8"?>
<ds:datastoreItem xmlns:ds="http://schemas.openxmlformats.org/officeDocument/2006/customXml" ds:itemID="{712108F3-86F2-4B95-AF2D-FE4E45965FCC}">
  <ds:schemaRefs>
    <ds:schemaRef ds:uri="Strauss.PersonalizationDefinition"/>
  </ds:schemaRefs>
</ds:datastoreItem>
</file>

<file path=customXml/itemProps16.xml><?xml version="1.0" encoding="utf-8"?>
<ds:datastoreItem xmlns:ds="http://schemas.openxmlformats.org/officeDocument/2006/customXml" ds:itemID="{7469151F-B4F3-4C21-84F8-69D9E2B09815}">
  <ds:schemaRefs>
    <ds:schemaRef ds:uri="Strauss.PersonalizationDefinition"/>
  </ds:schemaRefs>
</ds:datastoreItem>
</file>

<file path=customXml/itemProps17.xml><?xml version="1.0" encoding="utf-8"?>
<ds:datastoreItem xmlns:ds="http://schemas.openxmlformats.org/officeDocument/2006/customXml" ds:itemID="{5C919DC8-E31E-42F0-9621-B916C2E029BA}">
  <ds:schemaRefs>
    <ds:schemaRef ds:uri="Strauss.PersonalizationDefinition"/>
  </ds:schemaRefs>
</ds:datastoreItem>
</file>

<file path=customXml/itemProps18.xml><?xml version="1.0" encoding="utf-8"?>
<ds:datastoreItem xmlns:ds="http://schemas.openxmlformats.org/officeDocument/2006/customXml" ds:itemID="{C1060A51-5976-4775-97EE-ABE1B1E4972A}">
  <ds:schemaRefs>
    <ds:schemaRef ds:uri="Strauss.PersonalizationDefinition"/>
  </ds:schemaRefs>
</ds:datastoreItem>
</file>

<file path=customXml/itemProps19.xml><?xml version="1.0" encoding="utf-8"?>
<ds:datastoreItem xmlns:ds="http://schemas.openxmlformats.org/officeDocument/2006/customXml" ds:itemID="{13A5538B-5199-4900-941A-B01E377F2065}">
  <ds:schemaRefs>
    <ds:schemaRef ds:uri="Strauss.PersonalizationDefinition"/>
  </ds:schemaRefs>
</ds:datastoreItem>
</file>

<file path=customXml/itemProps20.xml><?xml version="1.0" encoding="utf-8"?>
<ds:datastoreItem xmlns:ds="http://schemas.openxmlformats.org/officeDocument/2006/customXml" ds:itemID="{08068EAD-DA6C-4DC8-843E-9CB0982D15F3}">
  <ds:schemaRefs>
    <ds:schemaRef ds:uri="Strauss.PersonalizationDefinition"/>
  </ds:schemaRefs>
</ds:datastoreItem>
</file>

<file path=customXml/itemProps21.xml><?xml version="1.0" encoding="utf-8"?>
<ds:datastoreItem xmlns:ds="http://schemas.openxmlformats.org/officeDocument/2006/customXml" ds:itemID="{6F485757-9F3C-4A1E-9E86-E1C1551910BA}">
  <ds:schemaRefs>
    <ds:schemaRef ds:uri="Strauss.PersonalizationDefinition"/>
  </ds:schemaRefs>
</ds:datastoreItem>
</file>

<file path=customXml/itemProps22.xml><?xml version="1.0" encoding="utf-8"?>
<ds:datastoreItem xmlns:ds="http://schemas.openxmlformats.org/officeDocument/2006/customXml" ds:itemID="{4A3F169F-E27D-4A25-888C-4C5D83BAC082}">
  <ds:schemaRefs>
    <ds:schemaRef ds:uri="Strauss.PersonalizationDefinition"/>
  </ds:schemaRefs>
</ds:datastoreItem>
</file>

<file path=customXml/itemProps23.xml><?xml version="1.0" encoding="utf-8"?>
<ds:datastoreItem xmlns:ds="http://schemas.openxmlformats.org/officeDocument/2006/customXml" ds:itemID="{4EA01338-72BB-48B6-B6A4-05B31FE21105}">
  <ds:schemaRefs>
    <ds:schemaRef ds:uri="Strauss.PersonalizationDefinition"/>
  </ds:schemaRefs>
</ds:datastoreItem>
</file>

<file path=customXml/itemProps24.xml><?xml version="1.0" encoding="utf-8"?>
<ds:datastoreItem xmlns:ds="http://schemas.openxmlformats.org/officeDocument/2006/customXml" ds:itemID="{A09B3D8F-A36C-4B6D-871D-C53F61DFD219}">
  <ds:schemaRefs>
    <ds:schemaRef ds:uri="Strauss.PersonalizationDefinition"/>
  </ds:schemaRefs>
</ds:datastoreItem>
</file>

<file path=customXml/itemProps25.xml><?xml version="1.0" encoding="utf-8"?>
<ds:datastoreItem xmlns:ds="http://schemas.openxmlformats.org/officeDocument/2006/customXml" ds:itemID="{A0EED17B-F609-411E-840C-8A361DF5E053}">
  <ds:schemaRefs>
    <ds:schemaRef ds:uri="Strauss.PersonalizationDefinition"/>
  </ds:schemaRefs>
</ds:datastoreItem>
</file>

<file path=customXml/itemProps26.xml><?xml version="1.0" encoding="utf-8"?>
<ds:datastoreItem xmlns:ds="http://schemas.openxmlformats.org/officeDocument/2006/customXml" ds:itemID="{734F6CED-B619-41E0-BEDE-58B64D5F5EB2}">
  <ds:schemaRefs>
    <ds:schemaRef ds:uri="Strauss.PersonalizationDefinition"/>
  </ds:schemaRefs>
</ds:datastoreItem>
</file>

<file path=customXml/itemProps27.xml><?xml version="1.0" encoding="utf-8"?>
<ds:datastoreItem xmlns:ds="http://schemas.openxmlformats.org/officeDocument/2006/customXml" ds:itemID="{EF4AA5EB-A638-4D3A-B852-E71E18ED4953}">
  <ds:schemaRefs>
    <ds:schemaRef ds:uri="Strauss.PersonalizationDefinition"/>
  </ds:schemaRefs>
</ds:datastoreItem>
</file>

<file path=customXml/itemProps28.xml><?xml version="1.0" encoding="utf-8"?>
<ds:datastoreItem xmlns:ds="http://schemas.openxmlformats.org/officeDocument/2006/customXml" ds:itemID="{2BCFCE7B-4A43-491B-887D-365E2A1C50B2}">
  <ds:schemaRefs>
    <ds:schemaRef ds:uri="Strauss.PersonalizationDefinition"/>
  </ds:schemaRefs>
</ds:datastoreItem>
</file>

<file path=customXml/itemProps29.xml><?xml version="1.0" encoding="utf-8"?>
<ds:datastoreItem xmlns:ds="http://schemas.openxmlformats.org/officeDocument/2006/customXml" ds:itemID="{C18D3FE9-2C4E-470C-9B85-FEEE51F2FFFE}">
  <ds:schemaRefs>
    <ds:schemaRef ds:uri="http://schemas.microsoft.com/sharepoint/v3/contenttype/forms"/>
  </ds:schemaRefs>
</ds:datastoreItem>
</file>

<file path=customXml/itemProps30.xml><?xml version="1.0" encoding="utf-8"?>
<ds:datastoreItem xmlns:ds="http://schemas.openxmlformats.org/officeDocument/2006/customXml" ds:itemID="{ECCE7DC3-F525-4E76-8812-56FCA2D21E50}">
  <ds:schemaRefs>
    <ds:schemaRef ds:uri="Strauss.PersonalizationDefinition"/>
  </ds:schemaRefs>
</ds:datastoreItem>
</file>

<file path=customXml/itemProps31.xml><?xml version="1.0" encoding="utf-8"?>
<ds:datastoreItem xmlns:ds="http://schemas.openxmlformats.org/officeDocument/2006/customXml" ds:itemID="{AC7687D8-5695-4F99-A8BA-1D247B418C22}">
  <ds:schemaRefs>
    <ds:schemaRef ds:uri="19614695-0c98-4ea4-9244-f5047452aafb"/>
    <ds:schemaRef ds:uri="fcb28fc0-2e3b-4764-9e63-46b62073c0c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32.xml><?xml version="1.0" encoding="utf-8"?>
<ds:datastoreItem xmlns:ds="http://schemas.openxmlformats.org/officeDocument/2006/customXml" ds:itemID="{BC268A45-186B-46A3-937F-0E016CEA70C1}">
  <ds:schemaRefs>
    <ds:schemaRef ds:uri="Strauss.PersonalizationDefinition"/>
  </ds:schemaRefs>
</ds:datastoreItem>
</file>

<file path=customXml/itemProps33.xml><?xml version="1.0" encoding="utf-8"?>
<ds:datastoreItem xmlns:ds="http://schemas.openxmlformats.org/officeDocument/2006/customXml" ds:itemID="{DF333A1B-0A9C-4DA8-ADAB-4378B69FDC48}">
  <ds:schemaRefs>
    <ds:schemaRef ds:uri="Strauss.PersonalizationDefinition"/>
  </ds:schemaRefs>
</ds:datastoreItem>
</file>

<file path=customXml/itemProps34.xml><?xml version="1.0" encoding="utf-8"?>
<ds:datastoreItem xmlns:ds="http://schemas.openxmlformats.org/officeDocument/2006/customXml" ds:itemID="{B228D3F7-8445-4CE7-92DC-AC7FE2D5A2AF}">
  <ds:schemaRefs>
    <ds:schemaRef ds:uri="Strauss.PersonalizationDefinition"/>
  </ds:schemaRefs>
</ds:datastoreItem>
</file>

<file path=customXml/itemProps35.xml><?xml version="1.0" encoding="utf-8"?>
<ds:datastoreItem xmlns:ds="http://schemas.openxmlformats.org/officeDocument/2006/customXml" ds:itemID="{4C485A9E-99A8-4277-BE90-E837A967DB2E}">
  <ds:schemaRefs>
    <ds:schemaRef ds:uri="Strauss.PersonalizationDefinition"/>
  </ds:schemaRefs>
</ds:datastoreItem>
</file>

<file path=customXml/itemProps36.xml><?xml version="1.0" encoding="utf-8"?>
<ds:datastoreItem xmlns:ds="http://schemas.openxmlformats.org/officeDocument/2006/customXml" ds:itemID="{541D4602-AC17-4CBD-B95E-D5B3D757BC54}">
  <ds:schemaRefs>
    <ds:schemaRef ds:uri="Strauss.PersonalizationDefinition"/>
  </ds:schemaRefs>
</ds:datastoreItem>
</file>

<file path=customXml/itemProps37.xml><?xml version="1.0" encoding="utf-8"?>
<ds:datastoreItem xmlns:ds="http://schemas.openxmlformats.org/officeDocument/2006/customXml" ds:itemID="{11767EAE-0FC6-472D-9D35-EB3533243F22}">
  <ds:schemaRefs>
    <ds:schemaRef ds:uri="Strauss.PersonalizationDefinition"/>
  </ds:schemaRefs>
</ds:datastoreItem>
</file>

<file path=customXml/itemProps38.xml><?xml version="1.0" encoding="utf-8"?>
<ds:datastoreItem xmlns:ds="http://schemas.openxmlformats.org/officeDocument/2006/customXml" ds:itemID="{D76C1D54-C31A-41C7-8796-37E3A885C9B9}">
  <ds:schemaRefs>
    <ds:schemaRef ds:uri="Strauss.PersonalizationDefinition"/>
  </ds:schemaRefs>
</ds:datastoreItem>
</file>

<file path=customXml/itemProps39.xml><?xml version="1.0" encoding="utf-8"?>
<ds:datastoreItem xmlns:ds="http://schemas.openxmlformats.org/officeDocument/2006/customXml" ds:itemID="{FBC13881-F2DC-4AA3-88C8-97C40CA1EBC7}">
  <ds:schemaRefs>
    <ds:schemaRef ds:uri="Strauss.PersonalizationDefinition"/>
  </ds:schemaRefs>
</ds:datastoreItem>
</file>

<file path=customXml/itemProps40.xml><?xml version="1.0" encoding="utf-8"?>
<ds:datastoreItem xmlns:ds="http://schemas.openxmlformats.org/officeDocument/2006/customXml" ds:itemID="{32920470-F086-4197-B6FE-12027DE25DCC}">
  <ds:schemaRefs>
    <ds:schemaRef ds:uri="Strauss.PersonalizationDefinition"/>
  </ds:schemaRefs>
</ds:datastoreItem>
</file>

<file path=customXml/itemProps41.xml><?xml version="1.0" encoding="utf-8"?>
<ds:datastoreItem xmlns:ds="http://schemas.openxmlformats.org/officeDocument/2006/customXml" ds:itemID="{DE0DC7DC-A960-4E6E-BF1B-D3D906B081A2}">
  <ds:schemaRefs>
    <ds:schemaRef ds:uri="Strauss.PersonalizationDefinition"/>
  </ds:schemaRefs>
</ds:datastoreItem>
</file>

<file path=customXml/itemProps42.xml><?xml version="1.0" encoding="utf-8"?>
<ds:datastoreItem xmlns:ds="http://schemas.openxmlformats.org/officeDocument/2006/customXml" ds:itemID="{46522A59-B026-4350-BB1A-BEB05240770F}">
  <ds:schemaRefs>
    <ds:schemaRef ds:uri="Strauss.PersonalizationDefinition"/>
  </ds:schemaRefs>
</ds:datastoreItem>
</file>

<file path=customXml/itemProps43.xml><?xml version="1.0" encoding="utf-8"?>
<ds:datastoreItem xmlns:ds="http://schemas.openxmlformats.org/officeDocument/2006/customXml" ds:itemID="{103AB8E4-C30A-4895-9606-8D77F2E70F19}">
  <ds:schemaRefs>
    <ds:schemaRef ds:uri="Strauss.PersonalizationDefinition"/>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Module_Template</Template>
  <TotalTime>40</TotalTime>
  <Words>2267</Words>
  <Application>Microsoft Office PowerPoint</Application>
  <PresentationFormat>Widescreen</PresentationFormat>
  <Paragraphs>324</Paragraphs>
  <Slides>25</Slides>
  <Notes>25</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25</vt:i4>
      </vt:variant>
    </vt:vector>
  </HeadingPairs>
  <TitlesOfParts>
    <vt:vector size="33" baseType="lpstr">
      <vt:lpstr>Arial</vt:lpstr>
      <vt:lpstr>Calibri</vt:lpstr>
      <vt:lpstr>Segoe UI</vt:lpstr>
      <vt:lpstr>Segoe UI Semibold</vt:lpstr>
      <vt:lpstr>Wingdings</vt:lpstr>
      <vt:lpstr>White Template</vt:lpstr>
      <vt:lpstr>1_White Template</vt:lpstr>
      <vt:lpstr>2_White Template</vt:lpstr>
      <vt:lpstr>Module 3.4C - AgentOps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WorkshopPLUS - Windows PowerShell: Foundation Skills</dc:title>
  <dc:creator>Mike O'Neill</dc:creator>
  <cp:lastModifiedBy>Paulo Lacerda</cp:lastModifiedBy>
  <cp:revision>16</cp:revision>
  <dcterms:created xsi:type="dcterms:W3CDTF">2019-02-08T20:09:46Z</dcterms:created>
  <dcterms:modified xsi:type="dcterms:W3CDTF">2026-09-03T19:40:51Z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Owner">
    <vt:lpwstr>mconeill@microsoft.com</vt:lpwstr>
  </property>
  <property fmtid="{D5CDD505-2E9C-101B-9397-08002B2CF9AE}" pid="5" name="MSIP_Label_f42aa342-8706-4288-bd11-ebb85995028c_SetDate">
    <vt:lpwstr>2019-02-08T20:18:02.6502176Z</vt:lpwstr>
  </property>
  <property fmtid="{D5CDD505-2E9C-101B-9397-08002B2CF9AE}" pid="6" name="MSIP_Label_f42aa342-8706-4288-bd11-ebb85995028c_Name">
    <vt:lpwstr>General</vt:lpwstr>
  </property>
  <property fmtid="{D5CDD505-2E9C-101B-9397-08002B2CF9AE}" pid="7" name="MSIP_Label_f42aa342-8706-4288-bd11-ebb85995028c_Application">
    <vt:lpwstr>Microsoft Azure Information Protection</vt:lpwstr>
  </property>
  <property fmtid="{D5CDD505-2E9C-101B-9397-08002B2CF9AE}" pid="8" name="MSIP_Label_f42aa342-8706-4288-bd11-ebb85995028c_ActionId">
    <vt:lpwstr>c97fa254-6a58-4427-a7a7-d6af83db1ac5</vt:lpwstr>
  </property>
  <property fmtid="{D5CDD505-2E9C-101B-9397-08002B2CF9AE}" pid="9" name="MSIP_Label_f42aa342-8706-4288-bd11-ebb85995028c_Extended_MSFT_Method">
    <vt:lpwstr>Automatic</vt:lpwstr>
  </property>
  <property fmtid="{D5CDD505-2E9C-101B-9397-08002B2CF9AE}" pid="10" name="ContentTypeId">
    <vt:lpwstr>0x010100F1C4B09AC06B8C45B1CB67D2156BD46C</vt:lpwstr>
  </property>
  <property fmtid="{D5CDD505-2E9C-101B-9397-08002B2CF9AE}" pid="11" name="_dlc_DocIdItemGuid">
    <vt:lpwstr>faeaa986-2e78-4567-bd40-f1286550cf24</vt:lpwstr>
  </property>
  <property fmtid="{D5CDD505-2E9C-101B-9397-08002B2CF9AE}" pid="12" name="MediaServiceImageTags">
    <vt:lpwstr/>
  </property>
  <property fmtid="{D5CDD505-2E9C-101B-9397-08002B2CF9AE}" pid="13" name="MSIP_Label_8aa191f1-c555-4a9e-8b3e-85ef51701160_Enabled">
    <vt:lpwstr>true</vt:lpwstr>
  </property>
  <property fmtid="{D5CDD505-2E9C-101B-9397-08002B2CF9AE}" pid="14" name="MSIP_Label_8aa191f1-c555-4a9e-8b3e-85ef51701160_SetDate">
    <vt:lpwstr>2021-11-23T16:30:11Z</vt:lpwstr>
  </property>
  <property fmtid="{D5CDD505-2E9C-101B-9397-08002B2CF9AE}" pid="15" name="MSIP_Label_8aa191f1-c555-4a9e-8b3e-85ef51701160_Method">
    <vt:lpwstr>Standard</vt:lpwstr>
  </property>
  <property fmtid="{D5CDD505-2E9C-101B-9397-08002B2CF9AE}" pid="16" name="MSIP_Label_8aa191f1-c555-4a9e-8b3e-85ef51701160_Name">
    <vt:lpwstr>Confidential</vt:lpwstr>
  </property>
  <property fmtid="{D5CDD505-2E9C-101B-9397-08002B2CF9AE}" pid="17" name="MSIP_Label_8aa191f1-c555-4a9e-8b3e-85ef51701160_SiteId">
    <vt:lpwstr>a57507b2-d296-4dca-a9ae-67b1484e02a9</vt:lpwstr>
  </property>
  <property fmtid="{D5CDD505-2E9C-101B-9397-08002B2CF9AE}" pid="18" name="MSIP_Label_8aa191f1-c555-4a9e-8b3e-85ef51701160_ActionId">
    <vt:lpwstr>75c8a85a-1c6e-478a-ae68-029fd0558de5</vt:lpwstr>
  </property>
  <property fmtid="{D5CDD505-2E9C-101B-9397-08002B2CF9AE}" pid="19" name="MSIP_Label_8aa191f1-c555-4a9e-8b3e-85ef51701160_ContentBits">
    <vt:lpwstr>0</vt:lpwstr>
  </property>
  <property fmtid="{D5CDD505-2E9C-101B-9397-08002B2CF9AE}" pid="20" name="ComplianceAssetId">
    <vt:lpwstr/>
  </property>
  <property fmtid="{D5CDD505-2E9C-101B-9397-08002B2CF9AE}" pid="21" name="Mail Sent">
    <vt:lpwstr>false</vt:lpwstr>
  </property>
  <property fmtid="{D5CDD505-2E9C-101B-9397-08002B2CF9AE}" pid="22" name="xd_Signature">
    <vt:lpwstr/>
  </property>
  <property fmtid="{D5CDD505-2E9C-101B-9397-08002B2CF9AE}" pid="23" name="State">
    <vt:lpwstr>Open</vt:lpwstr>
  </property>
  <property fmtid="{D5CDD505-2E9C-101B-9397-08002B2CF9AE}" pid="24" name="TriggerFlowInfo">
    <vt:lpwstr/>
  </property>
  <property fmtid="{D5CDD505-2E9C-101B-9397-08002B2CF9AE}" pid="25" name="Order">
    <vt:lpwstr>10536200.0000000</vt:lpwstr>
  </property>
  <property fmtid="{D5CDD505-2E9C-101B-9397-08002B2CF9AE}" pid="26" name="Lead Signoff">
    <vt:lpwstr>false</vt:lpwstr>
  </property>
  <property fmtid="{D5CDD505-2E9C-101B-9397-08002B2CF9AE}" pid="27" name="Title URL">
    <vt:lpwstr>, </vt:lpwstr>
  </property>
  <property fmtid="{D5CDD505-2E9C-101B-9397-08002B2CF9AE}" pid="28" name="xd_ProgID">
    <vt:lpwstr/>
  </property>
  <property fmtid="{D5CDD505-2E9C-101B-9397-08002B2CF9AE}" pid="29" name="TemplateUrl">
    <vt:lpwstr/>
  </property>
  <property fmtid="{D5CDD505-2E9C-101B-9397-08002B2CF9AE}" pid="30" name="_ExtendedDescription">
    <vt:lpwstr/>
  </property>
</Properties>
</file>