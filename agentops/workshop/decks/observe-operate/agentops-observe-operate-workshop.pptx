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7FE7-34AE-6255-AE82-93A662729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0CA1C-BE08-69A5-EB64-D45938E21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E8177-96E4-7298-3079-9489DFDDE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B74BF-DD46-030F-FBE5-A283B209F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FF52E-30A1-E1E3-8F82-0DF75AB0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3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0691-2AA9-3161-D9FF-864F420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993FE-89FB-9D1E-AE27-86077C2D6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DDF52-7F2B-B219-E2F7-EF15170F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95CD6-17D5-32A7-0E47-175594CA1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39650-80D6-72DE-DBB4-6C930C64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99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8344F-3384-B9EC-8CCD-095D00702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92B03-3886-BD1B-3779-2D250F6AC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185BA-E4E4-7CC0-67DD-06B80426C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CABF7-5B85-FF52-99AF-51C2A00B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3C6BA-BF16-D64F-4FDF-76FDBA67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69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AD37-50DB-2C1A-934C-42B062F1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8701-F364-EEFA-0B0E-5823CDC88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25CC4-2705-351D-00EA-A1D2ED707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47960-60F1-D982-B524-77DC3732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E2597-2FA5-85E1-52CF-D3FE73D7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F404A-5BD1-9E4E-A75F-9D679F9D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3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4DF9-84D6-E7ED-2AD4-127F00AF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1EFCA-94F0-A960-3BB5-D5368C8DB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0CF39-B0AE-FD2F-89F8-B471E08DA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CB239-7D68-B69F-D663-C62E68879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D02F1-C3C1-A890-5B88-3111C2A0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249BB6-600A-5851-2B4A-C1D3C516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21A76-903D-319E-F2B7-EBA208CC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B57C3-F1C7-09F3-7CEE-6A39CEB6F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0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B88E3-716C-C44D-6428-7FA5CFDD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C44E3-AD5A-D7EC-CC05-C74C33EF6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9519B-E13E-34D9-FEBB-2B7DCC3D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DD971-FA4C-107B-EAF6-6915E9831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7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968B0E-D200-3D2C-2667-A62445430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6517D-DAEC-BCBF-5421-A844C85B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941E5-F620-7A28-E90E-22601EC0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30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ECEE-AF58-735F-14A2-9F906EEB0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4F0AE-6A2A-798E-73E4-03284C084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55AD1-07FD-D422-DAC6-5767D31FD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2718C-2CAD-F3ED-5CC5-FFE45383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E138D-C0C6-B4F2-9F6A-84319C719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3FA61-D0CF-8BF8-4F14-E0B42587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20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45175-52B5-D955-E985-3C97897B6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B661E-116B-84D6-48D9-FE9515985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26C55-C3E3-B4CC-0396-9E83A4F50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9EED7-10D9-C2BA-820D-3AF32FC0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60D5E-B483-BF2D-43FE-121D7839A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95EBF-082D-A631-8C87-1D52D393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86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EDB0-2BBE-F0EB-101C-B8EE11E6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5433A-EA17-2F54-6353-29341D2D7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4C68E-07BA-DEDD-ACDA-F09C20A5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05BEB-81A9-C01F-BA19-CED18ACA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028C4-F012-FFDD-A9E9-D181C9BF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8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759079-D3C6-C860-AEF1-54AE070FB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F224B-046D-02C7-97DE-65506D776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1C16D-70F9-5AB2-128E-040D87B52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48385-FEE8-A20D-73D8-FDD768ED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C1B3A-FD25-5513-DC4A-E8429332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4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56ABD-32AC-5D3E-B071-A9833966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6CD60-B10F-33FF-F411-61F2356E8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4BC9-A050-35B6-9957-711B6ED87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99897-F4B5-43DF-84BA-3835D553C16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E78F2-8303-40CD-4545-A484EFEE0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E56EE-CD93-37DD-9116-C75F87419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3A82D-98F4-4290-9572-4D810CD96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5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24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Lacerda</dc:creator>
  <cp:lastModifiedBy>Paulo Lacerda</cp:lastModifiedBy>
  <cp:revision>1</cp:revision>
  <dcterms:created xsi:type="dcterms:W3CDTF">2026-09-02T14:16:24Z</dcterms:created>
  <dcterms:modified xsi:type="dcterms:W3CDTF">2026-09-02T14:16:24Z</dcterms:modified>
</cp:coreProperties>
</file>