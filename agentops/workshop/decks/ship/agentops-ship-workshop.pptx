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theme/theme2.xml" ContentType="application/vnd.openxmlformats-officedocument.theme+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68" r:id="rId44"/>
    <p:sldMasterId id="2147484100" r:id="rId45"/>
    <p:sldMasterId id="2147484132" r:id="rId46"/>
  </p:sldMasterIdLst>
  <p:notesMasterIdLst>
    <p:notesMasterId r:id="rId68"/>
  </p:notesMasterIdLst>
  <p:sldIdLst>
    <p:sldId id="256" r:id="rId47"/>
    <p:sldId id="257" r:id="rId48"/>
    <p:sldId id="258" r:id="rId49"/>
    <p:sldId id="259" r:id="rId50"/>
    <p:sldId id="260" r:id="rId51"/>
    <p:sldId id="261" r:id="rId52"/>
    <p:sldId id="262" r:id="rId53"/>
    <p:sldId id="263" r:id="rId54"/>
    <p:sldId id="264" r:id="rId55"/>
    <p:sldId id="265" r:id="rId56"/>
    <p:sldId id="266" r:id="rId57"/>
    <p:sldId id="267" r:id="rId58"/>
    <p:sldId id="268" r:id="rId59"/>
    <p:sldId id="269" r:id="rId60"/>
    <p:sldId id="270" r:id="rId61"/>
    <p:sldId id="271" r:id="rId62"/>
    <p:sldId id="272" r:id="rId63"/>
    <p:sldId id="273" r:id="rId64"/>
    <p:sldId id="274" r:id="rId65"/>
    <p:sldId id="275" r:id="rId66"/>
    <p:sldId id="276" r:id="rId67"/>
  </p:sldIdLst>
  <p:sldSz cx="12192000" cy="6858000"/>
  <p:notesSz cx="6858000" cy="9144000"/>
  <p:custDataLst>
    <p:tags r:id="rId69"/>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AA2690C-DAF2-FE5F-D13F-42FF3D10F374}" name="Brianna Farah" initials="BF" userId="S::brianna@audienz.com::f1856917-c2d4-49a7-94e9-7f0e47fabbfc" providerId="AD"/>
  <p188:author id="{EF32DA53-2C03-03EE-2EEA-AE2457C9B68C}" name="Tessa Berkley" initials="TB" userId="S::tessab@audienz.com::29198474-64f9-4b67-b7f5-57f0013c6244" providerId="AD"/>
  <p188:author id="{DA2A6E70-A1C8-B815-B98D-0253A4F2A9D8}" name="Ethan Jones" initials="EJ" userId="S::jonesethan@microsoft.com::e6ff1493-1813-43d3-b3de-17ffaf0b9612"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Tessa Berkley" initials="TB" lastIdx="18" clrIdx="0">
    <p:extLst>
      <p:ext uri="{19B8F6BF-5375-455C-9EA6-DF929625EA0E}">
        <p15:presenceInfo xmlns:p15="http://schemas.microsoft.com/office/powerpoint/2012/main" userId="S::TessaB@audienz.com::29198474-64f9-4b67-b7f5-57f0013c6244" providerId="AD"/>
      </p:ext>
    </p:extLst>
  </p:cmAuthor>
  <p:cmAuthor id="2" name="Brianna Farah" initials="BF" lastIdx="6" clrIdx="1">
    <p:extLst>
      <p:ext uri="{19B8F6BF-5375-455C-9EA6-DF929625EA0E}">
        <p15:presenceInfo xmlns:p15="http://schemas.microsoft.com/office/powerpoint/2012/main" userId="S::brianna@audienz.com::f1856917-c2d4-49a7-94e9-7f0e47fabbfc"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8D4"/>
    <a:srgbClr val="D3D3D3"/>
    <a:srgbClr val="6089B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0551AB0-1648-4ED1-955D-C27DC14D4A14}" v="60" dt="2026-05-28T11:35:09.117"/>
  </p1510:revLst>
</p1510:revInfo>
</file>

<file path=ppt/tableStyles.xml><?xml version="1.0" encoding="utf-8"?>
<a:tblStyleLst xmlns:a="http://schemas.openxmlformats.org/drawingml/2006/main" def="{5C22544A-7EE6-4342-B048-85BDC9FD1C3A}">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5459" autoAdjust="0"/>
  </p:normalViewPr>
  <p:slideViewPr>
    <p:cSldViewPr snapToGrid="0">
      <p:cViewPr varScale="1">
        <p:scale>
          <a:sx n="71" d="100"/>
          <a:sy n="71" d="100"/>
        </p:scale>
        <p:origin x="64" y="3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customXml" Target="../customXml/item26.xml"/><Relationship Id="rId21" Type="http://schemas.openxmlformats.org/officeDocument/2006/relationships/customXml" Target="../customXml/item21.xml"/><Relationship Id="rId42" Type="http://schemas.openxmlformats.org/officeDocument/2006/relationships/customXml" Target="../customXml/item42.xml"/><Relationship Id="rId47" Type="http://schemas.openxmlformats.org/officeDocument/2006/relationships/slide" Target="slides/slide1.xml"/><Relationship Id="rId63" Type="http://schemas.openxmlformats.org/officeDocument/2006/relationships/slide" Target="slides/slide17.xml"/><Relationship Id="rId68" Type="http://schemas.openxmlformats.org/officeDocument/2006/relationships/notesMaster" Target="notesMasters/notesMaster1.xml"/><Relationship Id="rId16" Type="http://schemas.openxmlformats.org/officeDocument/2006/relationships/customXml" Target="../customXml/item16.xml"/><Relationship Id="rId11" Type="http://schemas.openxmlformats.org/officeDocument/2006/relationships/customXml" Target="../customXml/item11.xml"/><Relationship Id="rId24" Type="http://schemas.openxmlformats.org/officeDocument/2006/relationships/customXml" Target="../customXml/item24.xml"/><Relationship Id="rId32" Type="http://schemas.openxmlformats.org/officeDocument/2006/relationships/customXml" Target="../customXml/item32.xml"/><Relationship Id="rId37" Type="http://schemas.openxmlformats.org/officeDocument/2006/relationships/customXml" Target="../customXml/item37.xml"/><Relationship Id="rId40" Type="http://schemas.openxmlformats.org/officeDocument/2006/relationships/customXml" Target="../customXml/item40.xml"/><Relationship Id="rId45" Type="http://schemas.openxmlformats.org/officeDocument/2006/relationships/slideMaster" Target="slideMasters/slideMaster2.xml"/><Relationship Id="rId53" Type="http://schemas.openxmlformats.org/officeDocument/2006/relationships/slide" Target="slides/slide7.xml"/><Relationship Id="rId58" Type="http://schemas.openxmlformats.org/officeDocument/2006/relationships/slide" Target="slides/slide12.xml"/><Relationship Id="rId66" Type="http://schemas.openxmlformats.org/officeDocument/2006/relationships/slide" Target="slides/slide20.xml"/><Relationship Id="rId74" Type="http://schemas.openxmlformats.org/officeDocument/2006/relationships/tableStyles" Target="tableStyles.xml"/><Relationship Id="rId5" Type="http://schemas.openxmlformats.org/officeDocument/2006/relationships/customXml" Target="../customXml/item5.xml"/><Relationship Id="rId61" Type="http://schemas.openxmlformats.org/officeDocument/2006/relationships/slide" Target="slides/slide15.xml"/><Relationship Id="rId19" Type="http://schemas.openxmlformats.org/officeDocument/2006/relationships/customXml" Target="../customXml/item19.xml"/><Relationship Id="rId14" Type="http://schemas.openxmlformats.org/officeDocument/2006/relationships/customXml" Target="../customXml/item14.xml"/><Relationship Id="rId22" Type="http://schemas.openxmlformats.org/officeDocument/2006/relationships/customXml" Target="../customXml/item22.xml"/><Relationship Id="rId27" Type="http://schemas.openxmlformats.org/officeDocument/2006/relationships/customXml" Target="../customXml/item27.xml"/><Relationship Id="rId30" Type="http://schemas.openxmlformats.org/officeDocument/2006/relationships/customXml" Target="../customXml/item30.xml"/><Relationship Id="rId35" Type="http://schemas.openxmlformats.org/officeDocument/2006/relationships/customXml" Target="../customXml/item35.xml"/><Relationship Id="rId43" Type="http://schemas.openxmlformats.org/officeDocument/2006/relationships/customXml" Target="../customXml/item43.xml"/><Relationship Id="rId48" Type="http://schemas.openxmlformats.org/officeDocument/2006/relationships/slide" Target="slides/slide2.xml"/><Relationship Id="rId56" Type="http://schemas.openxmlformats.org/officeDocument/2006/relationships/slide" Target="slides/slide10.xml"/><Relationship Id="rId64" Type="http://schemas.openxmlformats.org/officeDocument/2006/relationships/slide" Target="slides/slide18.xml"/><Relationship Id="rId69" Type="http://schemas.openxmlformats.org/officeDocument/2006/relationships/tags" Target="tags/tag1.xml"/><Relationship Id="rId77" Type="http://schemas.microsoft.com/office/2018/10/relationships/authors" Target="authors.xml"/><Relationship Id="rId8" Type="http://schemas.openxmlformats.org/officeDocument/2006/relationships/customXml" Target="../customXml/item8.xml"/><Relationship Id="rId51" Type="http://schemas.openxmlformats.org/officeDocument/2006/relationships/slide" Target="slides/slide5.xml"/><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customXml" Target="../customXml/item12.xml"/><Relationship Id="rId17" Type="http://schemas.openxmlformats.org/officeDocument/2006/relationships/customXml" Target="../customXml/item17.xml"/><Relationship Id="rId25" Type="http://schemas.openxmlformats.org/officeDocument/2006/relationships/customXml" Target="../customXml/item25.xml"/><Relationship Id="rId33" Type="http://schemas.openxmlformats.org/officeDocument/2006/relationships/customXml" Target="../customXml/item33.xml"/><Relationship Id="rId38" Type="http://schemas.openxmlformats.org/officeDocument/2006/relationships/customXml" Target="../customXml/item38.xml"/><Relationship Id="rId46" Type="http://schemas.openxmlformats.org/officeDocument/2006/relationships/slideMaster" Target="slideMasters/slideMaster3.xml"/><Relationship Id="rId59" Type="http://schemas.openxmlformats.org/officeDocument/2006/relationships/slide" Target="slides/slide13.xml"/><Relationship Id="rId67" Type="http://schemas.openxmlformats.org/officeDocument/2006/relationships/slide" Target="slides/slide21.xml"/><Relationship Id="rId20" Type="http://schemas.openxmlformats.org/officeDocument/2006/relationships/customXml" Target="../customXml/item20.xml"/><Relationship Id="rId41" Type="http://schemas.openxmlformats.org/officeDocument/2006/relationships/customXml" Target="../customXml/item41.xml"/><Relationship Id="rId54" Type="http://schemas.openxmlformats.org/officeDocument/2006/relationships/slide" Target="slides/slide8.xml"/><Relationship Id="rId62" Type="http://schemas.openxmlformats.org/officeDocument/2006/relationships/slide" Target="slides/slide16.xml"/><Relationship Id="rId70" Type="http://schemas.openxmlformats.org/officeDocument/2006/relationships/commentAuthors" Target="commentAuthors.xml"/><Relationship Id="rId75"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customXml" Target="../customXml/item6.xml"/><Relationship Id="rId15" Type="http://schemas.openxmlformats.org/officeDocument/2006/relationships/customXml" Target="../customXml/item15.xml"/><Relationship Id="rId23" Type="http://schemas.openxmlformats.org/officeDocument/2006/relationships/customXml" Target="../customXml/item23.xml"/><Relationship Id="rId28" Type="http://schemas.openxmlformats.org/officeDocument/2006/relationships/customXml" Target="../customXml/item28.xml"/><Relationship Id="rId36" Type="http://schemas.openxmlformats.org/officeDocument/2006/relationships/customXml" Target="../customXml/item36.xml"/><Relationship Id="rId49" Type="http://schemas.openxmlformats.org/officeDocument/2006/relationships/slide" Target="slides/slide3.xml"/><Relationship Id="rId57" Type="http://schemas.openxmlformats.org/officeDocument/2006/relationships/slide" Target="slides/slide11.xml"/><Relationship Id="rId10" Type="http://schemas.openxmlformats.org/officeDocument/2006/relationships/customXml" Target="../customXml/item10.xml"/><Relationship Id="rId31" Type="http://schemas.openxmlformats.org/officeDocument/2006/relationships/customXml" Target="../customXml/item31.xml"/><Relationship Id="rId44" Type="http://schemas.openxmlformats.org/officeDocument/2006/relationships/slideMaster" Target="slideMasters/slideMaster1.xml"/><Relationship Id="rId52" Type="http://schemas.openxmlformats.org/officeDocument/2006/relationships/slide" Target="slides/slide6.xml"/><Relationship Id="rId60" Type="http://schemas.openxmlformats.org/officeDocument/2006/relationships/slide" Target="slides/slide14.xml"/><Relationship Id="rId65" Type="http://schemas.openxmlformats.org/officeDocument/2006/relationships/slide" Target="slides/slide19.xml"/><Relationship Id="rId73" Type="http://schemas.openxmlformats.org/officeDocument/2006/relationships/theme" Target="theme/theme1.xml"/><Relationship Id="rId4" Type="http://schemas.openxmlformats.org/officeDocument/2006/relationships/customXml" Target="../customXml/item4.xml"/><Relationship Id="rId9" Type="http://schemas.openxmlformats.org/officeDocument/2006/relationships/customXml" Target="../customXml/item9.xml"/><Relationship Id="rId13" Type="http://schemas.openxmlformats.org/officeDocument/2006/relationships/customXml" Target="../customXml/item13.xml"/><Relationship Id="rId18" Type="http://schemas.openxmlformats.org/officeDocument/2006/relationships/customXml" Target="../customXml/item18.xml"/><Relationship Id="rId39" Type="http://schemas.openxmlformats.org/officeDocument/2006/relationships/customXml" Target="../customXml/item39.xml"/><Relationship Id="rId34" Type="http://schemas.openxmlformats.org/officeDocument/2006/relationships/customXml" Target="../customXml/item34.xml"/><Relationship Id="rId50" Type="http://schemas.openxmlformats.org/officeDocument/2006/relationships/slide" Target="slides/slide4.xml"/><Relationship Id="rId55" Type="http://schemas.openxmlformats.org/officeDocument/2006/relationships/slide" Target="slides/slide9.xml"/><Relationship Id="rId76" Type="http://schemas.microsoft.com/office/2015/10/relationships/revisionInfo" Target="revisionInfo.xml"/><Relationship Id="rId7" Type="http://schemas.openxmlformats.org/officeDocument/2006/relationships/customXml" Target="../customXml/item7.xml"/><Relationship Id="rId71" Type="http://schemas.openxmlformats.org/officeDocument/2006/relationships/presProps" Target="presProps.xml"/><Relationship Id="rId2" Type="http://schemas.openxmlformats.org/officeDocument/2006/relationships/customXml" Target="../customXml/item2.xml"/><Relationship Id="rId29" Type="http://schemas.openxmlformats.org/officeDocument/2006/relationships/customXml" Target="../customXml/item2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kriti Mehta" userId="0c901562-3821-4879-abc2-7521cf2ab412" providerId="ADAL" clId="{144A11F9-5BB9-40A3-A970-33EF68ACAA95}"/>
    <pc:docChg chg="addSld delSld modSld sldOrd">
      <pc:chgData name="Akriti Mehta" userId="0c901562-3821-4879-abc2-7521cf2ab412" providerId="ADAL" clId="{144A11F9-5BB9-40A3-A970-33EF68ACAA95}" dt="2026-05-28T11:35:47.362" v="60"/>
      <pc:docMkLst>
        <pc:docMk/>
      </pc:docMkLst>
      <pc:sldChg chg="modSp">
        <pc:chgData name="Akriti Mehta" userId="0c901562-3821-4879-abc2-7521cf2ab412" providerId="ADAL" clId="{144A11F9-5BB9-40A3-A970-33EF68ACAA95}" dt="2026-05-28T10:06:42.010" v="2"/>
        <pc:sldMkLst>
          <pc:docMk/>
          <pc:sldMk cId="0" sldId="256"/>
        </pc:sldMkLst>
        <pc:spChg chg="mod">
          <ac:chgData name="Akriti Mehta" userId="0c901562-3821-4879-abc2-7521cf2ab412" providerId="ADAL" clId="{144A11F9-5BB9-40A3-A970-33EF68ACAA95}" dt="2026-05-28T10:06:42.010" v="2"/>
          <ac:spMkLst>
            <pc:docMk/>
            <pc:sldMk cId="0" sldId="256"/>
            <ac:spMk id="2" creationId="{00000000-0000-0000-0000-000000000000}"/>
          </ac:spMkLst>
        </pc:spChg>
      </pc:sldChg>
      <pc:sldChg chg="modSp ord">
        <pc:chgData name="Akriti Mehta" userId="0c901562-3821-4879-abc2-7521cf2ab412" providerId="ADAL" clId="{144A11F9-5BB9-40A3-A970-33EF68ACAA95}" dt="2026-05-28T11:08:50.168" v="46"/>
        <pc:sldMkLst>
          <pc:docMk/>
          <pc:sldMk cId="4104262183" sldId="258"/>
        </pc:sldMkLst>
        <pc:spChg chg="mod">
          <ac:chgData name="Akriti Mehta" userId="0c901562-3821-4879-abc2-7521cf2ab412" providerId="ADAL" clId="{144A11F9-5BB9-40A3-A970-33EF68ACAA95}" dt="2026-05-28T10:11:44.675" v="6"/>
          <ac:spMkLst>
            <pc:docMk/>
            <pc:sldMk cId="4104262183" sldId="258"/>
            <ac:spMk id="3" creationId="{7F3F4468-0455-F2E3-181D-8A9F60A5CDE0}"/>
          </ac:spMkLst>
        </pc:spChg>
      </pc:sldChg>
      <pc:sldChg chg="modSp">
        <pc:chgData name="Akriti Mehta" userId="0c901562-3821-4879-abc2-7521cf2ab412" providerId="ADAL" clId="{144A11F9-5BB9-40A3-A970-33EF68ACAA95}" dt="2026-05-28T10:16:43.094" v="16"/>
        <pc:sldMkLst>
          <pc:docMk/>
          <pc:sldMk cId="273928908" sldId="259"/>
        </pc:sldMkLst>
        <pc:spChg chg="mod">
          <ac:chgData name="Akriti Mehta" userId="0c901562-3821-4879-abc2-7521cf2ab412" providerId="ADAL" clId="{144A11F9-5BB9-40A3-A970-33EF68ACAA95}" dt="2026-05-28T10:16:43.094" v="16"/>
          <ac:spMkLst>
            <pc:docMk/>
            <pc:sldMk cId="273928908" sldId="259"/>
            <ac:spMk id="3" creationId="{00000000-0000-0000-0000-000000000000}"/>
          </ac:spMkLst>
        </pc:spChg>
      </pc:sldChg>
      <pc:sldChg chg="addSp modSp ord">
        <pc:chgData name="Akriti Mehta" userId="0c901562-3821-4879-abc2-7521cf2ab412" providerId="ADAL" clId="{144A11F9-5BB9-40A3-A970-33EF68ACAA95}" dt="2026-05-28T10:16:59.413" v="17"/>
        <pc:sldMkLst>
          <pc:docMk/>
          <pc:sldMk cId="4284107938" sldId="264"/>
        </pc:sldMkLst>
        <pc:spChg chg="mod">
          <ac:chgData name="Akriti Mehta" userId="0c901562-3821-4879-abc2-7521cf2ab412" providerId="ADAL" clId="{144A11F9-5BB9-40A3-A970-33EF68ACAA95}" dt="2026-05-28T10:12:14.221" v="7"/>
          <ac:spMkLst>
            <pc:docMk/>
            <pc:sldMk cId="4284107938" sldId="264"/>
            <ac:spMk id="3" creationId="{C28AE01E-01A1-386A-048F-DB8B4CDA7F83}"/>
          </ac:spMkLst>
        </pc:spChg>
        <pc:graphicFrameChg chg="add mod">
          <ac:chgData name="Akriti Mehta" userId="0c901562-3821-4879-abc2-7521cf2ab412" providerId="ADAL" clId="{144A11F9-5BB9-40A3-A970-33EF68ACAA95}" dt="2026-05-28T10:12:39.074" v="8"/>
          <ac:graphicFrameMkLst>
            <pc:docMk/>
            <pc:sldMk cId="4284107938" sldId="264"/>
            <ac:graphicFrameMk id="8" creationId="{4335AAF2-AE52-9F36-91FB-4C24E10F1E3D}"/>
          </ac:graphicFrameMkLst>
        </pc:graphicFrameChg>
      </pc:sldChg>
      <pc:sldChg chg="addSp modSp">
        <pc:chgData name="Akriti Mehta" userId="0c901562-3821-4879-abc2-7521cf2ab412" providerId="ADAL" clId="{144A11F9-5BB9-40A3-A970-33EF68ACAA95}" dt="2026-05-28T11:13:05.596" v="49"/>
        <pc:sldMkLst>
          <pc:docMk/>
          <pc:sldMk cId="1311960101" sldId="265"/>
        </pc:sldMkLst>
        <pc:spChg chg="add">
          <ac:chgData name="Akriti Mehta" userId="0c901562-3821-4879-abc2-7521cf2ab412" providerId="ADAL" clId="{144A11F9-5BB9-40A3-A970-33EF68ACAA95}" dt="2026-05-28T11:13:05.596" v="49"/>
          <ac:spMkLst>
            <pc:docMk/>
            <pc:sldMk cId="1311960101" sldId="265"/>
            <ac:spMk id="6" creationId="{BB3A7B43-7064-0511-6DD9-C3E7F6B71C9E}"/>
          </ac:spMkLst>
        </pc:spChg>
        <pc:graphicFrameChg chg="add mod">
          <ac:chgData name="Akriti Mehta" userId="0c901562-3821-4879-abc2-7521cf2ab412" providerId="ADAL" clId="{144A11F9-5BB9-40A3-A970-33EF68ACAA95}" dt="2026-05-28T11:13:05.596" v="49"/>
          <ac:graphicFrameMkLst>
            <pc:docMk/>
            <pc:sldMk cId="1311960101" sldId="265"/>
            <ac:graphicFrameMk id="4" creationId="{E9102709-5DF3-AA39-4162-A770D00029C6}"/>
          </ac:graphicFrameMkLst>
        </pc:graphicFrameChg>
      </pc:sldChg>
      <pc:sldChg chg="addSp modSp">
        <pc:chgData name="Akriti Mehta" userId="0c901562-3821-4879-abc2-7521cf2ab412" providerId="ADAL" clId="{144A11F9-5BB9-40A3-A970-33EF68ACAA95}" dt="2026-05-28T11:07:25.237" v="42"/>
        <pc:sldMkLst>
          <pc:docMk/>
          <pc:sldMk cId="3124396354" sldId="265"/>
        </pc:sldMkLst>
        <pc:spChg chg="add">
          <ac:chgData name="Akriti Mehta" userId="0c901562-3821-4879-abc2-7521cf2ab412" providerId="ADAL" clId="{144A11F9-5BB9-40A3-A970-33EF68ACAA95}" dt="2026-05-28T11:07:25.237" v="42"/>
          <ac:spMkLst>
            <pc:docMk/>
            <pc:sldMk cId="3124396354" sldId="265"/>
            <ac:spMk id="6" creationId="{487E4242-4D7B-E7B9-7D51-B4ABC571BABB}"/>
          </ac:spMkLst>
        </pc:spChg>
        <pc:graphicFrameChg chg="add mod">
          <ac:chgData name="Akriti Mehta" userId="0c901562-3821-4879-abc2-7521cf2ab412" providerId="ADAL" clId="{144A11F9-5BB9-40A3-A970-33EF68ACAA95}" dt="2026-05-28T11:07:25.237" v="42"/>
          <ac:graphicFrameMkLst>
            <pc:docMk/>
            <pc:sldMk cId="3124396354" sldId="265"/>
            <ac:graphicFrameMk id="4" creationId="{A8A726FD-8751-24DC-E572-8D13BA19D2D9}"/>
          </ac:graphicFrameMkLst>
        </pc:graphicFrameChg>
      </pc:sldChg>
      <pc:sldChg chg="add del">
        <pc:chgData name="Akriti Mehta" userId="0c901562-3821-4879-abc2-7521cf2ab412" providerId="ADAL" clId="{144A11F9-5BB9-40A3-A970-33EF68ACAA95}" dt="2026-05-28T11:32:27.714" v="57"/>
        <pc:sldMkLst>
          <pc:docMk/>
          <pc:sldMk cId="4182681290" sldId="265"/>
        </pc:sldMkLst>
      </pc:sldChg>
      <pc:sldChg chg="addSp modSp">
        <pc:chgData name="Akriti Mehta" userId="0c901562-3821-4879-abc2-7521cf2ab412" providerId="ADAL" clId="{144A11F9-5BB9-40A3-A970-33EF68ACAA95}" dt="2026-05-28T11:07:40.758" v="43"/>
        <pc:sldMkLst>
          <pc:docMk/>
          <pc:sldMk cId="4706918" sldId="266"/>
        </pc:sldMkLst>
        <pc:spChg chg="add">
          <ac:chgData name="Akriti Mehta" userId="0c901562-3821-4879-abc2-7521cf2ab412" providerId="ADAL" clId="{144A11F9-5BB9-40A3-A970-33EF68ACAA95}" dt="2026-05-28T11:07:40.758" v="43"/>
          <ac:spMkLst>
            <pc:docMk/>
            <pc:sldMk cId="4706918" sldId="266"/>
            <ac:spMk id="6" creationId="{EDDA5D0E-E33C-483C-CCBA-2A35582FC620}"/>
          </ac:spMkLst>
        </pc:spChg>
        <pc:graphicFrameChg chg="add mod">
          <ac:chgData name="Akriti Mehta" userId="0c901562-3821-4879-abc2-7521cf2ab412" providerId="ADAL" clId="{144A11F9-5BB9-40A3-A970-33EF68ACAA95}" dt="2026-05-28T11:07:40.758" v="43"/>
          <ac:graphicFrameMkLst>
            <pc:docMk/>
            <pc:sldMk cId="4706918" sldId="266"/>
            <ac:graphicFrameMk id="4" creationId="{70FFADE4-08E4-A408-C8DC-0143D1F56C35}"/>
          </ac:graphicFrameMkLst>
        </pc:graphicFrameChg>
      </pc:sldChg>
      <pc:sldChg chg="addSp modSp">
        <pc:chgData name="Akriti Mehta" userId="0c901562-3821-4879-abc2-7521cf2ab412" providerId="ADAL" clId="{144A11F9-5BB9-40A3-A970-33EF68ACAA95}" dt="2026-05-28T11:14:27.256" v="50"/>
        <pc:sldMkLst>
          <pc:docMk/>
          <pc:sldMk cId="3260119901" sldId="266"/>
        </pc:sldMkLst>
        <pc:spChg chg="add">
          <ac:chgData name="Akriti Mehta" userId="0c901562-3821-4879-abc2-7521cf2ab412" providerId="ADAL" clId="{144A11F9-5BB9-40A3-A970-33EF68ACAA95}" dt="2026-05-28T11:14:27.256" v="50"/>
          <ac:spMkLst>
            <pc:docMk/>
            <pc:sldMk cId="3260119901" sldId="266"/>
            <ac:spMk id="6" creationId="{162FF1F4-C317-E201-181F-3045FC95054D}"/>
          </ac:spMkLst>
        </pc:spChg>
        <pc:graphicFrameChg chg="add mod">
          <ac:chgData name="Akriti Mehta" userId="0c901562-3821-4879-abc2-7521cf2ab412" providerId="ADAL" clId="{144A11F9-5BB9-40A3-A970-33EF68ACAA95}" dt="2026-05-28T11:14:27.256" v="50"/>
          <ac:graphicFrameMkLst>
            <pc:docMk/>
            <pc:sldMk cId="3260119901" sldId="266"/>
            <ac:graphicFrameMk id="4" creationId="{6FF911B6-38A0-B0C9-BB18-42DA8AD55EF0}"/>
          </ac:graphicFrameMkLst>
        </pc:graphicFrameChg>
      </pc:sldChg>
      <pc:sldChg chg="addSp modSp">
        <pc:chgData name="Akriti Mehta" userId="0c901562-3821-4879-abc2-7521cf2ab412" providerId="ADAL" clId="{144A11F9-5BB9-40A3-A970-33EF68ACAA95}" dt="2026-05-28T11:14:54.818" v="51"/>
        <pc:sldMkLst>
          <pc:docMk/>
          <pc:sldMk cId="3227323544" sldId="267"/>
        </pc:sldMkLst>
        <pc:spChg chg="add">
          <ac:chgData name="Akriti Mehta" userId="0c901562-3821-4879-abc2-7521cf2ab412" providerId="ADAL" clId="{144A11F9-5BB9-40A3-A970-33EF68ACAA95}" dt="2026-05-28T11:14:54.818" v="51"/>
          <ac:spMkLst>
            <pc:docMk/>
            <pc:sldMk cId="3227323544" sldId="267"/>
            <ac:spMk id="6" creationId="{399AC51A-4495-1204-B1F8-1622503AFBC5}"/>
          </ac:spMkLst>
        </pc:spChg>
        <pc:graphicFrameChg chg="add mod">
          <ac:chgData name="Akriti Mehta" userId="0c901562-3821-4879-abc2-7521cf2ab412" providerId="ADAL" clId="{144A11F9-5BB9-40A3-A970-33EF68ACAA95}" dt="2026-05-28T11:14:54.818" v="51"/>
          <ac:graphicFrameMkLst>
            <pc:docMk/>
            <pc:sldMk cId="3227323544" sldId="267"/>
            <ac:graphicFrameMk id="4" creationId="{36DD0982-B239-75C8-A350-91CF94039F7A}"/>
          </ac:graphicFrameMkLst>
        </pc:graphicFrameChg>
      </pc:sldChg>
      <pc:sldChg chg="addSp modSp">
        <pc:chgData name="Akriti Mehta" userId="0c901562-3821-4879-abc2-7521cf2ab412" providerId="ADAL" clId="{144A11F9-5BB9-40A3-A970-33EF68ACAA95}" dt="2026-05-28T11:07:54.928" v="44"/>
        <pc:sldMkLst>
          <pc:docMk/>
          <pc:sldMk cId="3581040406" sldId="267"/>
        </pc:sldMkLst>
        <pc:spChg chg="add">
          <ac:chgData name="Akriti Mehta" userId="0c901562-3821-4879-abc2-7521cf2ab412" providerId="ADAL" clId="{144A11F9-5BB9-40A3-A970-33EF68ACAA95}" dt="2026-05-28T11:07:54.928" v="44"/>
          <ac:spMkLst>
            <pc:docMk/>
            <pc:sldMk cId="3581040406" sldId="267"/>
            <ac:spMk id="6" creationId="{6A775182-452E-3FCD-A221-32DDAD139DE5}"/>
          </ac:spMkLst>
        </pc:spChg>
        <pc:graphicFrameChg chg="add mod">
          <ac:chgData name="Akriti Mehta" userId="0c901562-3821-4879-abc2-7521cf2ab412" providerId="ADAL" clId="{144A11F9-5BB9-40A3-A970-33EF68ACAA95}" dt="2026-05-28T11:07:54.928" v="44"/>
          <ac:graphicFrameMkLst>
            <pc:docMk/>
            <pc:sldMk cId="3581040406" sldId="267"/>
            <ac:graphicFrameMk id="4" creationId="{D9BFD01C-AA05-7E51-68BD-6020C96DA516}"/>
          </ac:graphicFrameMkLst>
        </pc:graphicFrameChg>
      </pc:sldChg>
      <pc:sldChg chg="addSp modSp">
        <pc:chgData name="Akriti Mehta" userId="0c901562-3821-4879-abc2-7521cf2ab412" providerId="ADAL" clId="{144A11F9-5BB9-40A3-A970-33EF68ACAA95}" dt="2026-05-28T11:15:12.283" v="52"/>
        <pc:sldMkLst>
          <pc:docMk/>
          <pc:sldMk cId="759096969" sldId="268"/>
        </pc:sldMkLst>
        <pc:spChg chg="add">
          <ac:chgData name="Akriti Mehta" userId="0c901562-3821-4879-abc2-7521cf2ab412" providerId="ADAL" clId="{144A11F9-5BB9-40A3-A970-33EF68ACAA95}" dt="2026-05-28T11:15:12.283" v="52"/>
          <ac:spMkLst>
            <pc:docMk/>
            <pc:sldMk cId="759096969" sldId="268"/>
            <ac:spMk id="7" creationId="{C3024407-03A1-3487-CE42-AB1AC709901F}"/>
          </ac:spMkLst>
        </pc:spChg>
        <pc:graphicFrameChg chg="add mod">
          <ac:chgData name="Akriti Mehta" userId="0c901562-3821-4879-abc2-7521cf2ab412" providerId="ADAL" clId="{144A11F9-5BB9-40A3-A970-33EF68ACAA95}" dt="2026-05-28T11:15:12.283" v="52"/>
          <ac:graphicFrameMkLst>
            <pc:docMk/>
            <pc:sldMk cId="759096969" sldId="268"/>
            <ac:graphicFrameMk id="4" creationId="{A0163F02-61E4-6A32-DADE-8739286F0B64}"/>
          </ac:graphicFrameMkLst>
        </pc:graphicFrameChg>
        <pc:graphicFrameChg chg="add mod">
          <ac:chgData name="Akriti Mehta" userId="0c901562-3821-4879-abc2-7521cf2ab412" providerId="ADAL" clId="{144A11F9-5BB9-40A3-A970-33EF68ACAA95}" dt="2026-05-28T11:15:12.283" v="52"/>
          <ac:graphicFrameMkLst>
            <pc:docMk/>
            <pc:sldMk cId="759096969" sldId="268"/>
            <ac:graphicFrameMk id="5" creationId="{28D4C89F-1C63-DE03-15E3-0CCFC6A189B8}"/>
          </ac:graphicFrameMkLst>
        </pc:graphicFrameChg>
      </pc:sldChg>
      <pc:sldChg chg="addSp modSp">
        <pc:chgData name="Akriti Mehta" userId="0c901562-3821-4879-abc2-7521cf2ab412" providerId="ADAL" clId="{144A11F9-5BB9-40A3-A970-33EF68ACAA95}" dt="2026-05-28T11:08:28.833" v="45"/>
        <pc:sldMkLst>
          <pc:docMk/>
          <pc:sldMk cId="1649963609" sldId="268"/>
        </pc:sldMkLst>
        <pc:spChg chg="add">
          <ac:chgData name="Akriti Mehta" userId="0c901562-3821-4879-abc2-7521cf2ab412" providerId="ADAL" clId="{144A11F9-5BB9-40A3-A970-33EF68ACAA95}" dt="2026-05-28T11:08:28.833" v="45"/>
          <ac:spMkLst>
            <pc:docMk/>
            <pc:sldMk cId="1649963609" sldId="268"/>
            <ac:spMk id="8" creationId="{D828A74C-5B87-EDF4-7F7D-52EBD72F7183}"/>
          </ac:spMkLst>
        </pc:spChg>
        <pc:graphicFrameChg chg="add mod">
          <ac:chgData name="Akriti Mehta" userId="0c901562-3821-4879-abc2-7521cf2ab412" providerId="ADAL" clId="{144A11F9-5BB9-40A3-A970-33EF68ACAA95}" dt="2026-05-28T11:08:28.833" v="45"/>
          <ac:graphicFrameMkLst>
            <pc:docMk/>
            <pc:sldMk cId="1649963609" sldId="268"/>
            <ac:graphicFrameMk id="4" creationId="{976D6B77-8AF4-AC9F-B0F8-22021AA5B6F0}"/>
          </ac:graphicFrameMkLst>
        </pc:graphicFrameChg>
        <pc:graphicFrameChg chg="add mod">
          <ac:chgData name="Akriti Mehta" userId="0c901562-3821-4879-abc2-7521cf2ab412" providerId="ADAL" clId="{144A11F9-5BB9-40A3-A970-33EF68ACAA95}" dt="2026-05-28T11:08:28.833" v="45"/>
          <ac:graphicFrameMkLst>
            <pc:docMk/>
            <pc:sldMk cId="1649963609" sldId="268"/>
            <ac:graphicFrameMk id="5" creationId="{47C619DE-A788-4734-2641-A7960BEF0E4A}"/>
          </ac:graphicFrameMkLst>
        </pc:graphicFrameChg>
        <pc:graphicFrameChg chg="add mod">
          <ac:chgData name="Akriti Mehta" userId="0c901562-3821-4879-abc2-7521cf2ab412" providerId="ADAL" clId="{144A11F9-5BB9-40A3-A970-33EF68ACAA95}" dt="2026-05-28T11:08:28.833" v="45"/>
          <ac:graphicFrameMkLst>
            <pc:docMk/>
            <pc:sldMk cId="1649963609" sldId="268"/>
            <ac:graphicFrameMk id="6" creationId="{71D184C1-D705-3314-1C6C-C40A0781694E}"/>
          </ac:graphicFrameMkLst>
        </pc:graphicFrameChg>
      </pc:sldChg>
      <pc:sldChg chg="add">
        <pc:chgData name="Akriti Mehta" userId="0c901562-3821-4879-abc2-7521cf2ab412" providerId="ADAL" clId="{144A11F9-5BB9-40A3-A970-33EF68ACAA95}" dt="2026-05-28T11:31:32.619" v="53"/>
        <pc:sldMkLst>
          <pc:docMk/>
          <pc:sldMk cId="447410189" sldId="269"/>
        </pc:sldMkLst>
      </pc:sldChg>
      <pc:sldChg chg="modSp add del ord modTransition">
        <pc:chgData name="Akriti Mehta" userId="0c901562-3821-4879-abc2-7521cf2ab412" providerId="ADAL" clId="{144A11F9-5BB9-40A3-A970-33EF68ACAA95}" dt="2026-05-28T11:08:54.389" v="47"/>
        <pc:sldMkLst>
          <pc:docMk/>
          <pc:sldMk cId="3839206378" sldId="270"/>
        </pc:sldMkLst>
        <pc:spChg chg="mod">
          <ac:chgData name="Akriti Mehta" userId="0c901562-3821-4879-abc2-7521cf2ab412" providerId="ADAL" clId="{144A11F9-5BB9-40A3-A970-33EF68ACAA95}" dt="2026-05-28T10:10:20.672" v="4"/>
          <ac:spMkLst>
            <pc:docMk/>
            <pc:sldMk cId="3839206378" sldId="270"/>
            <ac:spMk id="2" creationId="{D0824D58-FFDD-0020-506D-9F95FEA85C08}"/>
          </ac:spMkLst>
        </pc:spChg>
      </pc:sldChg>
      <pc:sldChg chg="add del">
        <pc:chgData name="Akriti Mehta" userId="0c901562-3821-4879-abc2-7521cf2ab412" providerId="ADAL" clId="{144A11F9-5BB9-40A3-A970-33EF68ACAA95}" dt="2026-05-28T10:10:20.750" v="5"/>
        <pc:sldMkLst>
          <pc:docMk/>
          <pc:sldMk cId="2727770330" sldId="335"/>
        </pc:sldMkLst>
      </pc:sldChg>
      <pc:sldChg chg="addSp delSp modSp">
        <pc:chgData name="Akriti Mehta" userId="0c901562-3821-4879-abc2-7521cf2ab412" providerId="ADAL" clId="{144A11F9-5BB9-40A3-A970-33EF68ACAA95}" dt="2026-05-28T10:16:29.019" v="15"/>
        <pc:sldMkLst>
          <pc:docMk/>
          <pc:sldMk cId="3382956385" sldId="2147469891"/>
        </pc:sldMkLst>
        <pc:spChg chg="mod">
          <ac:chgData name="Akriti Mehta" userId="0c901562-3821-4879-abc2-7521cf2ab412" providerId="ADAL" clId="{144A11F9-5BB9-40A3-A970-33EF68ACAA95}" dt="2026-05-28T10:15:11.644" v="10"/>
          <ac:spMkLst>
            <pc:docMk/>
            <pc:sldMk cId="3382956385" sldId="2147469891"/>
            <ac:spMk id="7" creationId="{6BB1BF37-FA21-FFB9-6FE8-31D1E8745F9B}"/>
          </ac:spMkLst>
        </pc:spChg>
        <pc:spChg chg="mod">
          <ac:chgData name="Akriti Mehta" userId="0c901562-3821-4879-abc2-7521cf2ab412" providerId="ADAL" clId="{144A11F9-5BB9-40A3-A970-33EF68ACAA95}" dt="2026-05-28T10:15:11.644" v="10"/>
          <ac:spMkLst>
            <pc:docMk/>
            <pc:sldMk cId="3382956385" sldId="2147469891"/>
            <ac:spMk id="10" creationId="{1D7D56A8-D007-EC4A-4559-2F8ADC03C507}"/>
          </ac:spMkLst>
        </pc:spChg>
        <pc:spChg chg="mod">
          <ac:chgData name="Akriti Mehta" userId="0c901562-3821-4879-abc2-7521cf2ab412" providerId="ADAL" clId="{144A11F9-5BB9-40A3-A970-33EF68ACAA95}" dt="2026-05-28T10:15:11.644" v="10"/>
          <ac:spMkLst>
            <pc:docMk/>
            <pc:sldMk cId="3382956385" sldId="2147469891"/>
            <ac:spMk id="11" creationId="{DA17F298-D223-F186-B9BE-A5EBAC617463}"/>
          </ac:spMkLst>
        </pc:spChg>
        <pc:spChg chg="mod">
          <ac:chgData name="Akriti Mehta" userId="0c901562-3821-4879-abc2-7521cf2ab412" providerId="ADAL" clId="{144A11F9-5BB9-40A3-A970-33EF68ACAA95}" dt="2026-05-28T10:15:11.644" v="10"/>
          <ac:spMkLst>
            <pc:docMk/>
            <pc:sldMk cId="3382956385" sldId="2147469891"/>
            <ac:spMk id="13" creationId="{0FBC22B4-6661-1F4B-1828-9FD1E1F47603}"/>
          </ac:spMkLst>
        </pc:spChg>
        <pc:spChg chg="mod">
          <ac:chgData name="Akriti Mehta" userId="0c901562-3821-4879-abc2-7521cf2ab412" providerId="ADAL" clId="{144A11F9-5BB9-40A3-A970-33EF68ACAA95}" dt="2026-05-28T10:15:11.644" v="10"/>
          <ac:spMkLst>
            <pc:docMk/>
            <pc:sldMk cId="3382956385" sldId="2147469891"/>
            <ac:spMk id="15" creationId="{BD1B09BD-34F9-7077-970F-ECF7266FD66B}"/>
          </ac:spMkLst>
        </pc:spChg>
        <pc:spChg chg="mod">
          <ac:chgData name="Akriti Mehta" userId="0c901562-3821-4879-abc2-7521cf2ab412" providerId="ADAL" clId="{144A11F9-5BB9-40A3-A970-33EF68ACAA95}" dt="2026-05-28T10:15:11.644" v="10"/>
          <ac:spMkLst>
            <pc:docMk/>
            <pc:sldMk cId="3382956385" sldId="2147469891"/>
            <ac:spMk id="17" creationId="{4A977F5C-8CB5-9148-FC47-C911C9849E30}"/>
          </ac:spMkLst>
        </pc:spChg>
        <pc:spChg chg="mod">
          <ac:chgData name="Akriti Mehta" userId="0c901562-3821-4879-abc2-7521cf2ab412" providerId="ADAL" clId="{144A11F9-5BB9-40A3-A970-33EF68ACAA95}" dt="2026-05-28T10:15:11.644" v="10"/>
          <ac:spMkLst>
            <pc:docMk/>
            <pc:sldMk cId="3382956385" sldId="2147469891"/>
            <ac:spMk id="20" creationId="{7D8B2C83-BBE5-3140-C49F-E0B0A9612569}"/>
          </ac:spMkLst>
        </pc:spChg>
        <pc:spChg chg="mod">
          <ac:chgData name="Akriti Mehta" userId="0c901562-3821-4879-abc2-7521cf2ab412" providerId="ADAL" clId="{144A11F9-5BB9-40A3-A970-33EF68ACAA95}" dt="2026-05-28T10:15:11.644" v="10"/>
          <ac:spMkLst>
            <pc:docMk/>
            <pc:sldMk cId="3382956385" sldId="2147469891"/>
            <ac:spMk id="25" creationId="{78320802-5865-1BC3-3FB2-96110FC0035F}"/>
          </ac:spMkLst>
        </pc:spChg>
        <pc:spChg chg="mod">
          <ac:chgData name="Akriti Mehta" userId="0c901562-3821-4879-abc2-7521cf2ab412" providerId="ADAL" clId="{144A11F9-5BB9-40A3-A970-33EF68ACAA95}" dt="2026-05-28T10:15:11.644" v="10"/>
          <ac:spMkLst>
            <pc:docMk/>
            <pc:sldMk cId="3382956385" sldId="2147469891"/>
            <ac:spMk id="28" creationId="{9DE6866A-2966-057E-AD7B-F5487B961FD9}"/>
          </ac:spMkLst>
        </pc:spChg>
        <pc:spChg chg="mod">
          <ac:chgData name="Akriti Mehta" userId="0c901562-3821-4879-abc2-7521cf2ab412" providerId="ADAL" clId="{144A11F9-5BB9-40A3-A970-33EF68ACAA95}" dt="2026-05-28T10:15:11.644" v="10"/>
          <ac:spMkLst>
            <pc:docMk/>
            <pc:sldMk cId="3382956385" sldId="2147469891"/>
            <ac:spMk id="29" creationId="{45CE27DF-D8AE-F2F1-03F3-23F82B39FC46}"/>
          </ac:spMkLst>
        </pc:spChg>
        <pc:grpChg chg="del">
          <ac:chgData name="Akriti Mehta" userId="0c901562-3821-4879-abc2-7521cf2ab412" providerId="ADAL" clId="{144A11F9-5BB9-40A3-A970-33EF68ACAA95}" dt="2026-05-28T10:14:45.076" v="9" actId="478"/>
          <ac:grpSpMkLst>
            <pc:docMk/>
            <pc:sldMk cId="3382956385" sldId="2147469891"/>
            <ac:grpSpMk id="93" creationId="{9B5E2C7F-E62D-4325-8450-D4AC5A496574}"/>
          </ac:grpSpMkLst>
        </pc:grpChg>
        <pc:grpChg chg="del">
          <ac:chgData name="Akriti Mehta" userId="0c901562-3821-4879-abc2-7521cf2ab412" providerId="ADAL" clId="{144A11F9-5BB9-40A3-A970-33EF68ACAA95}" dt="2026-05-28T10:14:45.076" v="9" actId="478"/>
          <ac:grpSpMkLst>
            <pc:docMk/>
            <pc:sldMk cId="3382956385" sldId="2147469891"/>
            <ac:grpSpMk id="137" creationId="{FD451CEF-F41A-4F9B-8917-F09131BC2D25}"/>
          </ac:grpSpMkLst>
        </pc:grpChg>
        <pc:grpChg chg="del">
          <ac:chgData name="Akriti Mehta" userId="0c901562-3821-4879-abc2-7521cf2ab412" providerId="ADAL" clId="{144A11F9-5BB9-40A3-A970-33EF68ACAA95}" dt="2026-05-28T10:14:45.076" v="9" actId="478"/>
          <ac:grpSpMkLst>
            <pc:docMk/>
            <pc:sldMk cId="3382956385" sldId="2147469891"/>
            <ac:grpSpMk id="162" creationId="{694C3DC3-1C65-49D0-9C84-E2A0951EDFD9}"/>
          </ac:grpSpMkLst>
        </pc:grpChg>
        <pc:grpChg chg="del">
          <ac:chgData name="Akriti Mehta" userId="0c901562-3821-4879-abc2-7521cf2ab412" providerId="ADAL" clId="{144A11F9-5BB9-40A3-A970-33EF68ACAA95}" dt="2026-05-28T10:14:45.076" v="9" actId="478"/>
          <ac:grpSpMkLst>
            <pc:docMk/>
            <pc:sldMk cId="3382956385" sldId="2147469891"/>
            <ac:grpSpMk id="179" creationId="{5DD77671-6B58-4A7A-B1A8-50608DBE5A97}"/>
          </ac:grpSpMkLst>
        </pc:grpChg>
        <pc:graphicFrameChg chg="mod">
          <ac:chgData name="Akriti Mehta" userId="0c901562-3821-4879-abc2-7521cf2ab412" providerId="ADAL" clId="{144A11F9-5BB9-40A3-A970-33EF68ACAA95}" dt="2026-05-28T10:16:29.019" v="15"/>
          <ac:graphicFrameMkLst>
            <pc:docMk/>
            <pc:sldMk cId="3382956385" sldId="2147469891"/>
            <ac:graphicFrameMk id="3" creationId="{E36B2D91-29F6-7DF3-8533-A13344765C33}"/>
          </ac:graphicFrameMkLst>
        </pc:graphicFrameChg>
        <pc:graphicFrameChg chg="del mod">
          <ac:chgData name="Akriti Mehta" userId="0c901562-3821-4879-abc2-7521cf2ab412" providerId="ADAL" clId="{144A11F9-5BB9-40A3-A970-33EF68ACAA95}" dt="2026-05-28T10:14:45.076" v="9" actId="478"/>
          <ac:graphicFrameMkLst>
            <pc:docMk/>
            <pc:sldMk cId="3382956385" sldId="2147469891"/>
            <ac:graphicFrameMk id="36" creationId="{A876FFF7-C14C-4854-8E53-73DE49A05632}"/>
          </ac:graphicFrameMkLst>
        </pc:graphicFrameChg>
        <pc:cxnChg chg="del">
          <ac:chgData name="Akriti Mehta" userId="0c901562-3821-4879-abc2-7521cf2ab412" providerId="ADAL" clId="{144A11F9-5BB9-40A3-A970-33EF68ACAA95}" dt="2026-05-28T10:14:45.076" v="9" actId="478"/>
          <ac:cxnSpMkLst>
            <pc:docMk/>
            <pc:sldMk cId="3382956385" sldId="2147469891"/>
            <ac:cxnSpMk id="122" creationId="{9E81B769-866F-46F2-A155-83EED7C480D9}"/>
          </ac:cxnSpMkLst>
        </pc:cxnChg>
        <pc:cxnChg chg="del">
          <ac:chgData name="Akriti Mehta" userId="0c901562-3821-4879-abc2-7521cf2ab412" providerId="ADAL" clId="{144A11F9-5BB9-40A3-A970-33EF68ACAA95}" dt="2026-05-28T10:14:45.076" v="9" actId="478"/>
          <ac:cxnSpMkLst>
            <pc:docMk/>
            <pc:sldMk cId="3382956385" sldId="2147469891"/>
            <ac:cxnSpMk id="151" creationId="{CAEE90B4-8034-4523-9126-9FBA4E3DD8CE}"/>
          </ac:cxnSpMkLst>
        </pc:cxnChg>
        <pc:cxnChg chg="del">
          <ac:chgData name="Akriti Mehta" userId="0c901562-3821-4879-abc2-7521cf2ab412" providerId="ADAL" clId="{144A11F9-5BB9-40A3-A970-33EF68ACAA95}" dt="2026-05-28T10:14:45.076" v="9" actId="478"/>
          <ac:cxnSpMkLst>
            <pc:docMk/>
            <pc:sldMk cId="3382956385" sldId="2147469891"/>
            <ac:cxnSpMk id="172" creationId="{1486705D-0AB2-4E11-B0C4-43077B6D6E6C}"/>
          </ac:cxnSpMkLst>
        </pc:cxnChg>
      </pc:sldChg>
      <pc:sldChg chg="modSp">
        <pc:chgData name="Akriti Mehta" userId="0c901562-3821-4879-abc2-7521cf2ab412" providerId="ADAL" clId="{144A11F9-5BB9-40A3-A970-33EF68ACAA95}" dt="2026-05-28T11:04:41.688" v="41"/>
        <pc:sldMkLst>
          <pc:docMk/>
          <pc:sldMk cId="778896603" sldId="2147483636"/>
        </pc:sldMkLst>
        <pc:spChg chg="mod">
          <ac:chgData name="Akriti Mehta" userId="0c901562-3821-4879-abc2-7521cf2ab412" providerId="ADAL" clId="{144A11F9-5BB9-40A3-A970-33EF68ACAA95}" dt="2026-05-28T11:04:41.688" v="41"/>
          <ac:spMkLst>
            <pc:docMk/>
            <pc:sldMk cId="778896603" sldId="2147483636"/>
            <ac:spMk id="3" creationId="{C6D95FDF-6AB8-D50F-57B5-016BD040E8F5}"/>
          </ac:spMkLst>
        </pc:spChg>
      </pc:sldChg>
      <pc:sldChg chg="addSp delSp modSp">
        <pc:chgData name="Akriti Mehta" userId="0c901562-3821-4879-abc2-7521cf2ab412" providerId="ADAL" clId="{144A11F9-5BB9-40A3-A970-33EF68ACAA95}" dt="2026-05-28T10:45:49.149" v="22"/>
        <pc:sldMkLst>
          <pc:docMk/>
          <pc:sldMk cId="556128037" sldId="2147483637"/>
        </pc:sldMkLst>
        <pc:spChg chg="add">
          <ac:chgData name="Akriti Mehta" userId="0c901562-3821-4879-abc2-7521cf2ab412" providerId="ADAL" clId="{144A11F9-5BB9-40A3-A970-33EF68ACAA95}" dt="2026-05-28T10:44:42.681" v="20"/>
          <ac:spMkLst>
            <pc:docMk/>
            <pc:sldMk cId="556128037" sldId="2147483637"/>
            <ac:spMk id="8" creationId="{A507131A-72AA-4240-5F99-56C4AEAB922A}"/>
          </ac:spMkLst>
        </pc:spChg>
        <pc:spChg chg="add">
          <ac:chgData name="Akriti Mehta" userId="0c901562-3821-4879-abc2-7521cf2ab412" providerId="ADAL" clId="{144A11F9-5BB9-40A3-A970-33EF68ACAA95}" dt="2026-05-28T10:45:06.904" v="21"/>
          <ac:spMkLst>
            <pc:docMk/>
            <pc:sldMk cId="556128037" sldId="2147483637"/>
            <ac:spMk id="11" creationId="{D391B05A-04E9-9FF6-6BA1-2FEBFE5D32C8}"/>
          </ac:spMkLst>
        </pc:spChg>
        <pc:spChg chg="del">
          <ac:chgData name="Akriti Mehta" userId="0c901562-3821-4879-abc2-7521cf2ab412" providerId="ADAL" clId="{144A11F9-5BB9-40A3-A970-33EF68ACAA95}" dt="2026-05-28T10:45:49.149" v="22"/>
          <ac:spMkLst>
            <pc:docMk/>
            <pc:sldMk cId="556128037" sldId="2147483637"/>
            <ac:spMk id="13" creationId="{B78415E2-5EC3-DFFD-12F4-781D91DB7507}"/>
          </ac:spMkLst>
        </pc:spChg>
        <pc:spChg chg="add">
          <ac:chgData name="Akriti Mehta" userId="0c901562-3821-4879-abc2-7521cf2ab412" providerId="ADAL" clId="{144A11F9-5BB9-40A3-A970-33EF68ACAA95}" dt="2026-05-28T10:45:49.149" v="22"/>
          <ac:spMkLst>
            <pc:docMk/>
            <pc:sldMk cId="556128037" sldId="2147483637"/>
            <ac:spMk id="16" creationId="{02018EA3-284D-1ABA-4AD3-5B233B95B567}"/>
          </ac:spMkLst>
        </pc:spChg>
        <pc:graphicFrameChg chg="add mod">
          <ac:chgData name="Akriti Mehta" userId="0c901562-3821-4879-abc2-7521cf2ab412" providerId="ADAL" clId="{144A11F9-5BB9-40A3-A970-33EF68ACAA95}" dt="2026-05-28T10:44:42.681" v="20"/>
          <ac:graphicFrameMkLst>
            <pc:docMk/>
            <pc:sldMk cId="556128037" sldId="2147483637"/>
            <ac:graphicFrameMk id="6" creationId="{1C4A37B7-F3D1-B4A5-56B5-736CA7C8296C}"/>
          </ac:graphicFrameMkLst>
        </pc:graphicFrameChg>
        <pc:graphicFrameChg chg="add mod">
          <ac:chgData name="Akriti Mehta" userId="0c901562-3821-4879-abc2-7521cf2ab412" providerId="ADAL" clId="{144A11F9-5BB9-40A3-A970-33EF68ACAA95}" dt="2026-05-28T10:45:06.904" v="21"/>
          <ac:graphicFrameMkLst>
            <pc:docMk/>
            <pc:sldMk cId="556128037" sldId="2147483637"/>
            <ac:graphicFrameMk id="9" creationId="{00A79EA6-7FE7-EA24-9C40-17A5BF0E2562}"/>
          </ac:graphicFrameMkLst>
        </pc:graphicFrameChg>
        <pc:graphicFrameChg chg="add mod">
          <ac:chgData name="Akriti Mehta" userId="0c901562-3821-4879-abc2-7521cf2ab412" providerId="ADAL" clId="{144A11F9-5BB9-40A3-A970-33EF68ACAA95}" dt="2026-05-28T10:45:49.149" v="22"/>
          <ac:graphicFrameMkLst>
            <pc:docMk/>
            <pc:sldMk cId="556128037" sldId="2147483637"/>
            <ac:graphicFrameMk id="14" creationId="{9C5A6611-9970-7DD4-3CEF-0145E5E6ECC1}"/>
          </ac:graphicFrameMkLst>
        </pc:graphicFrameChg>
      </pc:sldChg>
      <pc:sldChg chg="addSp modSp">
        <pc:chgData name="Akriti Mehta" userId="0c901562-3821-4879-abc2-7521cf2ab412" providerId="ADAL" clId="{144A11F9-5BB9-40A3-A970-33EF68ACAA95}" dt="2026-05-28T10:43:05.907" v="19"/>
        <pc:sldMkLst>
          <pc:docMk/>
          <pc:sldMk cId="2409190834" sldId="2147483637"/>
        </pc:sldMkLst>
        <pc:spChg chg="add">
          <ac:chgData name="Akriti Mehta" userId="0c901562-3821-4879-abc2-7521cf2ab412" providerId="ADAL" clId="{144A11F9-5BB9-40A3-A970-33EF68ACAA95}" dt="2026-05-28T10:42:57.273" v="18"/>
          <ac:spMkLst>
            <pc:docMk/>
            <pc:sldMk cId="2409190834" sldId="2147483637"/>
            <ac:spMk id="6" creationId="{38F12142-E75F-F207-A74D-32439691AEEF}"/>
          </ac:spMkLst>
        </pc:spChg>
        <pc:spChg chg="add">
          <ac:chgData name="Akriti Mehta" userId="0c901562-3821-4879-abc2-7521cf2ab412" providerId="ADAL" clId="{144A11F9-5BB9-40A3-A970-33EF68ACAA95}" dt="2026-05-28T10:43:05.907" v="19"/>
          <ac:spMkLst>
            <pc:docMk/>
            <pc:sldMk cId="2409190834" sldId="2147483637"/>
            <ac:spMk id="9" creationId="{2B42B5F3-5840-A289-9E45-21D7F3B9248D}"/>
          </ac:spMkLst>
        </pc:spChg>
        <pc:graphicFrameChg chg="add mod">
          <ac:chgData name="Akriti Mehta" userId="0c901562-3821-4879-abc2-7521cf2ab412" providerId="ADAL" clId="{144A11F9-5BB9-40A3-A970-33EF68ACAA95}" dt="2026-05-28T10:42:57.273" v="18"/>
          <ac:graphicFrameMkLst>
            <pc:docMk/>
            <pc:sldMk cId="2409190834" sldId="2147483637"/>
            <ac:graphicFrameMk id="4" creationId="{4222B03F-A7DF-9348-53C8-9DA8E92E0F84}"/>
          </ac:graphicFrameMkLst>
        </pc:graphicFrameChg>
        <pc:graphicFrameChg chg="add mod">
          <ac:chgData name="Akriti Mehta" userId="0c901562-3821-4879-abc2-7521cf2ab412" providerId="ADAL" clId="{144A11F9-5BB9-40A3-A970-33EF68ACAA95}" dt="2026-05-28T10:43:05.907" v="19"/>
          <ac:graphicFrameMkLst>
            <pc:docMk/>
            <pc:sldMk cId="2409190834" sldId="2147483637"/>
            <ac:graphicFrameMk id="7" creationId="{8DCD4875-E9D5-2F42-8D83-03FDEB4D9715}"/>
          </ac:graphicFrameMkLst>
        </pc:graphicFrameChg>
      </pc:sldChg>
      <pc:sldChg chg="add del setBg">
        <pc:chgData name="Akriti Mehta" userId="0c901562-3821-4879-abc2-7521cf2ab412" providerId="ADAL" clId="{144A11F9-5BB9-40A3-A970-33EF68ACAA95}" dt="2026-05-28T10:47:28.190" v="24"/>
        <pc:sldMkLst>
          <pc:docMk/>
          <pc:sldMk cId="3000754747" sldId="2147483638"/>
        </pc:sldMkLst>
      </pc:sldChg>
      <pc:sldChg chg="modSp add">
        <pc:chgData name="Akriti Mehta" userId="0c901562-3821-4879-abc2-7521cf2ab412" providerId="ADAL" clId="{144A11F9-5BB9-40A3-A970-33EF68ACAA95}" dt="2026-05-28T10:47:48.968" v="28"/>
        <pc:sldMkLst>
          <pc:docMk/>
          <pc:sldMk cId="3599163384" sldId="2147483638"/>
        </pc:sldMkLst>
        <pc:spChg chg="mod">
          <ac:chgData name="Akriti Mehta" userId="0c901562-3821-4879-abc2-7521cf2ab412" providerId="ADAL" clId="{144A11F9-5BB9-40A3-A970-33EF68ACAA95}" dt="2026-05-28T10:47:48.968" v="28"/>
          <ac:spMkLst>
            <pc:docMk/>
            <pc:sldMk cId="3599163384" sldId="2147483638"/>
            <ac:spMk id="3" creationId="{6183F436-7403-D93F-69DB-FE87B12ABD67}"/>
          </ac:spMkLst>
        </pc:spChg>
      </pc:sldChg>
      <pc:sldChg chg="addSp modSp add">
        <pc:chgData name="Akriti Mehta" userId="0c901562-3821-4879-abc2-7521cf2ab412" providerId="ADAL" clId="{144A11F9-5BB9-40A3-A970-33EF68ACAA95}" dt="2026-05-28T11:32:37.796" v="58"/>
        <pc:sldMkLst>
          <pc:docMk/>
          <pc:sldMk cId="527065370" sldId="2147483639"/>
        </pc:sldMkLst>
        <pc:spChg chg="mod">
          <ac:chgData name="Akriti Mehta" userId="0c901562-3821-4879-abc2-7521cf2ab412" providerId="ADAL" clId="{144A11F9-5BB9-40A3-A970-33EF68ACAA95}" dt="2026-05-28T10:59:27.377" v="31"/>
          <ac:spMkLst>
            <pc:docMk/>
            <pc:sldMk cId="527065370" sldId="2147483639"/>
            <ac:spMk id="3" creationId="{C45CD919-AE6E-1D26-E288-29265886A7B0}"/>
          </ac:spMkLst>
        </pc:spChg>
        <pc:spChg chg="add">
          <ac:chgData name="Akriti Mehta" userId="0c901562-3821-4879-abc2-7521cf2ab412" providerId="ADAL" clId="{144A11F9-5BB9-40A3-A970-33EF68ACAA95}" dt="2026-05-28T11:00:20.839" v="32"/>
          <ac:spMkLst>
            <pc:docMk/>
            <pc:sldMk cId="527065370" sldId="2147483639"/>
            <ac:spMk id="7" creationId="{D0F9873F-28FB-C997-B325-3D2143A4162D}"/>
          </ac:spMkLst>
        </pc:spChg>
        <pc:spChg chg="add">
          <ac:chgData name="Akriti Mehta" userId="0c901562-3821-4879-abc2-7521cf2ab412" providerId="ADAL" clId="{144A11F9-5BB9-40A3-A970-33EF68ACAA95}" dt="2026-05-28T11:00:45.288" v="33"/>
          <ac:spMkLst>
            <pc:docMk/>
            <pc:sldMk cId="527065370" sldId="2147483639"/>
            <ac:spMk id="11" creationId="{B6FD5273-3479-6A48-69AF-844EA84CBE37}"/>
          </ac:spMkLst>
        </pc:spChg>
        <pc:spChg chg="add mod">
          <ac:chgData name="Akriti Mehta" userId="0c901562-3821-4879-abc2-7521cf2ab412" providerId="ADAL" clId="{144A11F9-5BB9-40A3-A970-33EF68ACAA95}" dt="2026-05-28T11:32:37.796" v="58"/>
          <ac:spMkLst>
            <pc:docMk/>
            <pc:sldMk cId="527065370" sldId="2147483639"/>
            <ac:spMk id="12" creationId="{67AA2FE8-A0F5-523A-D13E-C6C2D2630B83}"/>
          </ac:spMkLst>
        </pc:spChg>
        <pc:spChg chg="add mod">
          <ac:chgData name="Akriti Mehta" userId="0c901562-3821-4879-abc2-7521cf2ab412" providerId="ADAL" clId="{144A11F9-5BB9-40A3-A970-33EF68ACAA95}" dt="2026-05-28T11:32:37.796" v="58"/>
          <ac:spMkLst>
            <pc:docMk/>
            <pc:sldMk cId="527065370" sldId="2147483639"/>
            <ac:spMk id="13" creationId="{9EF82A54-97D8-0A1F-D3A1-F6A4B4FB2DB8}"/>
          </ac:spMkLst>
        </pc:spChg>
        <pc:graphicFrameChg chg="add mod">
          <ac:chgData name="Akriti Mehta" userId="0c901562-3821-4879-abc2-7521cf2ab412" providerId="ADAL" clId="{144A11F9-5BB9-40A3-A970-33EF68ACAA95}" dt="2026-05-28T11:00:20.839" v="32"/>
          <ac:graphicFrameMkLst>
            <pc:docMk/>
            <pc:sldMk cId="527065370" sldId="2147483639"/>
            <ac:graphicFrameMk id="5" creationId="{0F042FA3-E4FA-D0D8-78DA-397211F1CA9E}"/>
          </ac:graphicFrameMkLst>
        </pc:graphicFrameChg>
        <pc:graphicFrameChg chg="add mod">
          <ac:chgData name="Akriti Mehta" userId="0c901562-3821-4879-abc2-7521cf2ab412" providerId="ADAL" clId="{144A11F9-5BB9-40A3-A970-33EF68ACAA95}" dt="2026-05-28T11:00:45.288" v="33"/>
          <ac:graphicFrameMkLst>
            <pc:docMk/>
            <pc:sldMk cId="527065370" sldId="2147483639"/>
            <ac:graphicFrameMk id="9" creationId="{B06DCADB-3B4E-ED52-2586-E0E598CA787D}"/>
          </ac:graphicFrameMkLst>
        </pc:graphicFrameChg>
        <pc:graphicFrameChg chg="add mod">
          <ac:chgData name="Akriti Mehta" userId="0c901562-3821-4879-abc2-7521cf2ab412" providerId="ADAL" clId="{144A11F9-5BB9-40A3-A970-33EF68ACAA95}" dt="2026-05-28T11:32:37.796" v="58"/>
          <ac:graphicFrameMkLst>
            <pc:docMk/>
            <pc:sldMk cId="527065370" sldId="2147483639"/>
            <ac:graphicFrameMk id="14" creationId="{04F96EF4-B590-212D-C6C8-7BAA98EBE9E9}"/>
          </ac:graphicFrameMkLst>
        </pc:graphicFrameChg>
      </pc:sldChg>
      <pc:sldChg chg="add del setBg">
        <pc:chgData name="Akriti Mehta" userId="0c901562-3821-4879-abc2-7521cf2ab412" providerId="ADAL" clId="{144A11F9-5BB9-40A3-A970-33EF68ACAA95}" dt="2026-05-28T10:47:38.724" v="27"/>
        <pc:sldMkLst>
          <pc:docMk/>
          <pc:sldMk cId="1973092031" sldId="2147483639"/>
        </pc:sldMkLst>
      </pc:sldChg>
      <pc:sldChg chg="addSp modSp ord">
        <pc:chgData name="Akriti Mehta" userId="0c901562-3821-4879-abc2-7521cf2ab412" providerId="ADAL" clId="{144A11F9-5BB9-40A3-A970-33EF68ACAA95}" dt="2026-05-28T11:35:47.362" v="60"/>
        <pc:sldMkLst>
          <pc:docMk/>
          <pc:sldMk cId="1000902225" sldId="2147483640"/>
        </pc:sldMkLst>
        <pc:spChg chg="add">
          <ac:chgData name="Akriti Mehta" userId="0c901562-3821-4879-abc2-7521cf2ab412" providerId="ADAL" clId="{144A11F9-5BB9-40A3-A970-33EF68ACAA95}" dt="2026-05-28T11:01:40.352" v="34"/>
          <ac:spMkLst>
            <pc:docMk/>
            <pc:sldMk cId="1000902225" sldId="2147483640"/>
            <ac:spMk id="6" creationId="{A22A5083-E839-B3FF-D222-4CB98A851DF5}"/>
          </ac:spMkLst>
        </pc:spChg>
        <pc:graphicFrameChg chg="add mod">
          <ac:chgData name="Akriti Mehta" userId="0c901562-3821-4879-abc2-7521cf2ab412" providerId="ADAL" clId="{144A11F9-5BB9-40A3-A970-33EF68ACAA95}" dt="2026-05-28T11:01:40.352" v="34"/>
          <ac:graphicFrameMkLst>
            <pc:docMk/>
            <pc:sldMk cId="1000902225" sldId="2147483640"/>
            <ac:graphicFrameMk id="4" creationId="{78FADAFA-2E2E-74DD-4303-6F37365FD5BA}"/>
          </ac:graphicFrameMkLst>
        </pc:graphicFrameChg>
      </pc:sldChg>
      <pc:sldChg chg="addSp modSp ord">
        <pc:chgData name="Akriti Mehta" userId="0c901562-3821-4879-abc2-7521cf2ab412" providerId="ADAL" clId="{144A11F9-5BB9-40A3-A970-33EF68ACAA95}" dt="2026-05-28T11:32:00.811" v="54"/>
        <pc:sldMkLst>
          <pc:docMk/>
          <pc:sldMk cId="133392592" sldId="2147483641"/>
        </pc:sldMkLst>
        <pc:spChg chg="add">
          <ac:chgData name="Akriti Mehta" userId="0c901562-3821-4879-abc2-7521cf2ab412" providerId="ADAL" clId="{144A11F9-5BB9-40A3-A970-33EF68ACAA95}" dt="2026-05-28T11:02:01.097" v="35"/>
          <ac:spMkLst>
            <pc:docMk/>
            <pc:sldMk cId="133392592" sldId="2147483641"/>
            <ac:spMk id="6" creationId="{CD55F719-9ACD-67F3-F43F-5944F78012BD}"/>
          </ac:spMkLst>
        </pc:spChg>
        <pc:graphicFrameChg chg="add mod">
          <ac:chgData name="Akriti Mehta" userId="0c901562-3821-4879-abc2-7521cf2ab412" providerId="ADAL" clId="{144A11F9-5BB9-40A3-A970-33EF68ACAA95}" dt="2026-05-28T11:02:01.097" v="35"/>
          <ac:graphicFrameMkLst>
            <pc:docMk/>
            <pc:sldMk cId="133392592" sldId="2147483641"/>
            <ac:graphicFrameMk id="4" creationId="{622C0B0F-10A3-6A09-5924-A99EA980FEF3}"/>
          </ac:graphicFrameMkLst>
        </pc:graphicFrameChg>
      </pc:sldChg>
      <pc:sldChg chg="modSp ord">
        <pc:chgData name="Akriti Mehta" userId="0c901562-3821-4879-abc2-7521cf2ab412" providerId="ADAL" clId="{144A11F9-5BB9-40A3-A970-33EF68ACAA95}" dt="2026-05-28T11:35:09.117" v="59"/>
        <pc:sldMkLst>
          <pc:docMk/>
          <pc:sldMk cId="1897889794" sldId="2147483642"/>
        </pc:sldMkLst>
        <pc:spChg chg="mod">
          <ac:chgData name="Akriti Mehta" userId="0c901562-3821-4879-abc2-7521cf2ab412" providerId="ADAL" clId="{144A11F9-5BB9-40A3-A970-33EF68ACAA95}" dt="2026-05-28T11:02:27.234" v="36"/>
          <ac:spMkLst>
            <pc:docMk/>
            <pc:sldMk cId="1897889794" sldId="2147483642"/>
            <ac:spMk id="3" creationId="{FF34270C-B95E-1865-A674-35D13E48C3CD}"/>
          </ac:spMkLst>
        </pc:spChg>
        <pc:spChg chg="mod">
          <ac:chgData name="Akriti Mehta" userId="0c901562-3821-4879-abc2-7521cf2ab412" providerId="ADAL" clId="{144A11F9-5BB9-40A3-A970-33EF68ACAA95}" dt="2026-05-28T11:35:09.117" v="59"/>
          <ac:spMkLst>
            <pc:docMk/>
            <pc:sldMk cId="1897889794" sldId="2147483642"/>
            <ac:spMk id="11" creationId="{C37A07C7-7A74-875D-5B2B-B3069CCAA347}"/>
          </ac:spMkLst>
        </pc:spChg>
      </pc:sldChg>
      <pc:sldChg chg="addSp delSp modSp">
        <pc:chgData name="Akriti Mehta" userId="0c901562-3821-4879-abc2-7521cf2ab412" providerId="ADAL" clId="{144A11F9-5BB9-40A3-A970-33EF68ACAA95}" dt="2026-05-28T11:02:44.072" v="37"/>
        <pc:sldMkLst>
          <pc:docMk/>
          <pc:sldMk cId="225433688" sldId="2147483643"/>
        </pc:sldMkLst>
        <pc:spChg chg="del">
          <ac:chgData name="Akriti Mehta" userId="0c901562-3821-4879-abc2-7521cf2ab412" providerId="ADAL" clId="{144A11F9-5BB9-40A3-A970-33EF68ACAA95}" dt="2026-05-28T11:02:44.072" v="37"/>
          <ac:spMkLst>
            <pc:docMk/>
            <pc:sldMk cId="225433688" sldId="2147483643"/>
            <ac:spMk id="3" creationId="{3508BD82-7044-5D11-25F5-2CCD9756D485}"/>
          </ac:spMkLst>
        </pc:spChg>
        <pc:spChg chg="add">
          <ac:chgData name="Akriti Mehta" userId="0c901562-3821-4879-abc2-7521cf2ab412" providerId="ADAL" clId="{144A11F9-5BB9-40A3-A970-33EF68ACAA95}" dt="2026-05-28T11:02:44.072" v="37"/>
          <ac:spMkLst>
            <pc:docMk/>
            <pc:sldMk cId="225433688" sldId="2147483643"/>
            <ac:spMk id="8" creationId="{32045E99-E895-CBFF-470F-359243C1DB58}"/>
          </ac:spMkLst>
        </pc:spChg>
        <pc:graphicFrameChg chg="add mod">
          <ac:chgData name="Akriti Mehta" userId="0c901562-3821-4879-abc2-7521cf2ab412" providerId="ADAL" clId="{144A11F9-5BB9-40A3-A970-33EF68ACAA95}" dt="2026-05-28T11:02:44.072" v="37"/>
          <ac:graphicFrameMkLst>
            <pc:docMk/>
            <pc:sldMk cId="225433688" sldId="2147483643"/>
            <ac:graphicFrameMk id="6" creationId="{547CDEF3-9B87-A911-841F-30C5F58D336E}"/>
          </ac:graphicFrameMkLst>
        </pc:graphicFrameChg>
      </pc:sldChg>
      <pc:sldChg chg="modSp add">
        <pc:chgData name="Akriti Mehta" userId="0c901562-3821-4879-abc2-7521cf2ab412" providerId="ADAL" clId="{144A11F9-5BB9-40A3-A970-33EF68ACAA95}" dt="2026-05-28T11:11:36.602" v="48"/>
        <pc:sldMkLst>
          <pc:docMk/>
          <pc:sldMk cId="868123358" sldId="2147483644"/>
        </pc:sldMkLst>
        <pc:spChg chg="mod">
          <ac:chgData name="Akriti Mehta" userId="0c901562-3821-4879-abc2-7521cf2ab412" providerId="ADAL" clId="{144A11F9-5BB9-40A3-A970-33EF68ACAA95}" dt="2026-05-28T11:11:36.602" v="48"/>
          <ac:spMkLst>
            <pc:docMk/>
            <pc:sldMk cId="868123358" sldId="2147483644"/>
            <ac:spMk id="3" creationId="{983C2F71-5555-8C29-446C-F869FB709098}"/>
          </ac:spMkLst>
        </pc:spChg>
      </pc:sldChg>
      <pc:sldChg chg="add del setBg">
        <pc:chgData name="Akriti Mehta" userId="0c901562-3821-4879-abc2-7521cf2ab412" providerId="ADAL" clId="{144A11F9-5BB9-40A3-A970-33EF68ACAA95}" dt="2026-05-28T11:03:01.941" v="39"/>
        <pc:sldMkLst>
          <pc:docMk/>
          <pc:sldMk cId="1421388606" sldId="214748364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4F4A134-D1E1-48C7-8D52-300A0775AF83}" type="datetimeFigureOut">
              <a:rPr lang="en-US"/>
              <a:t>9/3/2026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D09229F-6F41-4CC3-A51C-EB832A3392C5}" type="slidenum">
              <a:rPr lang="en-US"/>
              <a:t>‹#›</a:t>
            </a:fld>
            <a:endParaRPr lang="en-US"/>
          </a:p>
        </p:txBody>
      </p:sp>
    </p:spTree>
    <p:extLst>
      <p:ext uri="{BB962C8B-B14F-4D97-AF65-F5344CB8AC3E}">
        <p14:creationId xmlns:p14="http://schemas.microsoft.com/office/powerpoint/2010/main" val="42238920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module provides 60 minutes of presentation on the Ship practice. Use the LAB / DEMO slide to transition to either a 60-minute participant lab or a 20-minute instructor demonstration.</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outlines the terms and conditions for using these training materials. Please review the confidentiality requirements before proceeding.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module provides 60 minutes of presentation. It closes with a handoff to either a 60-minute participant lab or a 20-minute instructor demonstration. The final learning artifact is named on this slide.</a:t>
            </a:r>
          </a:p>
        </p:txBody>
      </p:sp>
      <p:sp>
        <p:nvSpPr>
          <p:cNvPr id="4" name="Slide Number Placeholder 3"/>
          <p:cNvSpPr>
            <a:spLocks noGrp="1"/>
          </p:cNvSpPr>
          <p:nvPr>
            <p:ph type="sldNum" sz="quarter" idx="5"/>
          </p:nvPr>
        </p:nvSpPr>
        <p:spPr/>
        <p:txBody>
          <a:bodyPr/>
          <a:lstStyle/>
          <a:p>
            <a:fld id="{1D09229F-6F41-4CC3-A51C-EB832A3392C5}" type="slidenum">
              <a:rPr lang="en-US" smtClean="0"/>
              <a:t>3</a:t>
            </a:fld>
            <a:endParaRPr lang="en-US"/>
          </a:p>
        </p:txBody>
      </p:sp>
    </p:spTree>
    <p:extLst>
      <p:ext uri="{BB962C8B-B14F-4D97-AF65-F5344CB8AC3E}">
        <p14:creationId xmlns:p14="http://schemas.microsoft.com/office/powerpoint/2010/main" val="8489860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AgentOps foundation section is intentionally included in every deck so each module can be delivered independently. When delivering multiple modules in sequence, use slides 4 through 11 as a brief recap or skip familiar slides based on participant needs.</a:t>
            </a:r>
          </a:p>
          <a:p>
            <a:endParaRPr lang="en-US"/>
          </a:p>
          <a:p>
            <a:r>
              <a:rPr lang="en-US"/>
              <a:t>Teams can build an agent prototype quickly, but production introduces quality, safety, monitoring, cost, ownership, and release-confidence requirements.</a:t>
            </a:r>
          </a:p>
        </p:txBody>
      </p:sp>
      <p:sp>
        <p:nvSpPr>
          <p:cNvPr id="4" name="Slide Number Placeholder 3"/>
          <p:cNvSpPr>
            <a:spLocks noGrp="1"/>
          </p:cNvSpPr>
          <p:nvPr>
            <p:ph type="sldNum" sz="quarter" idx="5"/>
          </p:nvPr>
        </p:nvSpPr>
        <p:spPr/>
        <p:txBody>
          <a:bodyPr/>
          <a:lstStyle/>
          <a:p>
            <a:fld id="{1D09229F-6F41-4CC3-A51C-EB832A3392C5}" type="slidenum">
              <a:rPr lang="en-US" smtClean="0"/>
              <a:t>4</a:t>
            </a:fld>
            <a:endParaRPr lang="en-US"/>
          </a:p>
        </p:txBody>
      </p:sp>
    </p:spTree>
    <p:extLst>
      <p:ext uri="{BB962C8B-B14F-4D97-AF65-F5344CB8AC3E}">
        <p14:creationId xmlns:p14="http://schemas.microsoft.com/office/powerpoint/2010/main" val="32011279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Agents add non-determinism, tool-calling risk, prompt regression, and changing user behavior. Production confidence comes from evidence, not from a successful demo.</a:t>
            </a:r>
          </a:p>
        </p:txBody>
      </p:sp>
      <p:sp>
        <p:nvSpPr>
          <p:cNvPr id="4" name="Slide Number Placeholder 3"/>
          <p:cNvSpPr>
            <a:spLocks noGrp="1"/>
          </p:cNvSpPr>
          <p:nvPr>
            <p:ph type="sldNum" sz="quarter" idx="5"/>
          </p:nvPr>
        </p:nvSpPr>
        <p:spPr/>
        <p:txBody>
          <a:bodyPr/>
          <a:lstStyle/>
          <a:p>
            <a:fld id="{1D09229F-6F41-4CC3-A51C-EB832A3392C5}" type="slidenum">
              <a:rPr lang="en-US" smtClean="0"/>
              <a:t>5</a:t>
            </a:fld>
            <a:endParaRPr lang="en-US"/>
          </a:p>
        </p:txBody>
      </p:sp>
    </p:spTree>
    <p:extLst>
      <p:ext uri="{BB962C8B-B14F-4D97-AF65-F5344CB8AC3E}">
        <p14:creationId xmlns:p14="http://schemas.microsoft.com/office/powerpoint/2010/main" val="6622127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Even a tool-using agent manages multiple versioned assets, evaluation targets, and operational dependencies. AgentOps must cover the full system, not only the model.</a:t>
            </a:r>
          </a:p>
        </p:txBody>
      </p:sp>
      <p:sp>
        <p:nvSpPr>
          <p:cNvPr id="4" name="Slide Number Placeholder 3"/>
          <p:cNvSpPr>
            <a:spLocks noGrp="1"/>
          </p:cNvSpPr>
          <p:nvPr>
            <p:ph type="sldNum" sz="quarter" idx="5"/>
          </p:nvPr>
        </p:nvSpPr>
        <p:spPr/>
        <p:txBody>
          <a:bodyPr/>
          <a:lstStyle/>
          <a:p>
            <a:fld id="{1D09229F-6F41-4CC3-A51C-EB832A3392C5}" type="slidenum">
              <a:rPr lang="en-US" smtClean="0"/>
              <a:t>6</a:t>
            </a:fld>
            <a:endParaRPr lang="en-US"/>
          </a:p>
        </p:txBody>
      </p:sp>
    </p:spTree>
    <p:extLst>
      <p:ext uri="{BB962C8B-B14F-4D97-AF65-F5344CB8AC3E}">
        <p14:creationId xmlns:p14="http://schemas.microsoft.com/office/powerpoint/2010/main" val="37412187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Foundry remains the platform control plane. AgentOps adds the repeatable operating model around it; it does not replace Foundry.</a:t>
            </a:r>
          </a:p>
        </p:txBody>
      </p:sp>
      <p:sp>
        <p:nvSpPr>
          <p:cNvPr id="4" name="Slide Number Placeholder 3"/>
          <p:cNvSpPr>
            <a:spLocks noGrp="1"/>
          </p:cNvSpPr>
          <p:nvPr>
            <p:ph type="sldNum" sz="quarter" idx="5"/>
          </p:nvPr>
        </p:nvSpPr>
        <p:spPr/>
        <p:txBody>
          <a:bodyPr/>
          <a:lstStyle/>
          <a:p>
            <a:fld id="{1D09229F-6F41-4CC3-A51C-EB832A3392C5}" type="slidenum">
              <a:rPr lang="en-US" smtClean="0"/>
              <a:t>7</a:t>
            </a:fld>
            <a:endParaRPr lang="en-US"/>
          </a:p>
        </p:txBody>
      </p:sp>
    </p:spTree>
    <p:extLst>
      <p:ext uri="{BB962C8B-B14F-4D97-AF65-F5344CB8AC3E}">
        <p14:creationId xmlns:p14="http://schemas.microsoft.com/office/powerpoint/2010/main" val="1785247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checklist is the contract for a production-candidate agent. Every later practice produces or consumes one of these evidence items.</a:t>
            </a:r>
          </a:p>
        </p:txBody>
      </p:sp>
      <p:sp>
        <p:nvSpPr>
          <p:cNvPr id="4" name="Slide Number Placeholder 3"/>
          <p:cNvSpPr>
            <a:spLocks noGrp="1"/>
          </p:cNvSpPr>
          <p:nvPr>
            <p:ph type="sldNum" sz="quarter" idx="5"/>
          </p:nvPr>
        </p:nvSpPr>
        <p:spPr/>
        <p:txBody>
          <a:bodyPr/>
          <a:lstStyle/>
          <a:p>
            <a:fld id="{1D09229F-6F41-4CC3-A51C-EB832A3392C5}" type="slidenum">
              <a:rPr lang="en-US" smtClean="0"/>
              <a:t>8</a:t>
            </a:fld>
            <a:endParaRPr lang="en-US"/>
          </a:p>
        </p:txBody>
      </p:sp>
    </p:spTree>
    <p:extLst>
      <p:ext uri="{BB962C8B-B14F-4D97-AF65-F5344CB8AC3E}">
        <p14:creationId xmlns:p14="http://schemas.microsoft.com/office/powerpoint/2010/main" val="24863964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AgentOps applies DevOps discipline to probabilistic systems. Evaluate creates signals, Ship enforces them, Observe explains production behavior, and Operate turns signals into action.</a:t>
            </a:r>
          </a:p>
        </p:txBody>
      </p:sp>
      <p:sp>
        <p:nvSpPr>
          <p:cNvPr id="4" name="Slide Number Placeholder 3"/>
          <p:cNvSpPr>
            <a:spLocks noGrp="1"/>
          </p:cNvSpPr>
          <p:nvPr>
            <p:ph type="sldNum" sz="quarter" idx="5"/>
          </p:nvPr>
        </p:nvSpPr>
        <p:spPr/>
        <p:txBody>
          <a:bodyPr/>
          <a:lstStyle/>
          <a:p>
            <a:fld id="{1D09229F-6F41-4CC3-A51C-EB832A3392C5}" type="slidenum">
              <a:rPr lang="en-US" smtClean="0"/>
              <a:t>9</a:t>
            </a:fld>
            <a:endParaRPr lang="en-US"/>
          </a:p>
        </p:txBody>
      </p:sp>
    </p:spTree>
    <p:extLst>
      <p:ext uri="{BB962C8B-B14F-4D97-AF65-F5344CB8AC3E}">
        <p14:creationId xmlns:p14="http://schemas.microsoft.com/office/powerpoint/2010/main" val="31008426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Most teams sit between Initial and Defined. The practical move is to select one production-candidate agent and improve its operating maturity by one level.</a:t>
            </a:r>
          </a:p>
        </p:txBody>
      </p:sp>
      <p:sp>
        <p:nvSpPr>
          <p:cNvPr id="4" name="Slide Number Placeholder 3"/>
          <p:cNvSpPr>
            <a:spLocks noGrp="1"/>
          </p:cNvSpPr>
          <p:nvPr>
            <p:ph type="sldNum" sz="quarter" idx="5"/>
          </p:nvPr>
        </p:nvSpPr>
        <p:spPr/>
        <p:txBody>
          <a:bodyPr/>
          <a:lstStyle/>
          <a:p>
            <a:fld id="{1D09229F-6F41-4CC3-A51C-EB832A3392C5}" type="slidenum">
              <a:rPr lang="en-US" smtClean="0"/>
              <a:t>10</a:t>
            </a:fld>
            <a:endParaRPr lang="en-US"/>
          </a:p>
        </p:txBody>
      </p:sp>
    </p:spTree>
    <p:extLst>
      <p:ext uri="{BB962C8B-B14F-4D97-AF65-F5344CB8AC3E}">
        <p14:creationId xmlns:p14="http://schemas.microsoft.com/office/powerpoint/2010/main" val="18775932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architecture connects a sandbox and source control to development, QA, and production Foundry projects. QA locks evaluation evidence before a human-approved production promotion. Production telemetry flows back into the next iteration.</a:t>
            </a:r>
          </a:p>
        </p:txBody>
      </p:sp>
      <p:sp>
        <p:nvSpPr>
          <p:cNvPr id="4" name="Slide Number Placeholder 3"/>
          <p:cNvSpPr>
            <a:spLocks noGrp="1"/>
          </p:cNvSpPr>
          <p:nvPr>
            <p:ph type="sldNum" sz="quarter" idx="5"/>
          </p:nvPr>
        </p:nvSpPr>
        <p:spPr/>
        <p:txBody>
          <a:bodyPr/>
          <a:lstStyle/>
          <a:p>
            <a:fld id="{1D09229F-6F41-4CC3-A51C-EB832A3392C5}" type="slidenum">
              <a:rPr lang="en-US" smtClean="0"/>
              <a:t>11</a:t>
            </a:fld>
            <a:endParaRPr lang="en-US"/>
          </a:p>
        </p:txBody>
      </p:sp>
    </p:spTree>
    <p:extLst>
      <p:ext uri="{BB962C8B-B14F-4D97-AF65-F5344CB8AC3E}">
        <p14:creationId xmlns:p14="http://schemas.microsoft.com/office/powerpoint/2010/main" val="40453573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Signals without enforcement are reports. CI/CD gates turn evaluation and governance requirements into release controls.</a:t>
            </a:r>
          </a:p>
        </p:txBody>
      </p:sp>
      <p:sp>
        <p:nvSpPr>
          <p:cNvPr id="4" name="Slide Number Placeholder 3"/>
          <p:cNvSpPr>
            <a:spLocks noGrp="1"/>
          </p:cNvSpPr>
          <p:nvPr>
            <p:ph type="sldNum" sz="quarter" idx="5"/>
          </p:nvPr>
        </p:nvSpPr>
        <p:spPr/>
        <p:txBody>
          <a:bodyPr/>
          <a:lstStyle/>
          <a:p>
            <a:fld id="{1D09229F-6F41-4CC3-A51C-EB832A3392C5}" type="slidenum">
              <a:rPr lang="en-US" smtClean="0"/>
              <a:t>12</a:t>
            </a:fld>
            <a:endParaRPr lang="en-US"/>
          </a:p>
        </p:txBody>
      </p:sp>
    </p:spTree>
    <p:extLst>
      <p:ext uri="{BB962C8B-B14F-4D97-AF65-F5344CB8AC3E}">
        <p14:creationId xmlns:p14="http://schemas.microsoft.com/office/powerpoint/2010/main" val="12858918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 gates block bad prompts before merge. Deployment gates block bad versions before the next environment. Watchdogs catch drift between releases.</a:t>
            </a:r>
          </a:p>
        </p:txBody>
      </p:sp>
      <p:sp>
        <p:nvSpPr>
          <p:cNvPr id="4" name="Slide Number Placeholder 3"/>
          <p:cNvSpPr>
            <a:spLocks noGrp="1"/>
          </p:cNvSpPr>
          <p:nvPr>
            <p:ph type="sldNum" sz="quarter" idx="5"/>
          </p:nvPr>
        </p:nvSpPr>
        <p:spPr/>
        <p:txBody>
          <a:bodyPr/>
          <a:lstStyle/>
          <a:p>
            <a:fld id="{1D09229F-6F41-4CC3-A51C-EB832A3392C5}" type="slidenum">
              <a:rPr lang="en-US" smtClean="0"/>
              <a:t>13</a:t>
            </a:fld>
            <a:endParaRPr lang="en-US"/>
          </a:p>
        </p:txBody>
      </p:sp>
    </p:spTree>
    <p:extLst>
      <p:ext uri="{BB962C8B-B14F-4D97-AF65-F5344CB8AC3E}">
        <p14:creationId xmlns:p14="http://schemas.microsoft.com/office/powerpoint/2010/main" val="16522707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gate must have an explicit owner, threshold, artifact, and exception path. If a failed gate can be ignored without evidence, it is not an effective control.</a:t>
            </a:r>
          </a:p>
        </p:txBody>
      </p:sp>
      <p:sp>
        <p:nvSpPr>
          <p:cNvPr id="4" name="Slide Number Placeholder 3"/>
          <p:cNvSpPr>
            <a:spLocks noGrp="1"/>
          </p:cNvSpPr>
          <p:nvPr>
            <p:ph type="sldNum" sz="quarter" idx="5"/>
          </p:nvPr>
        </p:nvSpPr>
        <p:spPr/>
        <p:txBody>
          <a:bodyPr/>
          <a:lstStyle/>
          <a:p>
            <a:fld id="{1D09229F-6F41-4CC3-A51C-EB832A3392C5}" type="slidenum">
              <a:rPr lang="en-US" smtClean="0"/>
              <a:t>14</a:t>
            </a:fld>
            <a:endParaRPr lang="en-US"/>
          </a:p>
        </p:txBody>
      </p:sp>
    </p:spTree>
    <p:extLst>
      <p:ext uri="{BB962C8B-B14F-4D97-AF65-F5344CB8AC3E}">
        <p14:creationId xmlns:p14="http://schemas.microsoft.com/office/powerpoint/2010/main" val="4154449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Release evidence is not a screenshot. It is a traceable package linked to the exact version promoted through the pipeline.</a:t>
            </a:r>
          </a:p>
        </p:txBody>
      </p:sp>
      <p:sp>
        <p:nvSpPr>
          <p:cNvPr id="4" name="Slide Number Placeholder 3"/>
          <p:cNvSpPr>
            <a:spLocks noGrp="1"/>
          </p:cNvSpPr>
          <p:nvPr>
            <p:ph type="sldNum" sz="quarter" idx="5"/>
          </p:nvPr>
        </p:nvSpPr>
        <p:spPr/>
        <p:txBody>
          <a:bodyPr/>
          <a:lstStyle/>
          <a:p>
            <a:fld id="{1D09229F-6F41-4CC3-A51C-EB832A3392C5}" type="slidenum">
              <a:rPr lang="en-US" smtClean="0"/>
              <a:t>15</a:t>
            </a:fld>
            <a:endParaRPr lang="en-US"/>
          </a:p>
        </p:txBody>
      </p:sp>
    </p:spTree>
    <p:extLst>
      <p:ext uri="{BB962C8B-B14F-4D97-AF65-F5344CB8AC3E}">
        <p14:creationId xmlns:p14="http://schemas.microsoft.com/office/powerpoint/2010/main" val="35014887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separate Foundry projects for development, QA, and production. The runtime choice stays consistent; the evidence and controls become stricter.</a:t>
            </a:r>
          </a:p>
        </p:txBody>
      </p:sp>
      <p:sp>
        <p:nvSpPr>
          <p:cNvPr id="4" name="Slide Number Placeholder 3"/>
          <p:cNvSpPr>
            <a:spLocks noGrp="1"/>
          </p:cNvSpPr>
          <p:nvPr>
            <p:ph type="sldNum" sz="quarter" idx="5"/>
          </p:nvPr>
        </p:nvSpPr>
        <p:spPr/>
        <p:txBody>
          <a:bodyPr/>
          <a:lstStyle/>
          <a:p>
            <a:fld id="{1D09229F-6F41-4CC3-A51C-EB832A3392C5}" type="slidenum">
              <a:rPr lang="en-US" smtClean="0"/>
              <a:t>16</a:t>
            </a:fld>
            <a:endParaRPr lang="en-US"/>
          </a:p>
        </p:txBody>
      </p:sp>
    </p:spTree>
    <p:extLst>
      <p:ext uri="{BB962C8B-B14F-4D97-AF65-F5344CB8AC3E}">
        <p14:creationId xmlns:p14="http://schemas.microsoft.com/office/powerpoint/2010/main" val="10076909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QA locks the release evidence. Production uses smoke tests and canary comparison rather than re-running the full evaluation on a different candidate.</a:t>
            </a:r>
          </a:p>
        </p:txBody>
      </p:sp>
      <p:sp>
        <p:nvSpPr>
          <p:cNvPr id="4" name="Slide Number Placeholder 3"/>
          <p:cNvSpPr>
            <a:spLocks noGrp="1"/>
          </p:cNvSpPr>
          <p:nvPr>
            <p:ph type="sldNum" sz="quarter" idx="5"/>
          </p:nvPr>
        </p:nvSpPr>
        <p:spPr/>
        <p:txBody>
          <a:bodyPr/>
          <a:lstStyle/>
          <a:p>
            <a:fld id="{1D09229F-6F41-4CC3-A51C-EB832A3392C5}" type="slidenum">
              <a:rPr lang="en-US" smtClean="0"/>
              <a:t>17</a:t>
            </a:fld>
            <a:endParaRPr lang="en-US"/>
          </a:p>
        </p:txBody>
      </p:sp>
    </p:spTree>
    <p:extLst>
      <p:ext uri="{BB962C8B-B14F-4D97-AF65-F5344CB8AC3E}">
        <p14:creationId xmlns:p14="http://schemas.microsoft.com/office/powerpoint/2010/main" val="8562862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Delivery handoff: in hands-on mode, participants complete the guided Ship lab in 60 minutes and produce a sample release checklist. If participant environments are unavailable, use this slide for a 20-minute instructor demonstration covering the same flow. Use AgentOps Accelerator as a practical reference implementation alongside native Microsoft Foundry capabilities.</a:t>
            </a:r>
          </a:p>
        </p:txBody>
      </p:sp>
      <p:sp>
        <p:nvSpPr>
          <p:cNvPr id="4" name="Slide Number Placeholder 3"/>
          <p:cNvSpPr>
            <a:spLocks noGrp="1"/>
          </p:cNvSpPr>
          <p:nvPr>
            <p:ph type="sldNum" sz="quarter" idx="5"/>
          </p:nvPr>
        </p:nvSpPr>
        <p:spPr/>
        <p:txBody>
          <a:bodyPr/>
          <a:lstStyle/>
          <a:p>
            <a:fld id="{1D09229F-6F41-4CC3-A51C-EB832A3392C5}" type="slidenum">
              <a:rPr lang="en-US" smtClean="0"/>
              <a:t>18</a:t>
            </a:fld>
            <a:endParaRPr lang="en-US"/>
          </a:p>
        </p:txBody>
      </p:sp>
    </p:spTree>
    <p:extLst>
      <p:ext uri="{BB962C8B-B14F-4D97-AF65-F5344CB8AC3E}">
        <p14:creationId xmlns:p14="http://schemas.microsoft.com/office/powerpoint/2010/main" val="35809125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Start with one enforceable gate that blocks a known regression. Expand controls after the team trusts the evidence and exception process.</a:t>
            </a:r>
          </a:p>
        </p:txBody>
      </p:sp>
      <p:sp>
        <p:nvSpPr>
          <p:cNvPr id="4" name="Slide Number Placeholder 3"/>
          <p:cNvSpPr>
            <a:spLocks noGrp="1"/>
          </p:cNvSpPr>
          <p:nvPr>
            <p:ph type="sldNum" sz="quarter" idx="5"/>
          </p:nvPr>
        </p:nvSpPr>
        <p:spPr/>
        <p:txBody>
          <a:bodyPr/>
          <a:lstStyle/>
          <a:p>
            <a:fld id="{1D09229F-6F41-4CC3-A51C-EB832A3392C5}" type="slidenum">
              <a:rPr lang="en-US" smtClean="0"/>
              <a:t>19</a:t>
            </a:fld>
            <a:endParaRPr lang="en-US"/>
          </a:p>
        </p:txBody>
      </p:sp>
    </p:spTree>
    <p:extLst>
      <p:ext uri="{BB962C8B-B14F-4D97-AF65-F5344CB8AC3E}">
        <p14:creationId xmlns:p14="http://schemas.microsoft.com/office/powerpoint/2010/main" val="21176481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these linked first-party Microsoft resources for further learning. The AgentOps Accelerator is a practical reference implementation alongside native Microsoft Foundry capabilities.</a:t>
            </a:r>
          </a:p>
        </p:txBody>
      </p:sp>
      <p:sp>
        <p:nvSpPr>
          <p:cNvPr id="4" name="Slide Number Placeholder 3"/>
          <p:cNvSpPr>
            <a:spLocks noGrp="1"/>
          </p:cNvSpPr>
          <p:nvPr>
            <p:ph type="sldNum" sz="quarter" idx="5"/>
          </p:nvPr>
        </p:nvSpPr>
        <p:spPr/>
        <p:txBody>
          <a:bodyPr/>
          <a:lstStyle/>
          <a:p>
            <a:fld id="{1D09229F-6F41-4CC3-A51C-EB832A3392C5}" type="slidenum">
              <a:rPr lang="en-US" smtClean="0"/>
              <a:t>20</a:t>
            </a:fld>
            <a:endParaRPr lang="en-US"/>
          </a:p>
        </p:txBody>
      </p:sp>
    </p:spTree>
    <p:extLst>
      <p:ext uri="{BB962C8B-B14F-4D97-AF65-F5344CB8AC3E}">
        <p14:creationId xmlns:p14="http://schemas.microsoft.com/office/powerpoint/2010/main" val="27679183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Reserve ten minutes for questions. Invite discussion on gate ownership, exception policy, environment boundaries, and canary rollback triggers.</a:t>
            </a:r>
          </a:p>
        </p:txBody>
      </p:sp>
      <p:sp>
        <p:nvSpPr>
          <p:cNvPr id="4" name="Slide Number Placeholder 3"/>
          <p:cNvSpPr>
            <a:spLocks noGrp="1"/>
          </p:cNvSpPr>
          <p:nvPr>
            <p:ph type="sldNum" sz="quarter" idx="5"/>
          </p:nvPr>
        </p:nvSpPr>
        <p:spPr/>
        <p:txBody>
          <a:bodyPr/>
          <a:lstStyle/>
          <a:p>
            <a:fld id="{1D09229F-6F41-4CC3-A51C-EB832A3392C5}" type="slidenum">
              <a:rPr lang="en-US" smtClean="0"/>
              <a:t>21</a:t>
            </a:fld>
            <a:endParaRPr lang="en-US"/>
          </a:p>
        </p:txBody>
      </p:sp>
    </p:spTree>
    <p:extLst>
      <p:ext uri="{BB962C8B-B14F-4D97-AF65-F5344CB8AC3E}">
        <p14:creationId xmlns:p14="http://schemas.microsoft.com/office/powerpoint/2010/main" val="418893803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le square photo">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4200" y="2303312"/>
            <a:ext cx="7298437" cy="3046988"/>
          </a:xfrm>
        </p:spPr>
        <p:txBody>
          <a:bodyPr wrap="square" anchor="b" anchorCtr="0">
            <a:spAutoFit/>
          </a:bodyPr>
          <a:lstStyle>
            <a:lvl1pPr>
              <a:defRPr sz="6600" b="1" i="0" spc="0">
                <a:solidFill>
                  <a:schemeClr val="tx1"/>
                </a:solidFill>
                <a:latin typeface="Segoe UI Semibold" panose="020B0502040204020203" pitchFamily="34" charset="0"/>
                <a:cs typeface="Segoe UI Semibold" panose="020B0502040204020203" pitchFamily="34" charset="0"/>
              </a:defRPr>
            </a:lvl1pPr>
          </a:lstStyle>
          <a:p>
            <a:r>
              <a:rPr lang="en-US"/>
              <a:t>Event name </a:t>
            </a:r>
            <a:br>
              <a:rPr lang="en-US"/>
            </a:br>
            <a:r>
              <a:rPr lang="en-US"/>
              <a:t>or presentation title here</a:t>
            </a:r>
          </a:p>
        </p:txBody>
      </p:sp>
      <p:sp>
        <p:nvSpPr>
          <p:cNvPr id="5" name="Text Placeholder 4"/>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cxnSp>
        <p:nvCxnSpPr>
          <p:cNvPr id="4" name="Straight Connector 3">
            <a:extLst>
              <a:ext uri="{FF2B5EF4-FFF2-40B4-BE49-F238E27FC236}">
                <a16:creationId xmlns:a16="http://schemas.microsoft.com/office/drawing/2014/main" id="{CBA263C4-3326-E64B-9789-EDA19734D864}"/>
              </a:ext>
            </a:extLst>
          </p:cNvPr>
          <p:cNvCxnSpPr>
            <a:cxnSpLocks/>
          </p:cNvCxnSpPr>
          <p:nvPr userDrawn="1"/>
        </p:nvCxnSpPr>
        <p:spPr>
          <a:xfrm>
            <a:off x="584200" y="6267088"/>
            <a:ext cx="11025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0079960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C35EA4"/>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Layout">
    <p:spTree>
      <p:nvGrpSpPr>
        <p:cNvPr id="1" name=""/>
        <p:cNvGrpSpPr/>
        <p:nvPr/>
      </p:nvGrpSpPr>
      <p:grpSpPr>
        <a:xfrm>
          <a:off x="0" y="0"/>
          <a:ext cx="0" cy="0"/>
          <a:chOff x="0" y="0"/>
          <a:chExt cx="0" cy="0"/>
        </a:xfrm>
      </p:grpSpPr>
      <p:sp>
        <p:nvSpPr>
          <p:cNvPr id="35" name="Footer Placeholder 4">
            <a:extLst>
              <a:ext uri="{FF2B5EF4-FFF2-40B4-BE49-F238E27FC236}">
                <a16:creationId xmlns:a16="http://schemas.microsoft.com/office/drawing/2014/main" id="{8C64960A-4B61-43E6-B400-13FC4850F81A}"/>
              </a:ext>
            </a:extLst>
          </p:cNvPr>
          <p:cNvSpPr>
            <a:spLocks noGrp="1"/>
          </p:cNvSpPr>
          <p:nvPr userDrawn="1">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6" name="Slide Number Placeholder 5">
            <a:extLst>
              <a:ext uri="{FF2B5EF4-FFF2-40B4-BE49-F238E27FC236}">
                <a16:creationId xmlns:a16="http://schemas.microsoft.com/office/drawing/2014/main" id="{4333FB6F-5C99-40E2-8D4E-1E9EE410072E}"/>
              </a:ext>
            </a:extLst>
          </p:cNvPr>
          <p:cNvSpPr>
            <a:spLocks noGrp="1"/>
          </p:cNvSpPr>
          <p:nvPr userDrawn="1">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2" name="Rectangle 1">
            <a:extLst>
              <a:ext uri="{FF2B5EF4-FFF2-40B4-BE49-F238E27FC236}">
                <a16:creationId xmlns:a16="http://schemas.microsoft.com/office/drawing/2014/main" id="{74BEDE68-1D2D-4A40-A3F4-F77A41DD2BC0}"/>
              </a:ext>
            </a:extLst>
          </p:cNvPr>
          <p:cNvSpPr/>
          <p:nvPr userDrawn="1"/>
        </p:nvSpPr>
        <p:spPr bwMode="auto">
          <a:xfrm>
            <a:off x="1" y="0"/>
            <a:ext cx="37084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 name="Text Placeholder 5">
            <a:extLst>
              <a:ext uri="{FF2B5EF4-FFF2-40B4-BE49-F238E27FC236}">
                <a16:creationId xmlns:a16="http://schemas.microsoft.com/office/drawing/2014/main" id="{8AAF1AEC-5837-427A-AB77-EF89A45999B0}"/>
              </a:ext>
            </a:extLst>
          </p:cNvPr>
          <p:cNvSpPr>
            <a:spLocks noGrp="1"/>
          </p:cNvSpPr>
          <p:nvPr userDrawn="1">
            <p:ph type="body" sz="quarter" idx="39" hasCustomPrompt="1"/>
          </p:nvPr>
        </p:nvSpPr>
        <p:spPr>
          <a:xfrm>
            <a:off x="571500" y="3121224"/>
            <a:ext cx="2824014" cy="615553"/>
          </a:xfrm>
        </p:spPr>
        <p:txBody>
          <a:bodyPr/>
          <a:lstStyle>
            <a:lvl1pPr marL="0" indent="0">
              <a:buNone/>
              <a:defRPr sz="4000">
                <a:solidFill>
                  <a:schemeClr val="bg1"/>
                </a:solidFill>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Agenda</a:t>
            </a:r>
          </a:p>
        </p:txBody>
      </p:sp>
    </p:spTree>
    <p:extLst>
      <p:ext uri="{BB962C8B-B14F-4D97-AF65-F5344CB8AC3E}">
        <p14:creationId xmlns:p14="http://schemas.microsoft.com/office/powerpoint/2010/main" val="913829801"/>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3" name="Footer Placeholder 4">
            <a:extLst>
              <a:ext uri="{FF2B5EF4-FFF2-40B4-BE49-F238E27FC236}">
                <a16:creationId xmlns:a16="http://schemas.microsoft.com/office/drawing/2014/main" id="{3CB9224E-20A8-4184-BE63-F7ADC102413F}"/>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ACDA2FAA-F591-4C59-93CB-5FDE50ECC642}"/>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3238259260"/>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le Only_Blue Bar Layou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BA4EE01-A11E-4E94-BD8C-0E370CC84335}"/>
              </a:ext>
              <a:ext uri="{C183D7F6-B498-43B3-948B-1728B52AA6E4}">
                <adec:decorative xmlns:adec="http://schemas.microsoft.com/office/drawing/2017/decorative" val="1"/>
              </a:ext>
            </a:extLst>
          </p:cNvPr>
          <p:cNvSpPr/>
          <p:nvPr userDrawn="1"/>
        </p:nvSpPr>
        <p:spPr bwMode="auto">
          <a:xfrm>
            <a:off x="0" y="2"/>
            <a:ext cx="12192000" cy="1590674"/>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 name="Rectangle 6">
            <a:extLst>
              <a:ext uri="{FF2B5EF4-FFF2-40B4-BE49-F238E27FC236}">
                <a16:creationId xmlns:a16="http://schemas.microsoft.com/office/drawing/2014/main" id="{849DBB57-EFF8-4672-A1A8-6F5D20C83EAE}"/>
              </a:ext>
              <a:ext uri="{C183D7F6-B498-43B3-948B-1728B52AA6E4}">
                <adec:decorative xmlns:adec="http://schemas.microsoft.com/office/drawing/2017/decorative" val="1"/>
              </a:ext>
            </a:extLst>
          </p:cNvPr>
          <p:cNvSpPr/>
          <p:nvPr userDrawn="1"/>
        </p:nvSpPr>
        <p:spPr bwMode="auto">
          <a:xfrm>
            <a:off x="0" y="1590676"/>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3446209294"/>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_Blue Bar_Placeholder layou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F141C64-E920-4DE9-A440-152373BCBA3E}"/>
              </a:ext>
              <a:ext uri="{C183D7F6-B498-43B3-948B-1728B52AA6E4}">
                <adec:decorative xmlns:adec="http://schemas.microsoft.com/office/drawing/2017/decorative" val="1"/>
              </a:ext>
            </a:extLst>
          </p:cNvPr>
          <p:cNvSpPr/>
          <p:nvPr/>
        </p:nvSpPr>
        <p:spPr bwMode="auto">
          <a:xfrm>
            <a:off x="0" y="2"/>
            <a:ext cx="12192000" cy="1429046"/>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3" name="Footer Placeholder 4">
            <a:extLst>
              <a:ext uri="{FF2B5EF4-FFF2-40B4-BE49-F238E27FC236}">
                <a16:creationId xmlns:a16="http://schemas.microsoft.com/office/drawing/2014/main" id="{3CB9224E-20A8-4184-BE63-F7ADC102413F}"/>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ACDA2FAA-F591-4C59-93CB-5FDE50ECC642}"/>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9" name="Content Placeholder 8">
            <a:extLst>
              <a:ext uri="{FF2B5EF4-FFF2-40B4-BE49-F238E27FC236}">
                <a16:creationId xmlns:a16="http://schemas.microsoft.com/office/drawing/2014/main" id="{42582AC2-DA98-4BCB-8380-34C382DED89F}"/>
              </a:ext>
            </a:extLst>
          </p:cNvPr>
          <p:cNvSpPr>
            <a:spLocks noGrp="1"/>
          </p:cNvSpPr>
          <p:nvPr>
            <p:ph sz="quarter" idx="10" hasCustomPrompt="1"/>
          </p:nvPr>
        </p:nvSpPr>
        <p:spPr>
          <a:xfrm>
            <a:off x="6019800" y="1871663"/>
            <a:ext cx="5600700" cy="4397375"/>
          </a:xfrm>
          <a:ln w="6350">
            <a:solidFill>
              <a:schemeClr val="bg1">
                <a:lumMod val="85000"/>
              </a:schemeClr>
            </a:solidFill>
          </a:ln>
        </p:spPr>
        <p:txBody>
          <a:bodyPr/>
          <a:lstStyle>
            <a:lvl1pPr marL="0" indent="0" algn="ctr">
              <a:buNone/>
              <a:defRPr sz="1800"/>
            </a:lvl1pPr>
          </a:lstStyle>
          <a:p>
            <a:pPr lvl="0"/>
            <a:r>
              <a:rPr lang="en-US"/>
              <a:t>Place holder for report and illustration </a:t>
            </a:r>
          </a:p>
        </p:txBody>
      </p:sp>
      <p:sp>
        <p:nvSpPr>
          <p:cNvPr id="11" name="Rectangle 10">
            <a:extLst>
              <a:ext uri="{FF2B5EF4-FFF2-40B4-BE49-F238E27FC236}">
                <a16:creationId xmlns:a16="http://schemas.microsoft.com/office/drawing/2014/main" id="{3CBE3747-AB42-4DD5-A33C-42C4A70E8A91}"/>
              </a:ext>
              <a:ext uri="{C183D7F6-B498-43B3-948B-1728B52AA6E4}">
                <adec:decorative xmlns:adec="http://schemas.microsoft.com/office/drawing/2017/decorative" val="1"/>
              </a:ext>
            </a:extLst>
          </p:cNvPr>
          <p:cNvSpPr/>
          <p:nvPr userDrawn="1"/>
        </p:nvSpPr>
        <p:spPr bwMode="auto">
          <a:xfrm>
            <a:off x="0" y="1429048"/>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2762578842"/>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_Subtitle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3" name="Text Placeholder 4">
            <a:extLst>
              <a:ext uri="{FF2B5EF4-FFF2-40B4-BE49-F238E27FC236}">
                <a16:creationId xmlns:a16="http://schemas.microsoft.com/office/drawing/2014/main" id="{6EC02201-A897-0144-8522-F40E06456BE8}"/>
              </a:ext>
            </a:extLst>
          </p:cNvPr>
          <p:cNvSpPr>
            <a:spLocks noGrp="1"/>
          </p:cNvSpPr>
          <p:nvPr>
            <p:ph type="body" sz="quarter" idx="12" hasCustomPrompt="1"/>
          </p:nvPr>
        </p:nvSpPr>
        <p:spPr>
          <a:xfrm>
            <a:off x="584201" y="1310646"/>
            <a:ext cx="11018520" cy="276999"/>
          </a:xfrm>
          <a:noFill/>
        </p:spPr>
        <p:txBody>
          <a:bodyPr wrap="square" lIns="0" tIns="0" rIns="0" bIns="0">
            <a:spAutoFit/>
          </a:bodyPr>
          <a:lstStyle>
            <a:lvl1pPr marL="0" indent="0">
              <a:spcBef>
                <a:spcPts val="0"/>
              </a:spcBef>
              <a:buNone/>
              <a:defRPr sz="1800" spc="0" baseline="0">
                <a:solidFill>
                  <a:schemeClr val="accent6"/>
                </a:solidFill>
                <a:latin typeface="+mn-lt"/>
                <a:cs typeface="Segoe UI" panose="020B0502040204020203" pitchFamily="34" charset="0"/>
              </a:defRPr>
            </a:lvl1pPr>
          </a:lstStyle>
          <a:p>
            <a:pPr lvl="0"/>
            <a:r>
              <a:rPr lang="en-US"/>
              <a:t>Subtitle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383709166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_Subtitle_Blue Bar Layou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BA4EE01-A11E-4E94-BD8C-0E370CC84335}"/>
              </a:ext>
              <a:ext uri="{C183D7F6-B498-43B3-948B-1728B52AA6E4}">
                <adec:decorative xmlns:adec="http://schemas.microsoft.com/office/drawing/2017/decorative" val="1"/>
              </a:ext>
            </a:extLst>
          </p:cNvPr>
          <p:cNvSpPr/>
          <p:nvPr userDrawn="1"/>
        </p:nvSpPr>
        <p:spPr bwMode="auto">
          <a:xfrm>
            <a:off x="0" y="1"/>
            <a:ext cx="12192000" cy="1857827"/>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 name="Rectangle 6">
            <a:extLst>
              <a:ext uri="{FF2B5EF4-FFF2-40B4-BE49-F238E27FC236}">
                <a16:creationId xmlns:a16="http://schemas.microsoft.com/office/drawing/2014/main" id="{849DBB57-EFF8-4672-A1A8-6F5D20C83EAE}"/>
              </a:ext>
              <a:ext uri="{C183D7F6-B498-43B3-948B-1728B52AA6E4}">
                <adec:decorative xmlns:adec="http://schemas.microsoft.com/office/drawing/2017/decorative" val="1"/>
              </a:ext>
            </a:extLst>
          </p:cNvPr>
          <p:cNvSpPr/>
          <p:nvPr userDrawn="1"/>
        </p:nvSpPr>
        <p:spPr bwMode="auto">
          <a:xfrm>
            <a:off x="0" y="1808596"/>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3" name="Text Placeholder 4">
            <a:extLst>
              <a:ext uri="{FF2B5EF4-FFF2-40B4-BE49-F238E27FC236}">
                <a16:creationId xmlns:a16="http://schemas.microsoft.com/office/drawing/2014/main" id="{6EC02201-A897-0144-8522-F40E06456BE8}"/>
              </a:ext>
            </a:extLst>
          </p:cNvPr>
          <p:cNvSpPr>
            <a:spLocks noGrp="1"/>
          </p:cNvSpPr>
          <p:nvPr>
            <p:ph type="body" sz="quarter" idx="12" hasCustomPrompt="1"/>
          </p:nvPr>
        </p:nvSpPr>
        <p:spPr>
          <a:xfrm>
            <a:off x="584201" y="1310646"/>
            <a:ext cx="11018520" cy="276999"/>
          </a:xfrm>
          <a:noFill/>
        </p:spPr>
        <p:txBody>
          <a:bodyPr wrap="square" lIns="0" tIns="0" rIns="0" bIns="0">
            <a:spAutoFit/>
          </a:bodyPr>
          <a:lstStyle>
            <a:lvl1pPr marL="0" indent="0">
              <a:spcBef>
                <a:spcPts val="0"/>
              </a:spcBef>
              <a:buNone/>
              <a:defRPr sz="1800" spc="0" baseline="0">
                <a:solidFill>
                  <a:schemeClr val="bg1"/>
                </a:solidFill>
                <a:latin typeface="+mn-lt"/>
                <a:cs typeface="Segoe UI" panose="020B0502040204020203" pitchFamily="34" charset="0"/>
              </a:defRPr>
            </a:lvl1pPr>
          </a:lstStyle>
          <a:p>
            <a:pPr lvl="0"/>
            <a:r>
              <a:rPr lang="en-US"/>
              <a:t>Subtitle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643951438"/>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 Image Layout">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FCC52691-475D-43F1-A919-4B156DB9EB3B}"/>
              </a:ext>
            </a:extLst>
          </p:cNvPr>
          <p:cNvSpPr>
            <a:spLocks/>
          </p:cNvSpPr>
          <p:nvPr userDrawn="1"/>
        </p:nvSpPr>
        <p:spPr bwMode="auto">
          <a:xfrm>
            <a:off x="0" y="801983"/>
            <a:ext cx="6720842"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0" name="Rectangle 9">
            <a:extLst>
              <a:ext uri="{FF2B5EF4-FFF2-40B4-BE49-F238E27FC236}">
                <a16:creationId xmlns:a16="http://schemas.microsoft.com/office/drawing/2014/main" id="{5D652719-B081-48FC-940C-093D3CF71ACF}"/>
              </a:ext>
            </a:extLst>
          </p:cNvPr>
          <p:cNvSpPr>
            <a:spLocks/>
          </p:cNvSpPr>
          <p:nvPr userDrawn="1"/>
        </p:nvSpPr>
        <p:spPr bwMode="auto">
          <a:xfrm>
            <a:off x="0" y="1923213"/>
            <a:ext cx="6720842"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1085599"/>
            <a:ext cx="5854348" cy="553998"/>
          </a:xfrm>
        </p:spPr>
        <p:txBody>
          <a:bodyPr wrap="square">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a:t>
            </a:r>
          </a:p>
        </p:txBody>
      </p:sp>
      <p:sp>
        <p:nvSpPr>
          <p:cNvPr id="12" name="Content Placeholder 10">
            <a:extLst>
              <a:ext uri="{FF2B5EF4-FFF2-40B4-BE49-F238E27FC236}">
                <a16:creationId xmlns:a16="http://schemas.microsoft.com/office/drawing/2014/main" id="{87392304-E6C1-4312-930D-A6D4819615F6}"/>
              </a:ext>
            </a:extLst>
          </p:cNvPr>
          <p:cNvSpPr>
            <a:spLocks noGrp="1"/>
          </p:cNvSpPr>
          <p:nvPr>
            <p:ph sz="quarter" idx="11"/>
          </p:nvPr>
        </p:nvSpPr>
        <p:spPr>
          <a:xfrm>
            <a:off x="6720843" y="0"/>
            <a:ext cx="5471157" cy="6858000"/>
          </a:xfrm>
          <a:ln w="6350">
            <a:solidFill>
              <a:schemeClr val="bg1">
                <a:lumMod val="75000"/>
              </a:schemeClr>
            </a:solidFill>
          </a:ln>
        </p:spPr>
        <p:txBody>
          <a:bodyPr/>
          <a:lstStyle>
            <a:lvl1pPr marL="0" indent="0" algn="ctr">
              <a:buNone/>
              <a:defRPr sz="2400"/>
            </a:lvl1pPr>
          </a:lstStyle>
          <a:p>
            <a:pPr lvl="0"/>
            <a:r>
              <a:rPr lang="en-US"/>
              <a:t>Click to edit Master text styles</a:t>
            </a:r>
          </a:p>
        </p:txBody>
      </p:sp>
    </p:spTree>
    <p:extLst>
      <p:ext uri="{BB962C8B-B14F-4D97-AF65-F5344CB8AC3E}">
        <p14:creationId xmlns:p14="http://schemas.microsoft.com/office/powerpoint/2010/main" val="4241814854"/>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Half Image_Blue Bar Layout">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FCC52691-475D-43F1-A919-4B156DB9EB3B}"/>
              </a:ext>
            </a:extLst>
          </p:cNvPr>
          <p:cNvSpPr/>
          <p:nvPr userDrawn="1"/>
        </p:nvSpPr>
        <p:spPr bwMode="auto">
          <a:xfrm>
            <a:off x="0" y="801983"/>
            <a:ext cx="6019800"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0" name="Rectangle 9">
            <a:extLst>
              <a:ext uri="{FF2B5EF4-FFF2-40B4-BE49-F238E27FC236}">
                <a16:creationId xmlns:a16="http://schemas.microsoft.com/office/drawing/2014/main" id="{5D652719-B081-48FC-940C-093D3CF71ACF}"/>
              </a:ext>
            </a:extLst>
          </p:cNvPr>
          <p:cNvSpPr/>
          <p:nvPr userDrawn="1"/>
        </p:nvSpPr>
        <p:spPr bwMode="auto">
          <a:xfrm>
            <a:off x="0" y="1923213"/>
            <a:ext cx="6019800"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1085599"/>
            <a:ext cx="4555319" cy="553998"/>
          </a:xfrm>
        </p:spPr>
        <p:txBody>
          <a:bodyPr>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a:t>
            </a:r>
          </a:p>
        </p:txBody>
      </p:sp>
      <p:sp>
        <p:nvSpPr>
          <p:cNvPr id="12" name="Content Placeholder 10">
            <a:extLst>
              <a:ext uri="{FF2B5EF4-FFF2-40B4-BE49-F238E27FC236}">
                <a16:creationId xmlns:a16="http://schemas.microsoft.com/office/drawing/2014/main" id="{87392304-E6C1-4312-930D-A6D4819615F6}"/>
              </a:ext>
            </a:extLst>
          </p:cNvPr>
          <p:cNvSpPr>
            <a:spLocks noGrp="1"/>
          </p:cNvSpPr>
          <p:nvPr>
            <p:ph sz="quarter" idx="11"/>
          </p:nvPr>
        </p:nvSpPr>
        <p:spPr>
          <a:xfrm>
            <a:off x="6019800" y="585788"/>
            <a:ext cx="5600700" cy="5686424"/>
          </a:xfrm>
          <a:ln w="6350">
            <a:solidFill>
              <a:schemeClr val="bg1">
                <a:lumMod val="75000"/>
              </a:schemeClr>
            </a:solidFill>
          </a:ln>
        </p:spPr>
        <p:txBody>
          <a:bodyPr/>
          <a:lstStyle>
            <a:lvl1pPr marL="0" indent="0" algn="ctr">
              <a:buNone/>
              <a:defRPr sz="2400"/>
            </a:lvl1pPr>
          </a:lstStyle>
          <a:p>
            <a:pPr lvl="0"/>
            <a:r>
              <a:rPr lang="en-US"/>
              <a:t>Click to edit Master text styles</a:t>
            </a:r>
          </a:p>
        </p:txBody>
      </p:sp>
    </p:spTree>
    <p:extLst>
      <p:ext uri="{BB962C8B-B14F-4D97-AF65-F5344CB8AC3E}">
        <p14:creationId xmlns:p14="http://schemas.microsoft.com/office/powerpoint/2010/main" val="11449845"/>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lue Bar Layout">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FCC52691-475D-43F1-A919-4B156DB9EB3B}"/>
              </a:ext>
            </a:extLst>
          </p:cNvPr>
          <p:cNvSpPr>
            <a:spLocks/>
          </p:cNvSpPr>
          <p:nvPr userDrawn="1"/>
        </p:nvSpPr>
        <p:spPr bwMode="auto">
          <a:xfrm>
            <a:off x="0" y="801983"/>
            <a:ext cx="12192000"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0" name="Rectangle 9">
            <a:extLst>
              <a:ext uri="{FF2B5EF4-FFF2-40B4-BE49-F238E27FC236}">
                <a16:creationId xmlns:a16="http://schemas.microsoft.com/office/drawing/2014/main" id="{5D652719-B081-48FC-940C-093D3CF71ACF}"/>
              </a:ext>
            </a:extLst>
          </p:cNvPr>
          <p:cNvSpPr>
            <a:spLocks/>
          </p:cNvSpPr>
          <p:nvPr userDrawn="1"/>
        </p:nvSpPr>
        <p:spPr bwMode="auto">
          <a:xfrm>
            <a:off x="0" y="1923213"/>
            <a:ext cx="12192000"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1085599"/>
            <a:ext cx="11045019" cy="553998"/>
          </a:xfrm>
        </p:spPr>
        <p:txBody>
          <a:bodyPr wrap="square">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a:t>
            </a:r>
          </a:p>
        </p:txBody>
      </p:sp>
    </p:spTree>
    <p:extLst>
      <p:ext uri="{BB962C8B-B14F-4D97-AF65-F5344CB8AC3E}">
        <p14:creationId xmlns:p14="http://schemas.microsoft.com/office/powerpoint/2010/main" val="2983828958"/>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edia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4555319" cy="1107996"/>
          </a:xfrm>
        </p:spPr>
        <p:txBody>
          <a:bodyPr>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7" name="Media Placeholder 6">
            <a:extLst>
              <a:ext uri="{FF2B5EF4-FFF2-40B4-BE49-F238E27FC236}">
                <a16:creationId xmlns:a16="http://schemas.microsoft.com/office/drawing/2014/main" id="{40EC17C2-B72D-4F57-AB81-A8295D570494}"/>
              </a:ext>
            </a:extLst>
          </p:cNvPr>
          <p:cNvSpPr>
            <a:spLocks noGrp="1"/>
          </p:cNvSpPr>
          <p:nvPr>
            <p:ph type="media" sz="quarter" idx="10"/>
          </p:nvPr>
        </p:nvSpPr>
        <p:spPr>
          <a:xfrm>
            <a:off x="6019800" y="585789"/>
            <a:ext cx="5595938" cy="5683249"/>
          </a:xfrm>
          <a:solidFill>
            <a:schemeClr val="bg1">
              <a:lumMod val="95000"/>
            </a:schemeClr>
          </a:solidFill>
          <a:ln w="6350">
            <a:solidFill>
              <a:schemeClr val="bg1">
                <a:lumMod val="75000"/>
              </a:schemeClr>
            </a:solidFill>
          </a:ln>
        </p:spPr>
        <p:txBody>
          <a:bodyPr/>
          <a:lstStyle>
            <a:lvl1pPr marL="0" indent="0" algn="ctr">
              <a:buNone/>
              <a:defRPr sz="2400"/>
            </a:lvl1pPr>
          </a:lstStyle>
          <a:p>
            <a:endParaRPr lang="en-US"/>
          </a:p>
        </p:txBody>
      </p:sp>
    </p:spTree>
    <p:extLst>
      <p:ext uri="{BB962C8B-B14F-4D97-AF65-F5344CB8AC3E}">
        <p14:creationId xmlns:p14="http://schemas.microsoft.com/office/powerpoint/2010/main" val="1210149981"/>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_ Subtitle_Imag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4610668" cy="1231106"/>
          </a:xfrm>
        </p:spPr>
        <p:txBody>
          <a:bodyPr/>
          <a:lstStyle>
            <a:lvl1pPr algn="l" defTabSz="932742" rtl="0" eaLnBrk="1" latinLnBrk="0" hangingPunct="1">
              <a:lnSpc>
                <a:spcPct val="100000"/>
              </a:lnSpc>
              <a:spcBef>
                <a:spcPct val="0"/>
              </a:spcBef>
              <a:buNone/>
              <a:defRPr lang="en-US" sz="40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 name="Text Placeholder 4">
            <a:extLst>
              <a:ext uri="{FF2B5EF4-FFF2-40B4-BE49-F238E27FC236}">
                <a16:creationId xmlns:a16="http://schemas.microsoft.com/office/drawing/2014/main" id="{91F01542-314B-B94E-9E8F-3A1DCF0A8DB6}"/>
              </a:ext>
            </a:extLst>
          </p:cNvPr>
          <p:cNvSpPr>
            <a:spLocks noGrp="1"/>
          </p:cNvSpPr>
          <p:nvPr>
            <p:ph type="body" sz="quarter" idx="12" hasCustomPrompt="1"/>
          </p:nvPr>
        </p:nvSpPr>
        <p:spPr>
          <a:xfrm>
            <a:off x="584201" y="2021455"/>
            <a:ext cx="4574654" cy="246221"/>
          </a:xfrm>
          <a:noFill/>
        </p:spPr>
        <p:txBody>
          <a:bodyPr wrap="square" lIns="0" tIns="0" rIns="0" bIns="0">
            <a:spAutoFit/>
          </a:bodyPr>
          <a:lstStyle>
            <a:lvl1pPr marL="0" indent="0">
              <a:spcBef>
                <a:spcPts val="0"/>
              </a:spcBef>
              <a:buNone/>
              <a:defRPr sz="1600" spc="0" baseline="0">
                <a:solidFill>
                  <a:schemeClr val="accent6"/>
                </a:solidFill>
                <a:latin typeface="+mn-lt"/>
                <a:cs typeface="Segoe UI" panose="020B0502040204020203" pitchFamily="34" charset="0"/>
              </a:defRPr>
            </a:lvl1pPr>
          </a:lstStyle>
          <a:p>
            <a:pPr lvl="0"/>
            <a:r>
              <a:rPr lang="en-US"/>
              <a:t>Subtitle</a:t>
            </a:r>
          </a:p>
        </p:txBody>
      </p:sp>
      <p:sp>
        <p:nvSpPr>
          <p:cNvPr id="5" name="Footer Placeholder 4">
            <a:extLst>
              <a:ext uri="{FF2B5EF4-FFF2-40B4-BE49-F238E27FC236}">
                <a16:creationId xmlns:a16="http://schemas.microsoft.com/office/drawing/2014/main" id="{9981877A-366D-46E8-9609-C14F4158122B}"/>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6" name="Slide Number Placeholder 5">
            <a:extLst>
              <a:ext uri="{FF2B5EF4-FFF2-40B4-BE49-F238E27FC236}">
                <a16:creationId xmlns:a16="http://schemas.microsoft.com/office/drawing/2014/main" id="{452A6145-AE34-4B2D-8774-7F9781432832}"/>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2848455879"/>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_Subtitle_Content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4610668" cy="1231106"/>
          </a:xfrm>
        </p:spPr>
        <p:txBody>
          <a:bodyPr/>
          <a:lstStyle>
            <a:lvl1pPr algn="l" defTabSz="932742" rtl="0" eaLnBrk="1" latinLnBrk="0" hangingPunct="1">
              <a:lnSpc>
                <a:spcPct val="100000"/>
              </a:lnSpc>
              <a:spcBef>
                <a:spcPct val="0"/>
              </a:spcBef>
              <a:buNone/>
              <a:defRPr lang="en-US" sz="40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cxnSp>
        <p:nvCxnSpPr>
          <p:cNvPr id="9" name="Straight Connector 8">
            <a:extLst>
              <a:ext uri="{FF2B5EF4-FFF2-40B4-BE49-F238E27FC236}">
                <a16:creationId xmlns:a16="http://schemas.microsoft.com/office/drawing/2014/main" id="{6F2A71D1-F09E-8842-AD05-950FE1498381}"/>
              </a:ext>
            </a:extLst>
          </p:cNvPr>
          <p:cNvCxnSpPr>
            <a:cxnSpLocks/>
          </p:cNvCxnSpPr>
          <p:nvPr/>
        </p:nvCxnSpPr>
        <p:spPr>
          <a:xfrm>
            <a:off x="6134100" y="585968"/>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DB10EA9-1316-2045-BA8E-85DFEBC1CDE2}"/>
              </a:ext>
            </a:extLst>
          </p:cNvPr>
          <p:cNvCxnSpPr>
            <a:cxnSpLocks/>
          </p:cNvCxnSpPr>
          <p:nvPr/>
        </p:nvCxnSpPr>
        <p:spPr>
          <a:xfrm>
            <a:off x="6134100" y="1830139"/>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065D8CB-54F7-4447-8E24-547CD549E6B4}"/>
              </a:ext>
            </a:extLst>
          </p:cNvPr>
          <p:cNvCxnSpPr>
            <a:cxnSpLocks/>
          </p:cNvCxnSpPr>
          <p:nvPr/>
        </p:nvCxnSpPr>
        <p:spPr>
          <a:xfrm>
            <a:off x="6134100" y="2067045"/>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8CD7834-4D7C-9D47-9858-3F2CCB9CB277}"/>
              </a:ext>
            </a:extLst>
          </p:cNvPr>
          <p:cNvCxnSpPr>
            <a:cxnSpLocks/>
          </p:cNvCxnSpPr>
          <p:nvPr/>
        </p:nvCxnSpPr>
        <p:spPr>
          <a:xfrm>
            <a:off x="6134100" y="3311216"/>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0AAA53A-6964-724E-8791-53DB0D3A9CBE}"/>
              </a:ext>
            </a:extLst>
          </p:cNvPr>
          <p:cNvCxnSpPr>
            <a:cxnSpLocks/>
          </p:cNvCxnSpPr>
          <p:nvPr/>
        </p:nvCxnSpPr>
        <p:spPr>
          <a:xfrm>
            <a:off x="6134100" y="3548122"/>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6C9BCD5-4167-604D-974D-68A3F8999BF9}"/>
              </a:ext>
            </a:extLst>
          </p:cNvPr>
          <p:cNvCxnSpPr>
            <a:cxnSpLocks/>
          </p:cNvCxnSpPr>
          <p:nvPr/>
        </p:nvCxnSpPr>
        <p:spPr>
          <a:xfrm>
            <a:off x="6134100" y="4792293"/>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D225880F-4EDA-2B41-BA63-105ABFF6A823}"/>
              </a:ext>
            </a:extLst>
          </p:cNvPr>
          <p:cNvCxnSpPr>
            <a:cxnSpLocks/>
          </p:cNvCxnSpPr>
          <p:nvPr/>
        </p:nvCxnSpPr>
        <p:spPr>
          <a:xfrm>
            <a:off x="6134100" y="5029200"/>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61EB7D1-AE0B-C24F-8957-3260EC322FDA}"/>
              </a:ext>
            </a:extLst>
          </p:cNvPr>
          <p:cNvCxnSpPr>
            <a:cxnSpLocks/>
          </p:cNvCxnSpPr>
          <p:nvPr/>
        </p:nvCxnSpPr>
        <p:spPr>
          <a:xfrm>
            <a:off x="6134100" y="6273371"/>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6" name="Text Placeholder 4">
            <a:extLst>
              <a:ext uri="{FF2B5EF4-FFF2-40B4-BE49-F238E27FC236}">
                <a16:creationId xmlns:a16="http://schemas.microsoft.com/office/drawing/2014/main" id="{E3D5A23B-648C-AC47-B8BD-EE892612B02C}"/>
              </a:ext>
            </a:extLst>
          </p:cNvPr>
          <p:cNvSpPr>
            <a:spLocks noGrp="1"/>
          </p:cNvSpPr>
          <p:nvPr>
            <p:ph type="body" sz="quarter" idx="13" hasCustomPrompt="1"/>
          </p:nvPr>
        </p:nvSpPr>
        <p:spPr>
          <a:xfrm>
            <a:off x="7378275" y="2314728"/>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28" name="Text Placeholder 4">
            <a:extLst>
              <a:ext uri="{FF2B5EF4-FFF2-40B4-BE49-F238E27FC236}">
                <a16:creationId xmlns:a16="http://schemas.microsoft.com/office/drawing/2014/main" id="{052991E3-3AF8-7242-AF14-580FCDDA4CF5}"/>
              </a:ext>
            </a:extLst>
          </p:cNvPr>
          <p:cNvSpPr>
            <a:spLocks noGrp="1"/>
          </p:cNvSpPr>
          <p:nvPr>
            <p:ph type="body" sz="quarter" idx="15" hasCustomPrompt="1"/>
          </p:nvPr>
        </p:nvSpPr>
        <p:spPr>
          <a:xfrm>
            <a:off x="7378275" y="838200"/>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30" name="Text Placeholder 4">
            <a:extLst>
              <a:ext uri="{FF2B5EF4-FFF2-40B4-BE49-F238E27FC236}">
                <a16:creationId xmlns:a16="http://schemas.microsoft.com/office/drawing/2014/main" id="{C1C221DA-B39D-734F-9219-6D344EDE4326}"/>
              </a:ext>
            </a:extLst>
          </p:cNvPr>
          <p:cNvSpPr>
            <a:spLocks noGrp="1"/>
          </p:cNvSpPr>
          <p:nvPr>
            <p:ph type="body" sz="quarter" idx="17" hasCustomPrompt="1"/>
          </p:nvPr>
        </p:nvSpPr>
        <p:spPr>
          <a:xfrm>
            <a:off x="7378275" y="3810000"/>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32" name="Text Placeholder 4">
            <a:extLst>
              <a:ext uri="{FF2B5EF4-FFF2-40B4-BE49-F238E27FC236}">
                <a16:creationId xmlns:a16="http://schemas.microsoft.com/office/drawing/2014/main" id="{7AD49206-9AA1-9545-B8DE-768C479CE37B}"/>
              </a:ext>
            </a:extLst>
          </p:cNvPr>
          <p:cNvSpPr>
            <a:spLocks noGrp="1"/>
          </p:cNvSpPr>
          <p:nvPr>
            <p:ph type="body" sz="quarter" idx="19" hasCustomPrompt="1"/>
          </p:nvPr>
        </p:nvSpPr>
        <p:spPr>
          <a:xfrm>
            <a:off x="7378275" y="5257800"/>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54" name="Title 1">
            <a:extLst>
              <a:ext uri="{FF2B5EF4-FFF2-40B4-BE49-F238E27FC236}">
                <a16:creationId xmlns:a16="http://schemas.microsoft.com/office/drawing/2014/main" id="{C749ABB7-E94C-644E-AB3E-CA66A14994E4}"/>
              </a:ext>
            </a:extLst>
          </p:cNvPr>
          <p:cNvSpPr txBox="1">
            <a:spLocks/>
          </p:cNvSpPr>
          <p:nvPr userDrawn="1"/>
        </p:nvSpPr>
        <p:spPr>
          <a:xfrm>
            <a:off x="6144904" y="655945"/>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01</a:t>
            </a:r>
          </a:p>
        </p:txBody>
      </p:sp>
      <p:sp>
        <p:nvSpPr>
          <p:cNvPr id="55" name="Title 1">
            <a:extLst>
              <a:ext uri="{FF2B5EF4-FFF2-40B4-BE49-F238E27FC236}">
                <a16:creationId xmlns:a16="http://schemas.microsoft.com/office/drawing/2014/main" id="{AED658B1-2D11-6B40-9AC8-F40A2E8C428E}"/>
              </a:ext>
            </a:extLst>
          </p:cNvPr>
          <p:cNvSpPr txBox="1">
            <a:spLocks/>
          </p:cNvSpPr>
          <p:nvPr userDrawn="1"/>
        </p:nvSpPr>
        <p:spPr>
          <a:xfrm>
            <a:off x="6144904" y="2142655"/>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02</a:t>
            </a:r>
          </a:p>
        </p:txBody>
      </p:sp>
      <p:sp>
        <p:nvSpPr>
          <p:cNvPr id="56" name="Title 1">
            <a:extLst>
              <a:ext uri="{FF2B5EF4-FFF2-40B4-BE49-F238E27FC236}">
                <a16:creationId xmlns:a16="http://schemas.microsoft.com/office/drawing/2014/main" id="{BF28F184-936F-734E-82FF-11CF771C79D1}"/>
              </a:ext>
            </a:extLst>
          </p:cNvPr>
          <p:cNvSpPr txBox="1">
            <a:spLocks/>
          </p:cNvSpPr>
          <p:nvPr userDrawn="1"/>
        </p:nvSpPr>
        <p:spPr>
          <a:xfrm>
            <a:off x="6144904" y="3673111"/>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03</a:t>
            </a:r>
          </a:p>
        </p:txBody>
      </p:sp>
      <p:sp>
        <p:nvSpPr>
          <p:cNvPr id="57" name="Title 1">
            <a:extLst>
              <a:ext uri="{FF2B5EF4-FFF2-40B4-BE49-F238E27FC236}">
                <a16:creationId xmlns:a16="http://schemas.microsoft.com/office/drawing/2014/main" id="{50B655BD-0C6C-E84E-8F2B-004B34E870DC}"/>
              </a:ext>
            </a:extLst>
          </p:cNvPr>
          <p:cNvSpPr txBox="1">
            <a:spLocks/>
          </p:cNvSpPr>
          <p:nvPr userDrawn="1"/>
        </p:nvSpPr>
        <p:spPr>
          <a:xfrm>
            <a:off x="6144904" y="5156655"/>
            <a:ext cx="1222567" cy="1112383"/>
          </a:xfrm>
          <a:prstGeom prst="rect">
            <a:avLst/>
          </a:prstGeom>
        </p:spPr>
        <p:txBody>
          <a:bodyPr lIns="0" tIns="0" rIns="0" b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04</a:t>
            </a:r>
          </a:p>
        </p:txBody>
      </p:sp>
      <p:sp>
        <p:nvSpPr>
          <p:cNvPr id="59" name="Text Placeholder 4">
            <a:extLst>
              <a:ext uri="{FF2B5EF4-FFF2-40B4-BE49-F238E27FC236}">
                <a16:creationId xmlns:a16="http://schemas.microsoft.com/office/drawing/2014/main" id="{1CEA2372-B756-9B49-B735-65CC0C7086CE}"/>
              </a:ext>
            </a:extLst>
          </p:cNvPr>
          <p:cNvSpPr>
            <a:spLocks noGrp="1"/>
          </p:cNvSpPr>
          <p:nvPr>
            <p:ph type="body" sz="quarter" idx="12" hasCustomPrompt="1"/>
          </p:nvPr>
        </p:nvSpPr>
        <p:spPr>
          <a:xfrm>
            <a:off x="584201" y="2150957"/>
            <a:ext cx="4574654" cy="246221"/>
          </a:xfrm>
          <a:noFill/>
        </p:spPr>
        <p:txBody>
          <a:bodyPr wrap="square" lIns="0" tIns="0" rIns="0" bIns="0">
            <a:spAutoFit/>
          </a:bodyPr>
          <a:lstStyle>
            <a:lvl1pPr marL="0" indent="0">
              <a:spcBef>
                <a:spcPts val="0"/>
              </a:spcBef>
              <a:buNone/>
              <a:defRPr sz="1600" spc="0" baseline="0">
                <a:solidFill>
                  <a:schemeClr val="accent6"/>
                </a:solidFill>
                <a:latin typeface="+mn-lt"/>
                <a:cs typeface="Segoe UI" panose="020B0502040204020203" pitchFamily="34" charset="0"/>
              </a:defRPr>
            </a:lvl1pPr>
          </a:lstStyle>
          <a:p>
            <a:pPr lvl="0"/>
            <a:r>
              <a:rPr lang="en-US"/>
              <a:t>Subtitle</a:t>
            </a:r>
          </a:p>
        </p:txBody>
      </p:sp>
      <p:sp>
        <p:nvSpPr>
          <p:cNvPr id="21" name="Footer Placeholder 4">
            <a:extLst>
              <a:ext uri="{FF2B5EF4-FFF2-40B4-BE49-F238E27FC236}">
                <a16:creationId xmlns:a16="http://schemas.microsoft.com/office/drawing/2014/main" id="{26601A05-B18A-4B66-A601-446933C6B148}"/>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22" name="Slide Number Placeholder 5">
            <a:extLst>
              <a:ext uri="{FF2B5EF4-FFF2-40B4-BE49-F238E27FC236}">
                <a16:creationId xmlns:a16="http://schemas.microsoft.com/office/drawing/2014/main" id="{2AF7A1D5-4923-435E-A787-BD20E0820261}"/>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3332420699"/>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lue shape_Title_Subtitle_Content_3 Layout">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5C115828-A4B2-4C63-9284-3EE9A55A556B}"/>
              </a:ext>
            </a:extLst>
          </p:cNvPr>
          <p:cNvSpPr/>
          <p:nvPr userDrawn="1"/>
        </p:nvSpPr>
        <p:spPr bwMode="auto">
          <a:xfrm>
            <a:off x="4583114" y="3477729"/>
            <a:ext cx="1704220" cy="278104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3" name="Rectangle 2">
            <a:extLst>
              <a:ext uri="{FF2B5EF4-FFF2-40B4-BE49-F238E27FC236}">
                <a16:creationId xmlns:a16="http://schemas.microsoft.com/office/drawing/2014/main" id="{42F95E0F-9554-4E8E-BECB-491620008177}"/>
              </a:ext>
            </a:extLst>
          </p:cNvPr>
          <p:cNvSpPr/>
          <p:nvPr userDrawn="1"/>
        </p:nvSpPr>
        <p:spPr bwMode="auto">
          <a:xfrm>
            <a:off x="4583114" y="585788"/>
            <a:ext cx="1704220" cy="278104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cxnSp>
        <p:nvCxnSpPr>
          <p:cNvPr id="50" name="Straight Connector 49">
            <a:extLst>
              <a:ext uri="{FF2B5EF4-FFF2-40B4-BE49-F238E27FC236}">
                <a16:creationId xmlns:a16="http://schemas.microsoft.com/office/drawing/2014/main" id="{491ECCFF-A78D-1C4C-B06A-287BFFD18C0B}"/>
              </a:ext>
            </a:extLst>
          </p:cNvPr>
          <p:cNvCxnSpPr>
            <a:cxnSpLocks/>
          </p:cNvCxnSpPr>
          <p:nvPr/>
        </p:nvCxnSpPr>
        <p:spPr>
          <a:xfrm>
            <a:off x="4583114" y="585968"/>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D518E73C-187A-004E-9315-F4550400997B}"/>
              </a:ext>
            </a:extLst>
          </p:cNvPr>
          <p:cNvCxnSpPr>
            <a:cxnSpLocks/>
          </p:cNvCxnSpPr>
          <p:nvPr/>
        </p:nvCxnSpPr>
        <p:spPr>
          <a:xfrm>
            <a:off x="4583114" y="3366839"/>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52E210D2-07B9-CE46-BAA5-0149E8DEF15F}"/>
              </a:ext>
            </a:extLst>
          </p:cNvPr>
          <p:cNvCxnSpPr>
            <a:cxnSpLocks/>
          </p:cNvCxnSpPr>
          <p:nvPr/>
        </p:nvCxnSpPr>
        <p:spPr>
          <a:xfrm>
            <a:off x="4583114" y="3477726"/>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177354CA-AA42-3C4F-BC8C-E5000F50D104}"/>
              </a:ext>
            </a:extLst>
          </p:cNvPr>
          <p:cNvCxnSpPr>
            <a:cxnSpLocks/>
          </p:cNvCxnSpPr>
          <p:nvPr/>
        </p:nvCxnSpPr>
        <p:spPr>
          <a:xfrm>
            <a:off x="4583114" y="6258776"/>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1" name="Text Placeholder 4">
            <a:extLst>
              <a:ext uri="{FF2B5EF4-FFF2-40B4-BE49-F238E27FC236}">
                <a16:creationId xmlns:a16="http://schemas.microsoft.com/office/drawing/2014/main" id="{4BD19EB2-7D8F-AC41-A8B6-1914246DD12A}"/>
              </a:ext>
            </a:extLst>
          </p:cNvPr>
          <p:cNvSpPr>
            <a:spLocks noGrp="1"/>
          </p:cNvSpPr>
          <p:nvPr userDrawn="1">
            <p:ph type="body" sz="quarter" idx="15" hasCustomPrompt="1"/>
          </p:nvPr>
        </p:nvSpPr>
        <p:spPr>
          <a:xfrm>
            <a:off x="6573838" y="853214"/>
            <a:ext cx="5130057" cy="2246194"/>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62" name="Text Placeholder 4">
            <a:extLst>
              <a:ext uri="{FF2B5EF4-FFF2-40B4-BE49-F238E27FC236}">
                <a16:creationId xmlns:a16="http://schemas.microsoft.com/office/drawing/2014/main" id="{E7593565-8F64-304B-8C7E-9439401DD389}"/>
              </a:ext>
            </a:extLst>
          </p:cNvPr>
          <p:cNvSpPr>
            <a:spLocks noGrp="1"/>
          </p:cNvSpPr>
          <p:nvPr userDrawn="1">
            <p:ph type="body" sz="quarter" idx="16" hasCustomPrompt="1"/>
          </p:nvPr>
        </p:nvSpPr>
        <p:spPr>
          <a:xfrm>
            <a:off x="4739127" y="853214"/>
            <a:ext cx="1392195" cy="2246194"/>
          </a:xfrm>
          <a:noFill/>
        </p:spPr>
        <p:txBody>
          <a:bodyPr wrap="square" lIns="0" tIns="0" rIns="0" bIns="0" anchor="ctr">
            <a:noAutofit/>
          </a:bodyPr>
          <a:lstStyle>
            <a:lvl1pPr marL="0" indent="0">
              <a:spcBef>
                <a:spcPts val="0"/>
              </a:spcBef>
              <a:buNone/>
              <a:defRPr sz="1600" spc="0" baseline="0">
                <a:solidFill>
                  <a:schemeClr val="tx2"/>
                </a:solidFill>
                <a:latin typeface="+mj-lt"/>
                <a:cs typeface="Segoe UI" panose="020B0502040204020203" pitchFamily="34" charset="0"/>
              </a:defRPr>
            </a:lvl1pPr>
          </a:lstStyle>
          <a:p>
            <a:pPr lvl="0"/>
            <a:r>
              <a:rPr lang="en-US"/>
              <a:t>Title here</a:t>
            </a:r>
          </a:p>
        </p:txBody>
      </p:sp>
      <p:sp>
        <p:nvSpPr>
          <p:cNvPr id="63" name="Text Placeholder 4">
            <a:extLst>
              <a:ext uri="{FF2B5EF4-FFF2-40B4-BE49-F238E27FC236}">
                <a16:creationId xmlns:a16="http://schemas.microsoft.com/office/drawing/2014/main" id="{A5C784BF-DD0C-4145-AFF6-60E0CD019133}"/>
              </a:ext>
            </a:extLst>
          </p:cNvPr>
          <p:cNvSpPr>
            <a:spLocks noGrp="1"/>
          </p:cNvSpPr>
          <p:nvPr userDrawn="1">
            <p:ph type="body" sz="quarter" idx="17" hasCustomPrompt="1"/>
          </p:nvPr>
        </p:nvSpPr>
        <p:spPr>
          <a:xfrm>
            <a:off x="6573838" y="3745155"/>
            <a:ext cx="5130057" cy="2246194"/>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64" name="Text Placeholder 4">
            <a:extLst>
              <a:ext uri="{FF2B5EF4-FFF2-40B4-BE49-F238E27FC236}">
                <a16:creationId xmlns:a16="http://schemas.microsoft.com/office/drawing/2014/main" id="{2EA836EF-2EB8-5E4E-B346-EC54002F09DC}"/>
              </a:ext>
            </a:extLst>
          </p:cNvPr>
          <p:cNvSpPr>
            <a:spLocks noGrp="1"/>
          </p:cNvSpPr>
          <p:nvPr userDrawn="1">
            <p:ph type="body" sz="quarter" idx="18" hasCustomPrompt="1"/>
          </p:nvPr>
        </p:nvSpPr>
        <p:spPr>
          <a:xfrm>
            <a:off x="4739127" y="3745155"/>
            <a:ext cx="1392195" cy="2246194"/>
          </a:xfrm>
          <a:noFill/>
        </p:spPr>
        <p:txBody>
          <a:bodyPr wrap="square" lIns="0" tIns="0" rIns="0" bIns="0" anchor="ctr">
            <a:noAutofit/>
          </a:bodyPr>
          <a:lstStyle>
            <a:lvl1pPr marL="0" indent="0">
              <a:spcBef>
                <a:spcPts val="0"/>
              </a:spcBef>
              <a:buNone/>
              <a:defRPr sz="1600" spc="0" baseline="0">
                <a:solidFill>
                  <a:schemeClr val="tx2"/>
                </a:solidFill>
                <a:latin typeface="+mj-lt"/>
                <a:cs typeface="Segoe UI" panose="020B0502040204020203" pitchFamily="34" charset="0"/>
              </a:defRPr>
            </a:lvl1pPr>
          </a:lstStyle>
          <a:p>
            <a:pPr lvl="0"/>
            <a:r>
              <a:rPr lang="en-US"/>
              <a:t>Title here</a:t>
            </a:r>
          </a:p>
        </p:txBody>
      </p:sp>
      <p:sp>
        <p:nvSpPr>
          <p:cNvPr id="14" name="Footer Placeholder 4">
            <a:extLst>
              <a:ext uri="{FF2B5EF4-FFF2-40B4-BE49-F238E27FC236}">
                <a16:creationId xmlns:a16="http://schemas.microsoft.com/office/drawing/2014/main" id="{6611CD12-3411-4A81-9E8C-BDCA5C7E737F}"/>
              </a:ext>
            </a:extLst>
          </p:cNvPr>
          <p:cNvSpPr>
            <a:spLocks noGrp="1"/>
          </p:cNvSpPr>
          <p:nvPr userDrawn="1">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15" name="Slide Number Placeholder 5">
            <a:extLst>
              <a:ext uri="{FF2B5EF4-FFF2-40B4-BE49-F238E27FC236}">
                <a16:creationId xmlns:a16="http://schemas.microsoft.com/office/drawing/2014/main" id="{FEBB3A48-4E52-4A27-9CA2-92707D5471FC}"/>
              </a:ext>
            </a:extLst>
          </p:cNvPr>
          <p:cNvSpPr>
            <a:spLocks noGrp="1"/>
          </p:cNvSpPr>
          <p:nvPr userDrawn="1">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19" name="Rectangle 18">
            <a:extLst>
              <a:ext uri="{FF2B5EF4-FFF2-40B4-BE49-F238E27FC236}">
                <a16:creationId xmlns:a16="http://schemas.microsoft.com/office/drawing/2014/main" id="{06D5A150-7E2C-414D-B68B-9C94D25E39DC}"/>
              </a:ext>
            </a:extLst>
          </p:cNvPr>
          <p:cNvSpPr/>
          <p:nvPr userDrawn="1"/>
        </p:nvSpPr>
        <p:spPr bwMode="auto">
          <a:xfrm>
            <a:off x="0" y="0"/>
            <a:ext cx="43053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0" name="Title 1">
            <a:extLst>
              <a:ext uri="{FF2B5EF4-FFF2-40B4-BE49-F238E27FC236}">
                <a16:creationId xmlns:a16="http://schemas.microsoft.com/office/drawing/2014/main" id="{12AE0041-F3F5-4B38-BA5A-7E919381E285}"/>
              </a:ext>
            </a:extLst>
          </p:cNvPr>
          <p:cNvSpPr>
            <a:spLocks noGrp="1"/>
          </p:cNvSpPr>
          <p:nvPr>
            <p:ph type="title"/>
          </p:nvPr>
        </p:nvSpPr>
        <p:spPr>
          <a:xfrm>
            <a:off x="575481" y="2141575"/>
            <a:ext cx="3463119" cy="1846659"/>
          </a:xfrm>
        </p:spPr>
        <p:txBody>
          <a:bodyPr wrap="square">
            <a:spAutoFit/>
          </a:bodyPr>
          <a:lstStyle>
            <a:lvl1pPr algn="l" defTabSz="932742" rtl="0" eaLnBrk="1" latinLnBrk="0" hangingPunct="1">
              <a:lnSpc>
                <a:spcPct val="100000"/>
              </a:lnSpc>
              <a:spcBef>
                <a:spcPct val="0"/>
              </a:spcBef>
              <a:buNone/>
              <a:defRPr lang="en-US" sz="40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21" name="Text Placeholder 4">
            <a:extLst>
              <a:ext uri="{FF2B5EF4-FFF2-40B4-BE49-F238E27FC236}">
                <a16:creationId xmlns:a16="http://schemas.microsoft.com/office/drawing/2014/main" id="{5D456B66-B037-4653-AFA9-F989D2754329}"/>
              </a:ext>
            </a:extLst>
          </p:cNvPr>
          <p:cNvSpPr>
            <a:spLocks noGrp="1"/>
          </p:cNvSpPr>
          <p:nvPr>
            <p:ph type="body" sz="quarter" idx="12" hasCustomPrompt="1"/>
          </p:nvPr>
        </p:nvSpPr>
        <p:spPr>
          <a:xfrm>
            <a:off x="584201" y="4120945"/>
            <a:ext cx="3463119" cy="276999"/>
          </a:xfrm>
          <a:noFill/>
        </p:spPr>
        <p:txBody>
          <a:bodyPr wrap="square" lIns="0" tIns="0" rIns="0" bIns="0">
            <a:spAutoFit/>
          </a:bodyPr>
          <a:lstStyle>
            <a:lvl1pPr marL="0" indent="0">
              <a:spcBef>
                <a:spcPts val="0"/>
              </a:spcBef>
              <a:buNone/>
              <a:defRPr sz="1800" spc="0" baseline="0">
                <a:solidFill>
                  <a:schemeClr val="bg1"/>
                </a:solidFill>
                <a:latin typeface="+mn-lt"/>
                <a:cs typeface="Segoe UI" panose="020B0502040204020203" pitchFamily="34" charset="0"/>
              </a:defRPr>
            </a:lvl1pPr>
          </a:lstStyle>
          <a:p>
            <a:pPr lvl="0"/>
            <a:r>
              <a:rPr lang="en-US"/>
              <a:t>Subtitle</a:t>
            </a:r>
          </a:p>
        </p:txBody>
      </p:sp>
    </p:spTree>
    <p:extLst>
      <p:ext uri="{BB962C8B-B14F-4D97-AF65-F5344CB8AC3E}">
        <p14:creationId xmlns:p14="http://schemas.microsoft.com/office/powerpoint/2010/main" val="3981258441"/>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_1">
    <p:bg>
      <p:bgPr>
        <a:solidFill>
          <a:schemeClr val="accent2"/>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2D547BD7-AC55-6C40-A7CB-C9142C95C562}"/>
              </a:ext>
            </a:extLst>
          </p:cNvPr>
          <p:cNvSpPr>
            <a:spLocks noGrp="1"/>
          </p:cNvSpPr>
          <p:nvPr>
            <p:ph type="title"/>
          </p:nvPr>
        </p:nvSpPr>
        <p:spPr>
          <a:xfrm>
            <a:off x="584200" y="4334637"/>
            <a:ext cx="9169400"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endParaRPr lang="en-US"/>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7" name="Footer Placeholder 4">
            <a:extLst>
              <a:ext uri="{FF2B5EF4-FFF2-40B4-BE49-F238E27FC236}">
                <a16:creationId xmlns:a16="http://schemas.microsoft.com/office/drawing/2014/main" id="{A6196947-EDB7-4F31-A405-9AE6EFA4C476}"/>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8" name="Slide Number Placeholder 5">
            <a:extLst>
              <a:ext uri="{FF2B5EF4-FFF2-40B4-BE49-F238E27FC236}">
                <a16:creationId xmlns:a16="http://schemas.microsoft.com/office/drawing/2014/main" id="{4D2DA863-F774-4788-9D62-D8BDC08571C6}"/>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296583093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Divider_1">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60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01</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4EC9115C-86E9-F143-8EB8-9CE9C70F9C8A}"/>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3599117970"/>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_2">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02</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C40025DA-5880-5949-A056-5F0F19F396D7}"/>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2974798329"/>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ivider_3">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03</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30E57CC7-163C-B847-9127-71FEC21CB88A}"/>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2331135058"/>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_4">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04</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C127E473-81C3-9141-8742-48EFD1E9E45A}"/>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1133995091"/>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_5">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05</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A9BCC3FF-9212-1A4D-B6CC-E7BAB6E34917}"/>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2115783915"/>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_6">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06</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E0746CF9-0210-E241-8CC0-D4536C169E5A}"/>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3474061126"/>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8330118-7E69-4295-8E46-2D3C12A6145D}"/>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05BBAA7F-5B33-4C2D-834A-3AA3431DEAD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3863615809"/>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Blank_Navy">
    <p:bg>
      <p:bgPr>
        <a:solidFill>
          <a:schemeClr val="accent2"/>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F729F02E-C568-4079-80DB-8AF35FDEB748}"/>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96A942DB-9933-4199-B223-8A9AF3F212C7}"/>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154100341"/>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_Blue">
    <p:bg>
      <p:bgPr>
        <a:solidFill>
          <a:schemeClr val="accent1"/>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8979C7A1-5DB9-493E-B3C9-715A64CE0317}"/>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013BE040-8B17-4BFF-A007-D82BBBEDF8BE}"/>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1226111020"/>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k_Green">
    <p:bg>
      <p:bgPr>
        <a:solidFill>
          <a:schemeClr val="accent4"/>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69CC2AF9-DDBE-4701-8765-2DD4889CA32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5B23B171-018F-4FCA-888B-6B7146E7C9C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3936435931"/>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_Numbered_Content">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682348"/>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38400" y="1682348"/>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2</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17259" y="1682348"/>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3</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133759" y="1682348"/>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4</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000999" y="1682348"/>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5</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9867900" y="1682348"/>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6</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4035023"/>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7</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38400" y="4035023"/>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8</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17259" y="4035023"/>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9</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133759" y="4035023"/>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10</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000999" y="4035023"/>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11</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9867900" y="4035023"/>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715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384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05300" y="2382803"/>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134100" y="2382803"/>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0010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9867900" y="2382803"/>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754780"/>
            <a:ext cx="17399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384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05300" y="4754780"/>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134100" y="4754780"/>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0010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9867900" y="4754780"/>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F6214ADD-C013-AD4B-9259-B4C0DF103505}"/>
              </a:ext>
            </a:extLst>
          </p:cNvPr>
          <p:cNvCxnSpPr>
            <a:cxnSpLocks/>
          </p:cNvCxnSpPr>
          <p:nvPr userDrawn="1"/>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60070C8-183F-C043-835B-D2D13758DA7B}"/>
              </a:ext>
            </a:extLst>
          </p:cNvPr>
          <p:cNvCxnSpPr>
            <a:cxnSpLocks/>
          </p:cNvCxnSpPr>
          <p:nvPr userDrawn="1"/>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Title 1">
            <a:extLst>
              <a:ext uri="{FF2B5EF4-FFF2-40B4-BE49-F238E27FC236}">
                <a16:creationId xmlns:a16="http://schemas.microsoft.com/office/drawing/2014/main" id="{A121B5B0-D86E-714A-AD4D-AE5C81179484}"/>
              </a:ext>
            </a:extLst>
          </p:cNvPr>
          <p:cNvSpPr>
            <a:spLocks noGrp="1"/>
          </p:cNvSpPr>
          <p:nvPr>
            <p:ph type="title"/>
          </p:nvPr>
        </p:nvSpPr>
        <p:spPr>
          <a:xfrm>
            <a:off x="575481" y="599436"/>
            <a:ext cx="11018520" cy="677108"/>
          </a:xfrm>
        </p:spPr>
        <p:txBody>
          <a:bodyPr/>
          <a:lstStyle>
            <a:lvl1pPr algn="l" defTabSz="932742" rtl="0" eaLnBrk="1" latinLnBrk="0" hangingPunct="1">
              <a:lnSpc>
                <a:spcPct val="100000"/>
              </a:lnSpc>
              <a:spcBef>
                <a:spcPct val="0"/>
              </a:spcBef>
              <a:buNone/>
              <a:defRPr lang="en-US" sz="44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1" name="Footer Placeholder 4">
            <a:extLst>
              <a:ext uri="{FF2B5EF4-FFF2-40B4-BE49-F238E27FC236}">
                <a16:creationId xmlns:a16="http://schemas.microsoft.com/office/drawing/2014/main" id="{2533A365-6B39-4527-855B-F6BC2552BB05}"/>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2" name="Slide Number Placeholder 5">
            <a:extLst>
              <a:ext uri="{FF2B5EF4-FFF2-40B4-BE49-F238E27FC236}">
                <a16:creationId xmlns:a16="http://schemas.microsoft.com/office/drawing/2014/main" id="{F34E0601-1B6B-4C1C-BC8D-DB3DC9ACA0E6}"/>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599729763"/>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_Month_Content">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682348"/>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Jan</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38400" y="1682348"/>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Feb</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17259" y="1682348"/>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Mar</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133759" y="1682348"/>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Apr</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000999" y="1682348"/>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May</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9867900" y="1682348"/>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Jun</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4035023"/>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Jul</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38400" y="4035023"/>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Aug</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17259" y="4035023"/>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Sept</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133759" y="4035023"/>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Oct</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000999" y="4035023"/>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Nov</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9867900" y="4035023"/>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Dec</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715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384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05300" y="2382803"/>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134100" y="2382803"/>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0010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9867900" y="2382803"/>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754780"/>
            <a:ext cx="17399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384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05300" y="4754780"/>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134100" y="4754780"/>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001000" y="4754780"/>
            <a:ext cx="1719263"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9867900" y="4754780"/>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F6214ADD-C013-AD4B-9259-B4C0DF103505}"/>
              </a:ext>
            </a:extLst>
          </p:cNvPr>
          <p:cNvCxnSpPr>
            <a:cxnSpLocks/>
          </p:cNvCxnSpPr>
          <p:nvPr userDrawn="1"/>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60070C8-183F-C043-835B-D2D13758DA7B}"/>
              </a:ext>
            </a:extLst>
          </p:cNvPr>
          <p:cNvCxnSpPr>
            <a:cxnSpLocks/>
          </p:cNvCxnSpPr>
          <p:nvPr userDrawn="1"/>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Title 1">
            <a:extLst>
              <a:ext uri="{FF2B5EF4-FFF2-40B4-BE49-F238E27FC236}">
                <a16:creationId xmlns:a16="http://schemas.microsoft.com/office/drawing/2014/main" id="{A121B5B0-D86E-714A-AD4D-AE5C81179484}"/>
              </a:ext>
            </a:extLst>
          </p:cNvPr>
          <p:cNvSpPr>
            <a:spLocks noGrp="1"/>
          </p:cNvSpPr>
          <p:nvPr>
            <p:ph type="title"/>
          </p:nvPr>
        </p:nvSpPr>
        <p:spPr>
          <a:xfrm>
            <a:off x="575481" y="599436"/>
            <a:ext cx="11018520" cy="677108"/>
          </a:xfrm>
        </p:spPr>
        <p:txBody>
          <a:bodyPr/>
          <a:lstStyle>
            <a:lvl1pPr algn="l" defTabSz="932742" rtl="0" eaLnBrk="1" latinLnBrk="0" hangingPunct="1">
              <a:lnSpc>
                <a:spcPct val="100000"/>
              </a:lnSpc>
              <a:spcBef>
                <a:spcPct val="0"/>
              </a:spcBef>
              <a:buNone/>
              <a:defRPr lang="en-US" sz="44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1" name="Footer Placeholder 4">
            <a:extLst>
              <a:ext uri="{FF2B5EF4-FFF2-40B4-BE49-F238E27FC236}">
                <a16:creationId xmlns:a16="http://schemas.microsoft.com/office/drawing/2014/main" id="{1CB59D0E-3483-4788-94CE-219A5C05F734}"/>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2" name="Slide Number Placeholder 5">
            <a:extLst>
              <a:ext uri="{FF2B5EF4-FFF2-40B4-BE49-F238E27FC236}">
                <a16:creationId xmlns:a16="http://schemas.microsoft.com/office/drawing/2014/main" id="{26E36EA7-CB06-4ADF-8688-B244FE6316DF}"/>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2763899369"/>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_Week_Content">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801504"/>
            <a:ext cx="159543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38400" y="1801504"/>
            <a:ext cx="16271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2</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17258" y="1801504"/>
            <a:ext cx="1645987"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3</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133758" y="1801504"/>
            <a:ext cx="1701695"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4</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000999" y="1801504"/>
            <a:ext cx="1719262"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5</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9867900" y="1801504"/>
            <a:ext cx="17414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6</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4154179"/>
            <a:ext cx="159543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7</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38400" y="4154179"/>
            <a:ext cx="16271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8</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17258" y="4154179"/>
            <a:ext cx="1645987"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9</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133758" y="4154179"/>
            <a:ext cx="1701695"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10</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000999" y="4154179"/>
            <a:ext cx="1719262"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11</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9867900" y="4154179"/>
            <a:ext cx="17414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715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384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05300" y="2382803"/>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134100" y="2382803"/>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0010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9867900" y="2382803"/>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754780"/>
            <a:ext cx="17399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384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05300" y="4754780"/>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134100" y="4754780"/>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001000" y="4754780"/>
            <a:ext cx="1719263"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9867900" y="4754780"/>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F6214ADD-C013-AD4B-9259-B4C0DF103505}"/>
              </a:ext>
            </a:extLst>
          </p:cNvPr>
          <p:cNvCxnSpPr>
            <a:cxnSpLocks/>
          </p:cNvCxnSpPr>
          <p:nvPr userDrawn="1"/>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60070C8-183F-C043-835B-D2D13758DA7B}"/>
              </a:ext>
            </a:extLst>
          </p:cNvPr>
          <p:cNvCxnSpPr>
            <a:cxnSpLocks/>
          </p:cNvCxnSpPr>
          <p:nvPr userDrawn="1"/>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Title 1">
            <a:extLst>
              <a:ext uri="{FF2B5EF4-FFF2-40B4-BE49-F238E27FC236}">
                <a16:creationId xmlns:a16="http://schemas.microsoft.com/office/drawing/2014/main" id="{A121B5B0-D86E-714A-AD4D-AE5C81179484}"/>
              </a:ext>
            </a:extLst>
          </p:cNvPr>
          <p:cNvSpPr>
            <a:spLocks noGrp="1"/>
          </p:cNvSpPr>
          <p:nvPr>
            <p:ph type="title"/>
          </p:nvPr>
        </p:nvSpPr>
        <p:spPr>
          <a:xfrm>
            <a:off x="575481" y="599436"/>
            <a:ext cx="11018520" cy="677108"/>
          </a:xfrm>
        </p:spPr>
        <p:txBody>
          <a:bodyPr/>
          <a:lstStyle>
            <a:lvl1pPr algn="l" defTabSz="932742" rtl="0" eaLnBrk="1" latinLnBrk="0" hangingPunct="1">
              <a:lnSpc>
                <a:spcPct val="100000"/>
              </a:lnSpc>
              <a:spcBef>
                <a:spcPct val="0"/>
              </a:spcBef>
              <a:buNone/>
              <a:defRPr lang="en-US" sz="44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1" name="Footer Placeholder 4">
            <a:extLst>
              <a:ext uri="{FF2B5EF4-FFF2-40B4-BE49-F238E27FC236}">
                <a16:creationId xmlns:a16="http://schemas.microsoft.com/office/drawing/2014/main" id="{878CC1B1-AA6B-463B-A774-049792B3AC10}"/>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2" name="Slide Number Placeholder 5">
            <a:extLst>
              <a:ext uri="{FF2B5EF4-FFF2-40B4-BE49-F238E27FC236}">
                <a16:creationId xmlns:a16="http://schemas.microsoft.com/office/drawing/2014/main" id="{028E4364-080D-4863-8D44-AEE3D29D134E}"/>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478813367"/>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7" name="Text Placeholder 6">
            <a:extLst>
              <a:ext uri="{FF2B5EF4-FFF2-40B4-BE49-F238E27FC236}">
                <a16:creationId xmlns:a16="http://schemas.microsoft.com/office/drawing/2014/main" id="{3501B1E1-4A0C-4426-8AC4-8B354CF116CE}"/>
              </a:ext>
            </a:extLst>
          </p:cNvPr>
          <p:cNvSpPr>
            <a:spLocks noGrp="1"/>
          </p:cNvSpPr>
          <p:nvPr>
            <p:ph type="body" sz="quarter" idx="10" hasCustomPrompt="1"/>
          </p:nvPr>
        </p:nvSpPr>
        <p:spPr>
          <a:xfrm>
            <a:off x="0" y="6294769"/>
            <a:ext cx="12192000" cy="563231"/>
          </a:xfrm>
          <a:solidFill>
            <a:srgbClr val="FFFF99"/>
          </a:solidFill>
        </p:spPr>
        <p:txBody>
          <a:bodyPr lIns="91440" tIns="91440" rIns="91440" bIns="91440">
            <a:noAutofit/>
          </a:bodyPr>
          <a:lstStyle>
            <a:lvl1pPr marL="0" indent="0" algn="r">
              <a:buNone/>
              <a:defRPr sz="2400"/>
            </a:lvl1pPr>
          </a:lstStyle>
          <a:p>
            <a:pPr lvl="0"/>
            <a:r>
              <a:rPr lang="en-US"/>
              <a:t>Next</a:t>
            </a:r>
          </a:p>
        </p:txBody>
      </p:sp>
    </p:spTree>
    <p:extLst>
      <p:ext uri="{BB962C8B-B14F-4D97-AF65-F5344CB8AC3E}">
        <p14:creationId xmlns:p14="http://schemas.microsoft.com/office/powerpoint/2010/main" val="728067837"/>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ankYou">
    <p:bg>
      <p:bgPr>
        <a:solidFill>
          <a:schemeClr val="accent2"/>
        </a:solidFill>
        <a:effectLst/>
      </p:bgPr>
    </p:bg>
    <p:spTree>
      <p:nvGrpSpPr>
        <p:cNvPr id="1" name=""/>
        <p:cNvGrpSpPr/>
        <p:nvPr/>
      </p:nvGrpSpPr>
      <p:grpSpPr>
        <a:xfrm>
          <a:off x="0" y="0"/>
          <a:ext cx="0" cy="0"/>
          <a:chOff x="0" y="0"/>
          <a:chExt cx="0" cy="0"/>
        </a:xfrm>
      </p:grpSpPr>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
        <p:nvSpPr>
          <p:cNvPr id="5" name="Title 1">
            <a:extLst>
              <a:ext uri="{FF2B5EF4-FFF2-40B4-BE49-F238E27FC236}">
                <a16:creationId xmlns:a16="http://schemas.microsoft.com/office/drawing/2014/main" id="{FA05CAAB-C386-EF47-9672-99832E904412}"/>
              </a:ext>
            </a:extLst>
          </p:cNvPr>
          <p:cNvSpPr>
            <a:spLocks noGrp="1"/>
          </p:cNvSpPr>
          <p:nvPr>
            <p:ph type="title" hasCustomPrompt="1"/>
          </p:nvPr>
        </p:nvSpPr>
        <p:spPr>
          <a:xfrm>
            <a:off x="584200" y="4075330"/>
            <a:ext cx="7298437" cy="1015663"/>
          </a:xfrm>
        </p:spPr>
        <p:txBody>
          <a:bodyPr wrap="square" anchor="b" anchorCtr="0">
            <a:spAutoFit/>
          </a:bodyPr>
          <a:lstStyle>
            <a:lvl1pPr>
              <a:defRPr sz="6600" b="1" i="0" spc="0">
                <a:solidFill>
                  <a:schemeClr val="tx1"/>
                </a:solidFill>
                <a:latin typeface="Segoe UI Semibold" panose="020B0502040204020203" pitchFamily="34" charset="0"/>
                <a:cs typeface="Segoe UI Semibold" panose="020B0502040204020203" pitchFamily="34" charset="0"/>
              </a:defRPr>
            </a:lvl1pPr>
          </a:lstStyle>
          <a:p>
            <a:r>
              <a:rPr lang="en-US"/>
              <a:t>Thank you.</a:t>
            </a:r>
          </a:p>
        </p:txBody>
      </p:sp>
      <p:cxnSp>
        <p:nvCxnSpPr>
          <p:cNvPr id="6" name="Straight Connector 5">
            <a:extLst>
              <a:ext uri="{FF2B5EF4-FFF2-40B4-BE49-F238E27FC236}">
                <a16:creationId xmlns:a16="http://schemas.microsoft.com/office/drawing/2014/main" id="{88EA4229-0086-E64D-A616-33062EF62B34}"/>
              </a:ext>
            </a:extLst>
          </p:cNvPr>
          <p:cNvCxnSpPr>
            <a:cxnSpLocks/>
          </p:cNvCxnSpPr>
          <p:nvPr userDrawn="1"/>
        </p:nvCxnSpPr>
        <p:spPr>
          <a:xfrm>
            <a:off x="584200" y="6007781"/>
            <a:ext cx="11025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9" name="Footer Placeholder 4">
            <a:extLst>
              <a:ext uri="{FF2B5EF4-FFF2-40B4-BE49-F238E27FC236}">
                <a16:creationId xmlns:a16="http://schemas.microsoft.com/office/drawing/2014/main" id="{F990A1EA-0184-4AE1-8858-D03AFEEF9B8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10" name="Slide Number Placeholder 5">
            <a:extLst>
              <a:ext uri="{FF2B5EF4-FFF2-40B4-BE49-F238E27FC236}">
                <a16:creationId xmlns:a16="http://schemas.microsoft.com/office/drawing/2014/main" id="{162410B6-6E3D-4CB2-A003-281A600A92F3}"/>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236316234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C35EA4"/>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0" y="-689429"/>
            <a:ext cx="11018520" cy="492443"/>
          </a:xfrm>
        </p:spPr>
        <p:txBody>
          <a:bodyPr/>
          <a:lstStyle>
            <a:lvl1pPr>
              <a:defRPr sz="3200"/>
            </a:lvl1pPr>
          </a:lstStyle>
          <a:p>
            <a:r>
              <a:rPr lang="en-US"/>
              <a:t>Click to edit Master title style</a:t>
            </a:r>
          </a:p>
        </p:txBody>
      </p:sp>
    </p:spTree>
    <p:extLst>
      <p:ext uri="{BB962C8B-B14F-4D97-AF65-F5344CB8AC3E}">
        <p14:creationId xmlns:p14="http://schemas.microsoft.com/office/powerpoint/2010/main" val="101924073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1_Title square photo">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4200" y="2303312"/>
            <a:ext cx="7298437" cy="3046988"/>
          </a:xfrm>
        </p:spPr>
        <p:txBody>
          <a:bodyPr wrap="square" anchor="b" anchorCtr="0">
            <a:spAutoFit/>
          </a:bodyPr>
          <a:lstStyle>
            <a:lvl1pPr>
              <a:defRPr sz="6600" b="1" i="0" spc="0">
                <a:solidFill>
                  <a:schemeClr val="tx1"/>
                </a:solidFill>
                <a:latin typeface="Segoe UI Semibold" panose="020B0502040204020203" pitchFamily="34" charset="0"/>
                <a:cs typeface="Segoe UI Semibold" panose="020B0502040204020203" pitchFamily="34" charset="0"/>
              </a:defRPr>
            </a:lvl1pPr>
          </a:lstStyle>
          <a:p>
            <a:r>
              <a:rPr lang="en-US"/>
              <a:t>Event name </a:t>
            </a:r>
            <a:br>
              <a:rPr lang="en-US"/>
            </a:br>
            <a:r>
              <a:rPr lang="en-US"/>
              <a:t>or presentation title here</a:t>
            </a:r>
          </a:p>
        </p:txBody>
      </p:sp>
      <p:sp>
        <p:nvSpPr>
          <p:cNvPr id="5" name="Text Placeholder 4"/>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p:nvPicPr>
        <p:blipFill>
          <a:blip r:embed="rId2"/>
          <a:stretch>
            <a:fillRect/>
          </a:stretch>
        </p:blipFill>
        <p:spPr bwMode="black">
          <a:xfrm>
            <a:off x="584200" y="585788"/>
            <a:ext cx="1366245" cy="292608"/>
          </a:xfrm>
          <a:prstGeom prst="rect">
            <a:avLst/>
          </a:prstGeom>
        </p:spPr>
      </p:pic>
      <p:cxnSp>
        <p:nvCxnSpPr>
          <p:cNvPr id="4" name="Straight Connector 3">
            <a:extLst>
              <a:ext uri="{FF2B5EF4-FFF2-40B4-BE49-F238E27FC236}">
                <a16:creationId xmlns:a16="http://schemas.microsoft.com/office/drawing/2014/main" id="{CBA263C4-3326-E64B-9789-EDA19734D864}"/>
              </a:ext>
            </a:extLst>
          </p:cNvPr>
          <p:cNvCxnSpPr>
            <a:cxnSpLocks/>
          </p:cNvCxnSpPr>
          <p:nvPr/>
        </p:nvCxnSpPr>
        <p:spPr>
          <a:xfrm>
            <a:off x="584200" y="6267088"/>
            <a:ext cx="11025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pic>
        <p:nvPicPr>
          <p:cNvPr id="3" name="MS logo white - EMF" descr="Microsoft logo white text version">
            <a:extLst>
              <a:ext uri="{FF2B5EF4-FFF2-40B4-BE49-F238E27FC236}">
                <a16:creationId xmlns:a16="http://schemas.microsoft.com/office/drawing/2014/main" id="{57D239CF-0FC0-DA57-7309-C78F609ADBDF}"/>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cxnSp>
        <p:nvCxnSpPr>
          <p:cNvPr id="6" name="Straight Connector 5">
            <a:extLst>
              <a:ext uri="{FF2B5EF4-FFF2-40B4-BE49-F238E27FC236}">
                <a16:creationId xmlns:a16="http://schemas.microsoft.com/office/drawing/2014/main" id="{FD01B033-769C-68DE-8D3E-27FE3C6914A4}"/>
              </a:ext>
            </a:extLst>
          </p:cNvPr>
          <p:cNvCxnSpPr>
            <a:cxnSpLocks/>
          </p:cNvCxnSpPr>
          <p:nvPr userDrawn="1"/>
        </p:nvCxnSpPr>
        <p:spPr>
          <a:xfrm>
            <a:off x="584200" y="6267088"/>
            <a:ext cx="11025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077550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C35EA4"/>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Agenda Layout">
    <p:spTree>
      <p:nvGrpSpPr>
        <p:cNvPr id="1" name=""/>
        <p:cNvGrpSpPr/>
        <p:nvPr/>
      </p:nvGrpSpPr>
      <p:grpSpPr>
        <a:xfrm>
          <a:off x="0" y="0"/>
          <a:ext cx="0" cy="0"/>
          <a:chOff x="0" y="0"/>
          <a:chExt cx="0" cy="0"/>
        </a:xfrm>
      </p:grpSpPr>
      <p:sp>
        <p:nvSpPr>
          <p:cNvPr id="35" name="Footer Placeholder 4">
            <a:extLst>
              <a:ext uri="{FF2B5EF4-FFF2-40B4-BE49-F238E27FC236}">
                <a16:creationId xmlns:a16="http://schemas.microsoft.com/office/drawing/2014/main" id="{8C64960A-4B61-43E6-B400-13FC4850F81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6" name="Slide Number Placeholder 5">
            <a:extLst>
              <a:ext uri="{FF2B5EF4-FFF2-40B4-BE49-F238E27FC236}">
                <a16:creationId xmlns:a16="http://schemas.microsoft.com/office/drawing/2014/main" id="{4333FB6F-5C99-40E2-8D4E-1E9EE410072E}"/>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2" name="Rectangle 1">
            <a:extLst>
              <a:ext uri="{FF2B5EF4-FFF2-40B4-BE49-F238E27FC236}">
                <a16:creationId xmlns:a16="http://schemas.microsoft.com/office/drawing/2014/main" id="{74BEDE68-1D2D-4A40-A3F4-F77A41DD2BC0}"/>
              </a:ext>
            </a:extLst>
          </p:cNvPr>
          <p:cNvSpPr/>
          <p:nvPr/>
        </p:nvSpPr>
        <p:spPr bwMode="auto">
          <a:xfrm>
            <a:off x="1" y="0"/>
            <a:ext cx="37084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 name="Text Placeholder 5">
            <a:extLst>
              <a:ext uri="{FF2B5EF4-FFF2-40B4-BE49-F238E27FC236}">
                <a16:creationId xmlns:a16="http://schemas.microsoft.com/office/drawing/2014/main" id="{8AAF1AEC-5837-427A-AB77-EF89A45999B0}"/>
              </a:ext>
            </a:extLst>
          </p:cNvPr>
          <p:cNvSpPr>
            <a:spLocks noGrp="1"/>
          </p:cNvSpPr>
          <p:nvPr>
            <p:ph type="body" sz="quarter" idx="39" hasCustomPrompt="1"/>
          </p:nvPr>
        </p:nvSpPr>
        <p:spPr>
          <a:xfrm>
            <a:off x="571500" y="3121224"/>
            <a:ext cx="2824014" cy="615553"/>
          </a:xfrm>
        </p:spPr>
        <p:txBody>
          <a:bodyPr/>
          <a:lstStyle>
            <a:lvl1pPr marL="0" indent="0">
              <a:buNone/>
              <a:defRPr sz="4000">
                <a:solidFill>
                  <a:schemeClr val="bg1"/>
                </a:solidFill>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Agenda</a:t>
            </a:r>
          </a:p>
        </p:txBody>
      </p:sp>
      <p:sp>
        <p:nvSpPr>
          <p:cNvPr id="3" name="Footer Placeholder 4">
            <a:extLst>
              <a:ext uri="{FF2B5EF4-FFF2-40B4-BE49-F238E27FC236}">
                <a16:creationId xmlns:a16="http://schemas.microsoft.com/office/drawing/2014/main" id="{334FD8BF-B494-032B-F6CD-0593844EB58B}"/>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736C660E-B10D-E01E-32C6-2044D5005536}"/>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5" name="Rectangle 4">
            <a:extLst>
              <a:ext uri="{FF2B5EF4-FFF2-40B4-BE49-F238E27FC236}">
                <a16:creationId xmlns:a16="http://schemas.microsoft.com/office/drawing/2014/main" id="{2E394715-986D-D668-EA4F-3A9A49EB4898}"/>
              </a:ext>
            </a:extLst>
          </p:cNvPr>
          <p:cNvSpPr/>
          <p:nvPr userDrawn="1"/>
        </p:nvSpPr>
        <p:spPr bwMode="auto">
          <a:xfrm>
            <a:off x="1" y="0"/>
            <a:ext cx="37084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 name="Text Placeholder 5">
            <a:extLst>
              <a:ext uri="{FF2B5EF4-FFF2-40B4-BE49-F238E27FC236}">
                <a16:creationId xmlns:a16="http://schemas.microsoft.com/office/drawing/2014/main" id="{A0A36A45-878E-A130-32D8-50467E4BF46E}"/>
              </a:ext>
            </a:extLst>
          </p:cNvPr>
          <p:cNvSpPr>
            <a:spLocks noGrp="1"/>
          </p:cNvSpPr>
          <p:nvPr>
            <p:ph type="body" sz="quarter" idx="39" hasCustomPrompt="1"/>
          </p:nvPr>
        </p:nvSpPr>
        <p:spPr>
          <a:xfrm>
            <a:off x="571500" y="3121224"/>
            <a:ext cx="2824014" cy="615553"/>
          </a:xfrm>
        </p:spPr>
        <p:txBody>
          <a:bodyPr/>
          <a:lstStyle>
            <a:lvl1pPr marL="0" indent="0">
              <a:buNone/>
              <a:defRPr sz="4000">
                <a:solidFill>
                  <a:schemeClr val="bg1"/>
                </a:solidFill>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Agenda</a:t>
            </a:r>
          </a:p>
        </p:txBody>
      </p:sp>
    </p:spTree>
    <p:extLst>
      <p:ext uri="{BB962C8B-B14F-4D97-AF65-F5344CB8AC3E}">
        <p14:creationId xmlns:p14="http://schemas.microsoft.com/office/powerpoint/2010/main" val="1127070193"/>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3" name="Footer Placeholder 4">
            <a:extLst>
              <a:ext uri="{FF2B5EF4-FFF2-40B4-BE49-F238E27FC236}">
                <a16:creationId xmlns:a16="http://schemas.microsoft.com/office/drawing/2014/main" id="{3CB9224E-20A8-4184-BE63-F7ADC102413F}"/>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ACDA2FAA-F591-4C59-93CB-5FDE50ECC642}"/>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500444127"/>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1_Title Only_Blue Bar Layou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BA4EE01-A11E-4E94-BD8C-0E370CC84335}"/>
              </a:ext>
              <a:ext uri="{C183D7F6-B498-43B3-948B-1728B52AA6E4}">
                <adec:decorative xmlns:adec="http://schemas.microsoft.com/office/drawing/2017/decorative" val="1"/>
              </a:ext>
            </a:extLst>
          </p:cNvPr>
          <p:cNvSpPr/>
          <p:nvPr/>
        </p:nvSpPr>
        <p:spPr bwMode="auto">
          <a:xfrm>
            <a:off x="0" y="2"/>
            <a:ext cx="12192000" cy="1590674"/>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 name="Rectangle 6">
            <a:extLst>
              <a:ext uri="{FF2B5EF4-FFF2-40B4-BE49-F238E27FC236}">
                <a16:creationId xmlns:a16="http://schemas.microsoft.com/office/drawing/2014/main" id="{849DBB57-EFF8-4672-A1A8-6F5D20C83EAE}"/>
              </a:ext>
              <a:ext uri="{C183D7F6-B498-43B3-948B-1728B52AA6E4}">
                <adec:decorative xmlns:adec="http://schemas.microsoft.com/office/drawing/2017/decorative" val="1"/>
              </a:ext>
            </a:extLst>
          </p:cNvPr>
          <p:cNvSpPr/>
          <p:nvPr/>
        </p:nvSpPr>
        <p:spPr bwMode="auto">
          <a:xfrm>
            <a:off x="0" y="1590676"/>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3" name="Rectangle 2">
            <a:extLst>
              <a:ext uri="{FF2B5EF4-FFF2-40B4-BE49-F238E27FC236}">
                <a16:creationId xmlns:a16="http://schemas.microsoft.com/office/drawing/2014/main" id="{B54F6763-6AC0-1DA6-1360-1C00202183D0}"/>
              </a:ext>
              <a:ext uri="{C183D7F6-B498-43B3-948B-1728B52AA6E4}">
                <adec:decorative xmlns:adec="http://schemas.microsoft.com/office/drawing/2017/decorative" val="1"/>
              </a:ext>
            </a:extLst>
          </p:cNvPr>
          <p:cNvSpPr/>
          <p:nvPr userDrawn="1"/>
        </p:nvSpPr>
        <p:spPr bwMode="auto">
          <a:xfrm>
            <a:off x="0" y="2"/>
            <a:ext cx="12192000" cy="1590674"/>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8" name="Rectangle 7">
            <a:extLst>
              <a:ext uri="{FF2B5EF4-FFF2-40B4-BE49-F238E27FC236}">
                <a16:creationId xmlns:a16="http://schemas.microsoft.com/office/drawing/2014/main" id="{642E3F12-56AE-7F42-FB6B-08C8BCE1125C}"/>
              </a:ext>
              <a:ext uri="{C183D7F6-B498-43B3-948B-1728B52AA6E4}">
                <adec:decorative xmlns:adec="http://schemas.microsoft.com/office/drawing/2017/decorative" val="1"/>
              </a:ext>
            </a:extLst>
          </p:cNvPr>
          <p:cNvSpPr/>
          <p:nvPr userDrawn="1"/>
        </p:nvSpPr>
        <p:spPr bwMode="auto">
          <a:xfrm>
            <a:off x="0" y="1590676"/>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2625483121"/>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Title_Blue Bar_Placeholder layou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F141C64-E920-4DE9-A440-152373BCBA3E}"/>
              </a:ext>
              <a:ext uri="{C183D7F6-B498-43B3-948B-1728B52AA6E4}">
                <adec:decorative xmlns:adec="http://schemas.microsoft.com/office/drawing/2017/decorative" val="1"/>
              </a:ext>
            </a:extLst>
          </p:cNvPr>
          <p:cNvSpPr/>
          <p:nvPr/>
        </p:nvSpPr>
        <p:spPr bwMode="auto">
          <a:xfrm>
            <a:off x="0" y="2"/>
            <a:ext cx="12192000" cy="1429046"/>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3" name="Footer Placeholder 4">
            <a:extLst>
              <a:ext uri="{FF2B5EF4-FFF2-40B4-BE49-F238E27FC236}">
                <a16:creationId xmlns:a16="http://schemas.microsoft.com/office/drawing/2014/main" id="{3CB9224E-20A8-4184-BE63-F7ADC102413F}"/>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ACDA2FAA-F591-4C59-93CB-5FDE50ECC642}"/>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9" name="Content Placeholder 8">
            <a:extLst>
              <a:ext uri="{FF2B5EF4-FFF2-40B4-BE49-F238E27FC236}">
                <a16:creationId xmlns:a16="http://schemas.microsoft.com/office/drawing/2014/main" id="{42582AC2-DA98-4BCB-8380-34C382DED89F}"/>
              </a:ext>
            </a:extLst>
          </p:cNvPr>
          <p:cNvSpPr>
            <a:spLocks noGrp="1"/>
          </p:cNvSpPr>
          <p:nvPr>
            <p:ph sz="quarter" idx="10" hasCustomPrompt="1"/>
          </p:nvPr>
        </p:nvSpPr>
        <p:spPr>
          <a:xfrm>
            <a:off x="6019800" y="1871663"/>
            <a:ext cx="5600700" cy="4397375"/>
          </a:xfrm>
          <a:ln w="6350">
            <a:solidFill>
              <a:schemeClr val="bg1">
                <a:lumMod val="85000"/>
              </a:schemeClr>
            </a:solidFill>
          </a:ln>
        </p:spPr>
        <p:txBody>
          <a:bodyPr/>
          <a:lstStyle>
            <a:lvl1pPr marL="0" indent="0" algn="ctr">
              <a:buNone/>
              <a:defRPr sz="1800"/>
            </a:lvl1pPr>
          </a:lstStyle>
          <a:p>
            <a:pPr lvl="0"/>
            <a:r>
              <a:rPr lang="en-US"/>
              <a:t>Place holder for report and illustration </a:t>
            </a:r>
          </a:p>
        </p:txBody>
      </p:sp>
      <p:sp>
        <p:nvSpPr>
          <p:cNvPr id="11" name="Rectangle 10">
            <a:extLst>
              <a:ext uri="{FF2B5EF4-FFF2-40B4-BE49-F238E27FC236}">
                <a16:creationId xmlns:a16="http://schemas.microsoft.com/office/drawing/2014/main" id="{3CBE3747-AB42-4DD5-A33C-42C4A70E8A91}"/>
              </a:ext>
              <a:ext uri="{C183D7F6-B498-43B3-948B-1728B52AA6E4}">
                <adec:decorative xmlns:adec="http://schemas.microsoft.com/office/drawing/2017/decorative" val="1"/>
              </a:ext>
            </a:extLst>
          </p:cNvPr>
          <p:cNvSpPr/>
          <p:nvPr/>
        </p:nvSpPr>
        <p:spPr bwMode="auto">
          <a:xfrm>
            <a:off x="0" y="1429048"/>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5" name="Rectangle 4">
            <a:extLst>
              <a:ext uri="{FF2B5EF4-FFF2-40B4-BE49-F238E27FC236}">
                <a16:creationId xmlns:a16="http://schemas.microsoft.com/office/drawing/2014/main" id="{F7A67744-3A81-A196-C793-7AE47DC61CBF}"/>
              </a:ext>
              <a:ext uri="{C183D7F6-B498-43B3-948B-1728B52AA6E4}">
                <adec:decorative xmlns:adec="http://schemas.microsoft.com/office/drawing/2017/decorative" val="1"/>
              </a:ext>
            </a:extLst>
          </p:cNvPr>
          <p:cNvSpPr/>
          <p:nvPr userDrawn="1"/>
        </p:nvSpPr>
        <p:spPr bwMode="auto">
          <a:xfrm>
            <a:off x="0" y="1429048"/>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1283157295"/>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Title Only_Subtitle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3" name="Text Placeholder 4">
            <a:extLst>
              <a:ext uri="{FF2B5EF4-FFF2-40B4-BE49-F238E27FC236}">
                <a16:creationId xmlns:a16="http://schemas.microsoft.com/office/drawing/2014/main" id="{6EC02201-A897-0144-8522-F40E06456BE8}"/>
              </a:ext>
            </a:extLst>
          </p:cNvPr>
          <p:cNvSpPr>
            <a:spLocks noGrp="1"/>
          </p:cNvSpPr>
          <p:nvPr>
            <p:ph type="body" sz="quarter" idx="12" hasCustomPrompt="1"/>
          </p:nvPr>
        </p:nvSpPr>
        <p:spPr>
          <a:xfrm>
            <a:off x="584201" y="1310646"/>
            <a:ext cx="11018520" cy="276999"/>
          </a:xfrm>
          <a:noFill/>
        </p:spPr>
        <p:txBody>
          <a:bodyPr wrap="square" lIns="0" tIns="0" rIns="0" bIns="0">
            <a:spAutoFit/>
          </a:bodyPr>
          <a:lstStyle>
            <a:lvl1pPr marL="0" indent="0">
              <a:spcBef>
                <a:spcPts val="0"/>
              </a:spcBef>
              <a:buNone/>
              <a:defRPr sz="1800" spc="0" baseline="0">
                <a:solidFill>
                  <a:schemeClr val="accent6"/>
                </a:solidFill>
                <a:latin typeface="+mn-lt"/>
                <a:cs typeface="Segoe UI" panose="020B0502040204020203" pitchFamily="34" charset="0"/>
              </a:defRPr>
            </a:lvl1pPr>
          </a:lstStyle>
          <a:p>
            <a:pPr lvl="0"/>
            <a:r>
              <a:rPr lang="en-US"/>
              <a:t>Subtitle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4232457862"/>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Title Only_Subtitle_Blue Bar Layou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BA4EE01-A11E-4E94-BD8C-0E370CC84335}"/>
              </a:ext>
              <a:ext uri="{C183D7F6-B498-43B3-948B-1728B52AA6E4}">
                <adec:decorative xmlns:adec="http://schemas.microsoft.com/office/drawing/2017/decorative" val="1"/>
              </a:ext>
            </a:extLst>
          </p:cNvPr>
          <p:cNvSpPr/>
          <p:nvPr/>
        </p:nvSpPr>
        <p:spPr bwMode="auto">
          <a:xfrm>
            <a:off x="0" y="1"/>
            <a:ext cx="12192000" cy="1857827"/>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 name="Rectangle 6">
            <a:extLst>
              <a:ext uri="{FF2B5EF4-FFF2-40B4-BE49-F238E27FC236}">
                <a16:creationId xmlns:a16="http://schemas.microsoft.com/office/drawing/2014/main" id="{849DBB57-EFF8-4672-A1A8-6F5D20C83EAE}"/>
              </a:ext>
              <a:ext uri="{C183D7F6-B498-43B3-948B-1728B52AA6E4}">
                <adec:decorative xmlns:adec="http://schemas.microsoft.com/office/drawing/2017/decorative" val="1"/>
              </a:ext>
            </a:extLst>
          </p:cNvPr>
          <p:cNvSpPr/>
          <p:nvPr/>
        </p:nvSpPr>
        <p:spPr bwMode="auto">
          <a:xfrm>
            <a:off x="0" y="1808596"/>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3" name="Text Placeholder 4">
            <a:extLst>
              <a:ext uri="{FF2B5EF4-FFF2-40B4-BE49-F238E27FC236}">
                <a16:creationId xmlns:a16="http://schemas.microsoft.com/office/drawing/2014/main" id="{6EC02201-A897-0144-8522-F40E06456BE8}"/>
              </a:ext>
            </a:extLst>
          </p:cNvPr>
          <p:cNvSpPr>
            <a:spLocks noGrp="1"/>
          </p:cNvSpPr>
          <p:nvPr>
            <p:ph type="body" sz="quarter" idx="12" hasCustomPrompt="1"/>
          </p:nvPr>
        </p:nvSpPr>
        <p:spPr>
          <a:xfrm>
            <a:off x="584201" y="1310646"/>
            <a:ext cx="11018520" cy="276999"/>
          </a:xfrm>
          <a:noFill/>
        </p:spPr>
        <p:txBody>
          <a:bodyPr wrap="square" lIns="0" tIns="0" rIns="0" bIns="0">
            <a:spAutoFit/>
          </a:bodyPr>
          <a:lstStyle>
            <a:lvl1pPr marL="0" indent="0">
              <a:spcBef>
                <a:spcPts val="0"/>
              </a:spcBef>
              <a:buNone/>
              <a:defRPr sz="1800" spc="0" baseline="0">
                <a:solidFill>
                  <a:schemeClr val="bg1"/>
                </a:solidFill>
                <a:latin typeface="+mn-lt"/>
                <a:cs typeface="Segoe UI" panose="020B0502040204020203" pitchFamily="34" charset="0"/>
              </a:defRPr>
            </a:lvl1pPr>
          </a:lstStyle>
          <a:p>
            <a:pPr lvl="0"/>
            <a:r>
              <a:rPr lang="en-US"/>
              <a:t>Subtitle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3C4A7113-1C85-4A35-B434-022FA5B6BA39}"/>
              </a:ext>
              <a:ext uri="{C183D7F6-B498-43B3-948B-1728B52AA6E4}">
                <adec:decorative xmlns:adec="http://schemas.microsoft.com/office/drawing/2017/decorative" val="1"/>
              </a:ext>
            </a:extLst>
          </p:cNvPr>
          <p:cNvSpPr/>
          <p:nvPr userDrawn="1"/>
        </p:nvSpPr>
        <p:spPr bwMode="auto">
          <a:xfrm>
            <a:off x="0" y="1"/>
            <a:ext cx="12192000" cy="1857827"/>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9" name="Rectangle 8">
            <a:extLst>
              <a:ext uri="{FF2B5EF4-FFF2-40B4-BE49-F238E27FC236}">
                <a16:creationId xmlns:a16="http://schemas.microsoft.com/office/drawing/2014/main" id="{5FB01DBE-96D0-E685-11FC-257412DD4794}"/>
              </a:ext>
              <a:ext uri="{C183D7F6-B498-43B3-948B-1728B52AA6E4}">
                <adec:decorative xmlns:adec="http://schemas.microsoft.com/office/drawing/2017/decorative" val="1"/>
              </a:ext>
            </a:extLst>
          </p:cNvPr>
          <p:cNvSpPr/>
          <p:nvPr userDrawn="1"/>
        </p:nvSpPr>
        <p:spPr bwMode="auto">
          <a:xfrm>
            <a:off x="0" y="1808596"/>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2690052723"/>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 Image Layout">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FCC52691-475D-43F1-A919-4B156DB9EB3B}"/>
              </a:ext>
            </a:extLst>
          </p:cNvPr>
          <p:cNvSpPr>
            <a:spLocks/>
          </p:cNvSpPr>
          <p:nvPr/>
        </p:nvSpPr>
        <p:spPr bwMode="auto">
          <a:xfrm>
            <a:off x="0" y="801983"/>
            <a:ext cx="6720842"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0" name="Rectangle 9">
            <a:extLst>
              <a:ext uri="{FF2B5EF4-FFF2-40B4-BE49-F238E27FC236}">
                <a16:creationId xmlns:a16="http://schemas.microsoft.com/office/drawing/2014/main" id="{5D652719-B081-48FC-940C-093D3CF71ACF}"/>
              </a:ext>
            </a:extLst>
          </p:cNvPr>
          <p:cNvSpPr>
            <a:spLocks/>
          </p:cNvSpPr>
          <p:nvPr/>
        </p:nvSpPr>
        <p:spPr bwMode="auto">
          <a:xfrm>
            <a:off x="0" y="1923213"/>
            <a:ext cx="6720842"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1085599"/>
            <a:ext cx="5854348" cy="553998"/>
          </a:xfrm>
        </p:spPr>
        <p:txBody>
          <a:bodyPr wrap="square">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12" name="Content Placeholder 10">
            <a:extLst>
              <a:ext uri="{FF2B5EF4-FFF2-40B4-BE49-F238E27FC236}">
                <a16:creationId xmlns:a16="http://schemas.microsoft.com/office/drawing/2014/main" id="{87392304-E6C1-4312-930D-A6D4819615F6}"/>
              </a:ext>
            </a:extLst>
          </p:cNvPr>
          <p:cNvSpPr>
            <a:spLocks noGrp="1"/>
          </p:cNvSpPr>
          <p:nvPr>
            <p:ph sz="quarter" idx="11"/>
          </p:nvPr>
        </p:nvSpPr>
        <p:spPr>
          <a:xfrm>
            <a:off x="6720843" y="0"/>
            <a:ext cx="5471157" cy="6858000"/>
          </a:xfrm>
          <a:ln w="6350">
            <a:solidFill>
              <a:schemeClr val="bg1">
                <a:lumMod val="75000"/>
              </a:schemeClr>
            </a:solidFill>
          </a:ln>
        </p:spPr>
        <p:txBody>
          <a:bodyPr/>
          <a:lstStyle>
            <a:lvl1pPr marL="0" indent="0" algn="ctr">
              <a:buNone/>
              <a:defRPr sz="2400"/>
            </a:lvl1pPr>
          </a:lstStyle>
          <a:p>
            <a:pPr lvl="0"/>
            <a:r>
              <a:rPr lang="en-US"/>
              <a:t>Click to edit Master text styles</a:t>
            </a:r>
          </a:p>
        </p:txBody>
      </p:sp>
      <p:sp>
        <p:nvSpPr>
          <p:cNvPr id="3" name="Rectangle 2">
            <a:extLst>
              <a:ext uri="{FF2B5EF4-FFF2-40B4-BE49-F238E27FC236}">
                <a16:creationId xmlns:a16="http://schemas.microsoft.com/office/drawing/2014/main" id="{EC130585-D54D-146D-BF08-6BFDED17823D}"/>
              </a:ext>
            </a:extLst>
          </p:cNvPr>
          <p:cNvSpPr>
            <a:spLocks/>
          </p:cNvSpPr>
          <p:nvPr userDrawn="1"/>
        </p:nvSpPr>
        <p:spPr bwMode="auto">
          <a:xfrm>
            <a:off x="0" y="801983"/>
            <a:ext cx="6720842"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 name="Rectangle 5">
            <a:extLst>
              <a:ext uri="{FF2B5EF4-FFF2-40B4-BE49-F238E27FC236}">
                <a16:creationId xmlns:a16="http://schemas.microsoft.com/office/drawing/2014/main" id="{3E8F1F66-3401-42D8-4EA7-93016BF04FDB}"/>
              </a:ext>
            </a:extLst>
          </p:cNvPr>
          <p:cNvSpPr>
            <a:spLocks/>
          </p:cNvSpPr>
          <p:nvPr userDrawn="1"/>
        </p:nvSpPr>
        <p:spPr bwMode="auto">
          <a:xfrm>
            <a:off x="0" y="1923213"/>
            <a:ext cx="6720842"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484708467"/>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Half Image_Blue Bar Layout">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FCC52691-475D-43F1-A919-4B156DB9EB3B}"/>
              </a:ext>
            </a:extLst>
          </p:cNvPr>
          <p:cNvSpPr/>
          <p:nvPr/>
        </p:nvSpPr>
        <p:spPr bwMode="auto">
          <a:xfrm>
            <a:off x="0" y="801983"/>
            <a:ext cx="6019800"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0" name="Rectangle 9">
            <a:extLst>
              <a:ext uri="{FF2B5EF4-FFF2-40B4-BE49-F238E27FC236}">
                <a16:creationId xmlns:a16="http://schemas.microsoft.com/office/drawing/2014/main" id="{5D652719-B081-48FC-940C-093D3CF71ACF}"/>
              </a:ext>
            </a:extLst>
          </p:cNvPr>
          <p:cNvSpPr/>
          <p:nvPr/>
        </p:nvSpPr>
        <p:spPr bwMode="auto">
          <a:xfrm>
            <a:off x="0" y="1923213"/>
            <a:ext cx="6019800"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1085599"/>
            <a:ext cx="4555319" cy="553998"/>
          </a:xfrm>
        </p:spPr>
        <p:txBody>
          <a:bodyPr>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12" name="Content Placeholder 10">
            <a:extLst>
              <a:ext uri="{FF2B5EF4-FFF2-40B4-BE49-F238E27FC236}">
                <a16:creationId xmlns:a16="http://schemas.microsoft.com/office/drawing/2014/main" id="{87392304-E6C1-4312-930D-A6D4819615F6}"/>
              </a:ext>
            </a:extLst>
          </p:cNvPr>
          <p:cNvSpPr>
            <a:spLocks noGrp="1"/>
          </p:cNvSpPr>
          <p:nvPr>
            <p:ph sz="quarter" idx="11"/>
          </p:nvPr>
        </p:nvSpPr>
        <p:spPr>
          <a:xfrm>
            <a:off x="6019800" y="585788"/>
            <a:ext cx="5600700" cy="5686424"/>
          </a:xfrm>
          <a:ln w="6350">
            <a:solidFill>
              <a:schemeClr val="bg1">
                <a:lumMod val="75000"/>
              </a:schemeClr>
            </a:solidFill>
          </a:ln>
        </p:spPr>
        <p:txBody>
          <a:bodyPr/>
          <a:lstStyle>
            <a:lvl1pPr marL="0" indent="0" algn="ctr">
              <a:buNone/>
              <a:defRPr sz="2400"/>
            </a:lvl1pPr>
          </a:lstStyle>
          <a:p>
            <a:pPr lvl="0"/>
            <a:r>
              <a:rPr lang="en-US"/>
              <a:t>Click to edit Master text styles</a:t>
            </a:r>
          </a:p>
        </p:txBody>
      </p:sp>
      <p:sp>
        <p:nvSpPr>
          <p:cNvPr id="3" name="Rectangle 2">
            <a:extLst>
              <a:ext uri="{FF2B5EF4-FFF2-40B4-BE49-F238E27FC236}">
                <a16:creationId xmlns:a16="http://schemas.microsoft.com/office/drawing/2014/main" id="{EAFDE0EE-2116-208F-62CB-54A9034B8825}"/>
              </a:ext>
            </a:extLst>
          </p:cNvPr>
          <p:cNvSpPr/>
          <p:nvPr userDrawn="1"/>
        </p:nvSpPr>
        <p:spPr bwMode="auto">
          <a:xfrm>
            <a:off x="0" y="801983"/>
            <a:ext cx="6019800"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 name="Rectangle 5">
            <a:extLst>
              <a:ext uri="{FF2B5EF4-FFF2-40B4-BE49-F238E27FC236}">
                <a16:creationId xmlns:a16="http://schemas.microsoft.com/office/drawing/2014/main" id="{D22BF405-1FBE-1A50-B071-649A2F53198E}"/>
              </a:ext>
            </a:extLst>
          </p:cNvPr>
          <p:cNvSpPr/>
          <p:nvPr userDrawn="1"/>
        </p:nvSpPr>
        <p:spPr bwMode="auto">
          <a:xfrm>
            <a:off x="0" y="1923213"/>
            <a:ext cx="6019800"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3515622222"/>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Blue Bar Layout">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FCC52691-475D-43F1-A919-4B156DB9EB3B}"/>
              </a:ext>
            </a:extLst>
          </p:cNvPr>
          <p:cNvSpPr>
            <a:spLocks/>
          </p:cNvSpPr>
          <p:nvPr/>
        </p:nvSpPr>
        <p:spPr bwMode="auto">
          <a:xfrm>
            <a:off x="0" y="801983"/>
            <a:ext cx="12192000"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0" name="Rectangle 9">
            <a:extLst>
              <a:ext uri="{FF2B5EF4-FFF2-40B4-BE49-F238E27FC236}">
                <a16:creationId xmlns:a16="http://schemas.microsoft.com/office/drawing/2014/main" id="{5D652719-B081-48FC-940C-093D3CF71ACF}"/>
              </a:ext>
            </a:extLst>
          </p:cNvPr>
          <p:cNvSpPr>
            <a:spLocks/>
          </p:cNvSpPr>
          <p:nvPr/>
        </p:nvSpPr>
        <p:spPr bwMode="auto">
          <a:xfrm>
            <a:off x="0" y="1923213"/>
            <a:ext cx="12192000"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1085599"/>
            <a:ext cx="11045019" cy="553998"/>
          </a:xfrm>
        </p:spPr>
        <p:txBody>
          <a:bodyPr wrap="square">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3" name="Rectangle 2">
            <a:extLst>
              <a:ext uri="{FF2B5EF4-FFF2-40B4-BE49-F238E27FC236}">
                <a16:creationId xmlns:a16="http://schemas.microsoft.com/office/drawing/2014/main" id="{036383BE-CEF0-AE60-39EF-893B2F5AD4E9}"/>
              </a:ext>
            </a:extLst>
          </p:cNvPr>
          <p:cNvSpPr>
            <a:spLocks/>
          </p:cNvSpPr>
          <p:nvPr userDrawn="1"/>
        </p:nvSpPr>
        <p:spPr bwMode="auto">
          <a:xfrm>
            <a:off x="0" y="801983"/>
            <a:ext cx="12192000"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 name="Rectangle 5">
            <a:extLst>
              <a:ext uri="{FF2B5EF4-FFF2-40B4-BE49-F238E27FC236}">
                <a16:creationId xmlns:a16="http://schemas.microsoft.com/office/drawing/2014/main" id="{F1D9F03C-20F5-D5CD-6BC9-893C4CAA81F2}"/>
              </a:ext>
            </a:extLst>
          </p:cNvPr>
          <p:cNvSpPr>
            <a:spLocks/>
          </p:cNvSpPr>
          <p:nvPr userDrawn="1"/>
        </p:nvSpPr>
        <p:spPr bwMode="auto">
          <a:xfrm>
            <a:off x="0" y="1923213"/>
            <a:ext cx="12192000"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669972509"/>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Media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4555319" cy="1107996"/>
          </a:xfrm>
        </p:spPr>
        <p:txBody>
          <a:bodyPr>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7" name="Media Placeholder 6">
            <a:extLst>
              <a:ext uri="{FF2B5EF4-FFF2-40B4-BE49-F238E27FC236}">
                <a16:creationId xmlns:a16="http://schemas.microsoft.com/office/drawing/2014/main" id="{40EC17C2-B72D-4F57-AB81-A8295D570494}"/>
              </a:ext>
            </a:extLst>
          </p:cNvPr>
          <p:cNvSpPr>
            <a:spLocks noGrp="1"/>
          </p:cNvSpPr>
          <p:nvPr>
            <p:ph type="media" sz="quarter" idx="10"/>
          </p:nvPr>
        </p:nvSpPr>
        <p:spPr>
          <a:xfrm>
            <a:off x="6019800" y="585789"/>
            <a:ext cx="5595938" cy="5683249"/>
          </a:xfrm>
          <a:solidFill>
            <a:schemeClr val="bg1">
              <a:lumMod val="95000"/>
            </a:schemeClr>
          </a:solidFill>
          <a:ln w="6350">
            <a:solidFill>
              <a:schemeClr val="bg1">
                <a:lumMod val="75000"/>
              </a:schemeClr>
            </a:solidFill>
          </a:ln>
        </p:spPr>
        <p:txBody>
          <a:bodyPr/>
          <a:lstStyle>
            <a:lvl1pPr marL="0" indent="0" algn="ctr">
              <a:buNone/>
              <a:defRPr sz="2400"/>
            </a:lvl1pPr>
          </a:lstStyle>
          <a:p>
            <a:r>
              <a:rPr lang="en-US"/>
              <a:t>Click icon to add media</a:t>
            </a:r>
          </a:p>
        </p:txBody>
      </p:sp>
    </p:spTree>
    <p:extLst>
      <p:ext uri="{BB962C8B-B14F-4D97-AF65-F5344CB8AC3E}">
        <p14:creationId xmlns:p14="http://schemas.microsoft.com/office/powerpoint/2010/main" val="188187182"/>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Title_ Subtitle_Imag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4610668" cy="1231106"/>
          </a:xfrm>
        </p:spPr>
        <p:txBody>
          <a:bodyPr/>
          <a:lstStyle>
            <a:lvl1pPr algn="l" defTabSz="932742" rtl="0" eaLnBrk="1" latinLnBrk="0" hangingPunct="1">
              <a:lnSpc>
                <a:spcPct val="100000"/>
              </a:lnSpc>
              <a:spcBef>
                <a:spcPct val="0"/>
              </a:spcBef>
              <a:buNone/>
              <a:defRPr lang="en-US" sz="40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 name="Text Placeholder 4">
            <a:extLst>
              <a:ext uri="{FF2B5EF4-FFF2-40B4-BE49-F238E27FC236}">
                <a16:creationId xmlns:a16="http://schemas.microsoft.com/office/drawing/2014/main" id="{91F01542-314B-B94E-9E8F-3A1DCF0A8DB6}"/>
              </a:ext>
            </a:extLst>
          </p:cNvPr>
          <p:cNvSpPr>
            <a:spLocks noGrp="1"/>
          </p:cNvSpPr>
          <p:nvPr>
            <p:ph type="body" sz="quarter" idx="12" hasCustomPrompt="1"/>
          </p:nvPr>
        </p:nvSpPr>
        <p:spPr>
          <a:xfrm>
            <a:off x="584201" y="2021455"/>
            <a:ext cx="4574654" cy="246221"/>
          </a:xfrm>
          <a:noFill/>
        </p:spPr>
        <p:txBody>
          <a:bodyPr wrap="square" lIns="0" tIns="0" rIns="0" bIns="0">
            <a:spAutoFit/>
          </a:bodyPr>
          <a:lstStyle>
            <a:lvl1pPr marL="0" indent="0">
              <a:spcBef>
                <a:spcPts val="0"/>
              </a:spcBef>
              <a:buNone/>
              <a:defRPr sz="1600" spc="0" baseline="0">
                <a:solidFill>
                  <a:schemeClr val="accent6"/>
                </a:solidFill>
                <a:latin typeface="+mn-lt"/>
                <a:cs typeface="Segoe UI" panose="020B0502040204020203" pitchFamily="34" charset="0"/>
              </a:defRPr>
            </a:lvl1pPr>
          </a:lstStyle>
          <a:p>
            <a:pPr lvl="0"/>
            <a:r>
              <a:rPr lang="en-US"/>
              <a:t>Subtitle</a:t>
            </a:r>
          </a:p>
        </p:txBody>
      </p:sp>
      <p:sp>
        <p:nvSpPr>
          <p:cNvPr id="5" name="Footer Placeholder 4">
            <a:extLst>
              <a:ext uri="{FF2B5EF4-FFF2-40B4-BE49-F238E27FC236}">
                <a16:creationId xmlns:a16="http://schemas.microsoft.com/office/drawing/2014/main" id="{9981877A-366D-46E8-9609-C14F4158122B}"/>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6" name="Slide Number Placeholder 5">
            <a:extLst>
              <a:ext uri="{FF2B5EF4-FFF2-40B4-BE49-F238E27FC236}">
                <a16:creationId xmlns:a16="http://schemas.microsoft.com/office/drawing/2014/main" id="{452A6145-AE34-4B2D-8774-7F9781432832}"/>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3537629355"/>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itle_Subtitle_Content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4610668" cy="1231106"/>
          </a:xfrm>
        </p:spPr>
        <p:txBody>
          <a:bodyPr/>
          <a:lstStyle>
            <a:lvl1pPr algn="l" defTabSz="932742" rtl="0" eaLnBrk="1" latinLnBrk="0" hangingPunct="1">
              <a:lnSpc>
                <a:spcPct val="100000"/>
              </a:lnSpc>
              <a:spcBef>
                <a:spcPct val="0"/>
              </a:spcBef>
              <a:buNone/>
              <a:defRPr lang="en-US" sz="40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cxnSp>
        <p:nvCxnSpPr>
          <p:cNvPr id="9" name="Straight Connector 8">
            <a:extLst>
              <a:ext uri="{FF2B5EF4-FFF2-40B4-BE49-F238E27FC236}">
                <a16:creationId xmlns:a16="http://schemas.microsoft.com/office/drawing/2014/main" id="{6F2A71D1-F09E-8842-AD05-950FE1498381}"/>
              </a:ext>
            </a:extLst>
          </p:cNvPr>
          <p:cNvCxnSpPr>
            <a:cxnSpLocks/>
          </p:cNvCxnSpPr>
          <p:nvPr/>
        </p:nvCxnSpPr>
        <p:spPr>
          <a:xfrm>
            <a:off x="6134100" y="585968"/>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DB10EA9-1316-2045-BA8E-85DFEBC1CDE2}"/>
              </a:ext>
            </a:extLst>
          </p:cNvPr>
          <p:cNvCxnSpPr>
            <a:cxnSpLocks/>
          </p:cNvCxnSpPr>
          <p:nvPr/>
        </p:nvCxnSpPr>
        <p:spPr>
          <a:xfrm>
            <a:off x="6134100" y="1830139"/>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065D8CB-54F7-4447-8E24-547CD549E6B4}"/>
              </a:ext>
            </a:extLst>
          </p:cNvPr>
          <p:cNvCxnSpPr>
            <a:cxnSpLocks/>
          </p:cNvCxnSpPr>
          <p:nvPr/>
        </p:nvCxnSpPr>
        <p:spPr>
          <a:xfrm>
            <a:off x="6134100" y="2067045"/>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8CD7834-4D7C-9D47-9858-3F2CCB9CB277}"/>
              </a:ext>
            </a:extLst>
          </p:cNvPr>
          <p:cNvCxnSpPr>
            <a:cxnSpLocks/>
          </p:cNvCxnSpPr>
          <p:nvPr/>
        </p:nvCxnSpPr>
        <p:spPr>
          <a:xfrm>
            <a:off x="6134100" y="3311216"/>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0AAA53A-6964-724E-8791-53DB0D3A9CBE}"/>
              </a:ext>
            </a:extLst>
          </p:cNvPr>
          <p:cNvCxnSpPr>
            <a:cxnSpLocks/>
          </p:cNvCxnSpPr>
          <p:nvPr/>
        </p:nvCxnSpPr>
        <p:spPr>
          <a:xfrm>
            <a:off x="6134100" y="3548122"/>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6C9BCD5-4167-604D-974D-68A3F8999BF9}"/>
              </a:ext>
            </a:extLst>
          </p:cNvPr>
          <p:cNvCxnSpPr>
            <a:cxnSpLocks/>
          </p:cNvCxnSpPr>
          <p:nvPr/>
        </p:nvCxnSpPr>
        <p:spPr>
          <a:xfrm>
            <a:off x="6134100" y="4792293"/>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D225880F-4EDA-2B41-BA63-105ABFF6A823}"/>
              </a:ext>
            </a:extLst>
          </p:cNvPr>
          <p:cNvCxnSpPr>
            <a:cxnSpLocks/>
          </p:cNvCxnSpPr>
          <p:nvPr/>
        </p:nvCxnSpPr>
        <p:spPr>
          <a:xfrm>
            <a:off x="6134100" y="5029200"/>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61EB7D1-AE0B-C24F-8957-3260EC322FDA}"/>
              </a:ext>
            </a:extLst>
          </p:cNvPr>
          <p:cNvCxnSpPr>
            <a:cxnSpLocks/>
          </p:cNvCxnSpPr>
          <p:nvPr/>
        </p:nvCxnSpPr>
        <p:spPr>
          <a:xfrm>
            <a:off x="6134100" y="6273371"/>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6" name="Text Placeholder 4">
            <a:extLst>
              <a:ext uri="{FF2B5EF4-FFF2-40B4-BE49-F238E27FC236}">
                <a16:creationId xmlns:a16="http://schemas.microsoft.com/office/drawing/2014/main" id="{E3D5A23B-648C-AC47-B8BD-EE892612B02C}"/>
              </a:ext>
            </a:extLst>
          </p:cNvPr>
          <p:cNvSpPr>
            <a:spLocks noGrp="1"/>
          </p:cNvSpPr>
          <p:nvPr>
            <p:ph type="body" sz="quarter" idx="13" hasCustomPrompt="1"/>
          </p:nvPr>
        </p:nvSpPr>
        <p:spPr>
          <a:xfrm>
            <a:off x="7378275" y="2314728"/>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28" name="Text Placeholder 4">
            <a:extLst>
              <a:ext uri="{FF2B5EF4-FFF2-40B4-BE49-F238E27FC236}">
                <a16:creationId xmlns:a16="http://schemas.microsoft.com/office/drawing/2014/main" id="{052991E3-3AF8-7242-AF14-580FCDDA4CF5}"/>
              </a:ext>
            </a:extLst>
          </p:cNvPr>
          <p:cNvSpPr>
            <a:spLocks noGrp="1"/>
          </p:cNvSpPr>
          <p:nvPr>
            <p:ph type="body" sz="quarter" idx="15" hasCustomPrompt="1"/>
          </p:nvPr>
        </p:nvSpPr>
        <p:spPr>
          <a:xfrm>
            <a:off x="7378275" y="838200"/>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30" name="Text Placeholder 4">
            <a:extLst>
              <a:ext uri="{FF2B5EF4-FFF2-40B4-BE49-F238E27FC236}">
                <a16:creationId xmlns:a16="http://schemas.microsoft.com/office/drawing/2014/main" id="{C1C221DA-B39D-734F-9219-6D344EDE4326}"/>
              </a:ext>
            </a:extLst>
          </p:cNvPr>
          <p:cNvSpPr>
            <a:spLocks noGrp="1"/>
          </p:cNvSpPr>
          <p:nvPr>
            <p:ph type="body" sz="quarter" idx="17" hasCustomPrompt="1"/>
          </p:nvPr>
        </p:nvSpPr>
        <p:spPr>
          <a:xfrm>
            <a:off x="7378275" y="3810000"/>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32" name="Text Placeholder 4">
            <a:extLst>
              <a:ext uri="{FF2B5EF4-FFF2-40B4-BE49-F238E27FC236}">
                <a16:creationId xmlns:a16="http://schemas.microsoft.com/office/drawing/2014/main" id="{7AD49206-9AA1-9545-B8DE-768C479CE37B}"/>
              </a:ext>
            </a:extLst>
          </p:cNvPr>
          <p:cNvSpPr>
            <a:spLocks noGrp="1"/>
          </p:cNvSpPr>
          <p:nvPr>
            <p:ph type="body" sz="quarter" idx="19" hasCustomPrompt="1"/>
          </p:nvPr>
        </p:nvSpPr>
        <p:spPr>
          <a:xfrm>
            <a:off x="7378275" y="5257800"/>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54" name="Title 1">
            <a:extLst>
              <a:ext uri="{FF2B5EF4-FFF2-40B4-BE49-F238E27FC236}">
                <a16:creationId xmlns:a16="http://schemas.microsoft.com/office/drawing/2014/main" id="{C749ABB7-E94C-644E-AB3E-CA66A14994E4}"/>
              </a:ext>
            </a:extLst>
          </p:cNvPr>
          <p:cNvSpPr txBox="1">
            <a:spLocks/>
          </p:cNvSpPr>
          <p:nvPr/>
        </p:nvSpPr>
        <p:spPr>
          <a:xfrm>
            <a:off x="6144904" y="655945"/>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01</a:t>
            </a:r>
          </a:p>
        </p:txBody>
      </p:sp>
      <p:sp>
        <p:nvSpPr>
          <p:cNvPr id="55" name="Title 1">
            <a:extLst>
              <a:ext uri="{FF2B5EF4-FFF2-40B4-BE49-F238E27FC236}">
                <a16:creationId xmlns:a16="http://schemas.microsoft.com/office/drawing/2014/main" id="{AED658B1-2D11-6B40-9AC8-F40A2E8C428E}"/>
              </a:ext>
            </a:extLst>
          </p:cNvPr>
          <p:cNvSpPr txBox="1">
            <a:spLocks/>
          </p:cNvSpPr>
          <p:nvPr/>
        </p:nvSpPr>
        <p:spPr>
          <a:xfrm>
            <a:off x="6144904" y="2142655"/>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02</a:t>
            </a:r>
          </a:p>
        </p:txBody>
      </p:sp>
      <p:sp>
        <p:nvSpPr>
          <p:cNvPr id="56" name="Title 1">
            <a:extLst>
              <a:ext uri="{FF2B5EF4-FFF2-40B4-BE49-F238E27FC236}">
                <a16:creationId xmlns:a16="http://schemas.microsoft.com/office/drawing/2014/main" id="{BF28F184-936F-734E-82FF-11CF771C79D1}"/>
              </a:ext>
            </a:extLst>
          </p:cNvPr>
          <p:cNvSpPr txBox="1">
            <a:spLocks/>
          </p:cNvSpPr>
          <p:nvPr/>
        </p:nvSpPr>
        <p:spPr>
          <a:xfrm>
            <a:off x="6144904" y="3673111"/>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03</a:t>
            </a:r>
          </a:p>
        </p:txBody>
      </p:sp>
      <p:sp>
        <p:nvSpPr>
          <p:cNvPr id="57" name="Title 1">
            <a:extLst>
              <a:ext uri="{FF2B5EF4-FFF2-40B4-BE49-F238E27FC236}">
                <a16:creationId xmlns:a16="http://schemas.microsoft.com/office/drawing/2014/main" id="{50B655BD-0C6C-E84E-8F2B-004B34E870DC}"/>
              </a:ext>
            </a:extLst>
          </p:cNvPr>
          <p:cNvSpPr txBox="1">
            <a:spLocks/>
          </p:cNvSpPr>
          <p:nvPr/>
        </p:nvSpPr>
        <p:spPr>
          <a:xfrm>
            <a:off x="6144904" y="5156655"/>
            <a:ext cx="1222567" cy="1112383"/>
          </a:xfrm>
          <a:prstGeom prst="rect">
            <a:avLst/>
          </a:prstGeom>
        </p:spPr>
        <p:txBody>
          <a:bodyPr lIns="0" tIns="0" rIns="0" b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04</a:t>
            </a:r>
          </a:p>
        </p:txBody>
      </p:sp>
      <p:sp>
        <p:nvSpPr>
          <p:cNvPr id="59" name="Text Placeholder 4">
            <a:extLst>
              <a:ext uri="{FF2B5EF4-FFF2-40B4-BE49-F238E27FC236}">
                <a16:creationId xmlns:a16="http://schemas.microsoft.com/office/drawing/2014/main" id="{1CEA2372-B756-9B49-B735-65CC0C7086CE}"/>
              </a:ext>
            </a:extLst>
          </p:cNvPr>
          <p:cNvSpPr>
            <a:spLocks noGrp="1"/>
          </p:cNvSpPr>
          <p:nvPr>
            <p:ph type="body" sz="quarter" idx="12" hasCustomPrompt="1"/>
          </p:nvPr>
        </p:nvSpPr>
        <p:spPr>
          <a:xfrm>
            <a:off x="584201" y="2150957"/>
            <a:ext cx="4574654" cy="246221"/>
          </a:xfrm>
          <a:noFill/>
        </p:spPr>
        <p:txBody>
          <a:bodyPr wrap="square" lIns="0" tIns="0" rIns="0" bIns="0">
            <a:spAutoFit/>
          </a:bodyPr>
          <a:lstStyle>
            <a:lvl1pPr marL="0" indent="0">
              <a:spcBef>
                <a:spcPts val="0"/>
              </a:spcBef>
              <a:buNone/>
              <a:defRPr sz="1600" spc="0" baseline="0">
                <a:solidFill>
                  <a:schemeClr val="accent6"/>
                </a:solidFill>
                <a:latin typeface="+mn-lt"/>
                <a:cs typeface="Segoe UI" panose="020B0502040204020203" pitchFamily="34" charset="0"/>
              </a:defRPr>
            </a:lvl1pPr>
          </a:lstStyle>
          <a:p>
            <a:pPr lvl="0"/>
            <a:r>
              <a:rPr lang="en-US"/>
              <a:t>Subtitle</a:t>
            </a:r>
          </a:p>
        </p:txBody>
      </p:sp>
      <p:sp>
        <p:nvSpPr>
          <p:cNvPr id="21" name="Footer Placeholder 4">
            <a:extLst>
              <a:ext uri="{FF2B5EF4-FFF2-40B4-BE49-F238E27FC236}">
                <a16:creationId xmlns:a16="http://schemas.microsoft.com/office/drawing/2014/main" id="{26601A05-B18A-4B66-A601-446933C6B148}"/>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22" name="Slide Number Placeholder 5">
            <a:extLst>
              <a:ext uri="{FF2B5EF4-FFF2-40B4-BE49-F238E27FC236}">
                <a16:creationId xmlns:a16="http://schemas.microsoft.com/office/drawing/2014/main" id="{2AF7A1D5-4923-435E-A787-BD20E0820261}"/>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3" name="Title 1">
            <a:extLst>
              <a:ext uri="{FF2B5EF4-FFF2-40B4-BE49-F238E27FC236}">
                <a16:creationId xmlns:a16="http://schemas.microsoft.com/office/drawing/2014/main" id="{93103B53-A33A-4C22-EB04-8A59B43A6F57}"/>
              </a:ext>
            </a:extLst>
          </p:cNvPr>
          <p:cNvSpPr txBox="1">
            <a:spLocks/>
          </p:cNvSpPr>
          <p:nvPr userDrawn="1"/>
        </p:nvSpPr>
        <p:spPr>
          <a:xfrm>
            <a:off x="6144904" y="655945"/>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01</a:t>
            </a:r>
          </a:p>
        </p:txBody>
      </p:sp>
      <p:sp>
        <p:nvSpPr>
          <p:cNvPr id="4" name="Title 1">
            <a:extLst>
              <a:ext uri="{FF2B5EF4-FFF2-40B4-BE49-F238E27FC236}">
                <a16:creationId xmlns:a16="http://schemas.microsoft.com/office/drawing/2014/main" id="{BD94F24E-850F-4606-EBE4-1C792FDC7296}"/>
              </a:ext>
            </a:extLst>
          </p:cNvPr>
          <p:cNvSpPr txBox="1">
            <a:spLocks/>
          </p:cNvSpPr>
          <p:nvPr userDrawn="1"/>
        </p:nvSpPr>
        <p:spPr>
          <a:xfrm>
            <a:off x="6144904" y="2142655"/>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02</a:t>
            </a:r>
          </a:p>
        </p:txBody>
      </p:sp>
      <p:sp>
        <p:nvSpPr>
          <p:cNvPr id="5" name="Title 1">
            <a:extLst>
              <a:ext uri="{FF2B5EF4-FFF2-40B4-BE49-F238E27FC236}">
                <a16:creationId xmlns:a16="http://schemas.microsoft.com/office/drawing/2014/main" id="{8A720D4C-C93E-2243-CD86-4749B26754BF}"/>
              </a:ext>
            </a:extLst>
          </p:cNvPr>
          <p:cNvSpPr txBox="1">
            <a:spLocks/>
          </p:cNvSpPr>
          <p:nvPr userDrawn="1"/>
        </p:nvSpPr>
        <p:spPr>
          <a:xfrm>
            <a:off x="6144904" y="3673111"/>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03</a:t>
            </a:r>
          </a:p>
        </p:txBody>
      </p:sp>
      <p:sp>
        <p:nvSpPr>
          <p:cNvPr id="6" name="Title 1">
            <a:extLst>
              <a:ext uri="{FF2B5EF4-FFF2-40B4-BE49-F238E27FC236}">
                <a16:creationId xmlns:a16="http://schemas.microsoft.com/office/drawing/2014/main" id="{EC6BA77D-DE5B-5A8F-08AC-C36720B853F2}"/>
              </a:ext>
            </a:extLst>
          </p:cNvPr>
          <p:cNvSpPr txBox="1">
            <a:spLocks/>
          </p:cNvSpPr>
          <p:nvPr userDrawn="1"/>
        </p:nvSpPr>
        <p:spPr>
          <a:xfrm>
            <a:off x="6144904" y="5156655"/>
            <a:ext cx="1222567" cy="1112383"/>
          </a:xfrm>
          <a:prstGeom prst="rect">
            <a:avLst/>
          </a:prstGeom>
        </p:spPr>
        <p:txBody>
          <a:bodyPr lIns="0" tIns="0" rIns="0" b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04</a:t>
            </a:r>
          </a:p>
        </p:txBody>
      </p:sp>
    </p:spTree>
    <p:extLst>
      <p:ext uri="{BB962C8B-B14F-4D97-AF65-F5344CB8AC3E}">
        <p14:creationId xmlns:p14="http://schemas.microsoft.com/office/powerpoint/2010/main" val="1964983593"/>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Blue shape_Title_Subtitle_Content_3 Layout">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5C115828-A4B2-4C63-9284-3EE9A55A556B}"/>
              </a:ext>
            </a:extLst>
          </p:cNvPr>
          <p:cNvSpPr/>
          <p:nvPr/>
        </p:nvSpPr>
        <p:spPr bwMode="auto">
          <a:xfrm>
            <a:off x="4583114" y="3477729"/>
            <a:ext cx="1704220" cy="278104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3" name="Rectangle 2">
            <a:extLst>
              <a:ext uri="{FF2B5EF4-FFF2-40B4-BE49-F238E27FC236}">
                <a16:creationId xmlns:a16="http://schemas.microsoft.com/office/drawing/2014/main" id="{42F95E0F-9554-4E8E-BECB-491620008177}"/>
              </a:ext>
            </a:extLst>
          </p:cNvPr>
          <p:cNvSpPr/>
          <p:nvPr/>
        </p:nvSpPr>
        <p:spPr bwMode="auto">
          <a:xfrm>
            <a:off x="4583114" y="585788"/>
            <a:ext cx="1704220" cy="278104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cxnSp>
        <p:nvCxnSpPr>
          <p:cNvPr id="50" name="Straight Connector 49">
            <a:extLst>
              <a:ext uri="{FF2B5EF4-FFF2-40B4-BE49-F238E27FC236}">
                <a16:creationId xmlns:a16="http://schemas.microsoft.com/office/drawing/2014/main" id="{491ECCFF-A78D-1C4C-B06A-287BFFD18C0B}"/>
              </a:ext>
            </a:extLst>
          </p:cNvPr>
          <p:cNvCxnSpPr>
            <a:cxnSpLocks/>
          </p:cNvCxnSpPr>
          <p:nvPr/>
        </p:nvCxnSpPr>
        <p:spPr>
          <a:xfrm>
            <a:off x="4583114" y="585968"/>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D518E73C-187A-004E-9315-F4550400997B}"/>
              </a:ext>
            </a:extLst>
          </p:cNvPr>
          <p:cNvCxnSpPr>
            <a:cxnSpLocks/>
          </p:cNvCxnSpPr>
          <p:nvPr/>
        </p:nvCxnSpPr>
        <p:spPr>
          <a:xfrm>
            <a:off x="4583114" y="3366839"/>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52E210D2-07B9-CE46-BAA5-0149E8DEF15F}"/>
              </a:ext>
            </a:extLst>
          </p:cNvPr>
          <p:cNvCxnSpPr>
            <a:cxnSpLocks/>
          </p:cNvCxnSpPr>
          <p:nvPr/>
        </p:nvCxnSpPr>
        <p:spPr>
          <a:xfrm>
            <a:off x="4583114" y="3477726"/>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177354CA-AA42-3C4F-BC8C-E5000F50D104}"/>
              </a:ext>
            </a:extLst>
          </p:cNvPr>
          <p:cNvCxnSpPr>
            <a:cxnSpLocks/>
          </p:cNvCxnSpPr>
          <p:nvPr/>
        </p:nvCxnSpPr>
        <p:spPr>
          <a:xfrm>
            <a:off x="4583114" y="6258776"/>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1" name="Text Placeholder 4">
            <a:extLst>
              <a:ext uri="{FF2B5EF4-FFF2-40B4-BE49-F238E27FC236}">
                <a16:creationId xmlns:a16="http://schemas.microsoft.com/office/drawing/2014/main" id="{4BD19EB2-7D8F-AC41-A8B6-1914246DD12A}"/>
              </a:ext>
            </a:extLst>
          </p:cNvPr>
          <p:cNvSpPr>
            <a:spLocks noGrp="1"/>
          </p:cNvSpPr>
          <p:nvPr>
            <p:ph type="body" sz="quarter" idx="15" hasCustomPrompt="1"/>
          </p:nvPr>
        </p:nvSpPr>
        <p:spPr>
          <a:xfrm>
            <a:off x="6573838" y="853214"/>
            <a:ext cx="5130057" cy="2246194"/>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62" name="Text Placeholder 4">
            <a:extLst>
              <a:ext uri="{FF2B5EF4-FFF2-40B4-BE49-F238E27FC236}">
                <a16:creationId xmlns:a16="http://schemas.microsoft.com/office/drawing/2014/main" id="{E7593565-8F64-304B-8C7E-9439401DD389}"/>
              </a:ext>
            </a:extLst>
          </p:cNvPr>
          <p:cNvSpPr>
            <a:spLocks noGrp="1"/>
          </p:cNvSpPr>
          <p:nvPr>
            <p:ph type="body" sz="quarter" idx="16" hasCustomPrompt="1"/>
          </p:nvPr>
        </p:nvSpPr>
        <p:spPr>
          <a:xfrm>
            <a:off x="4739127" y="853214"/>
            <a:ext cx="1392195" cy="2246194"/>
          </a:xfrm>
          <a:noFill/>
        </p:spPr>
        <p:txBody>
          <a:bodyPr wrap="square" lIns="0" tIns="0" rIns="0" bIns="0" anchor="ctr">
            <a:noAutofit/>
          </a:bodyPr>
          <a:lstStyle>
            <a:lvl1pPr marL="0" indent="0">
              <a:spcBef>
                <a:spcPts val="0"/>
              </a:spcBef>
              <a:buNone/>
              <a:defRPr sz="1600" spc="0" baseline="0">
                <a:solidFill>
                  <a:schemeClr val="tx2"/>
                </a:solidFill>
                <a:latin typeface="+mj-lt"/>
                <a:cs typeface="Segoe UI" panose="020B0502040204020203" pitchFamily="34" charset="0"/>
              </a:defRPr>
            </a:lvl1pPr>
          </a:lstStyle>
          <a:p>
            <a:pPr lvl="0"/>
            <a:r>
              <a:rPr lang="en-US"/>
              <a:t>Title here</a:t>
            </a:r>
          </a:p>
        </p:txBody>
      </p:sp>
      <p:sp>
        <p:nvSpPr>
          <p:cNvPr id="63" name="Text Placeholder 4">
            <a:extLst>
              <a:ext uri="{FF2B5EF4-FFF2-40B4-BE49-F238E27FC236}">
                <a16:creationId xmlns:a16="http://schemas.microsoft.com/office/drawing/2014/main" id="{A5C784BF-DD0C-4145-AFF6-60E0CD019133}"/>
              </a:ext>
            </a:extLst>
          </p:cNvPr>
          <p:cNvSpPr>
            <a:spLocks noGrp="1"/>
          </p:cNvSpPr>
          <p:nvPr>
            <p:ph type="body" sz="quarter" idx="17" hasCustomPrompt="1"/>
          </p:nvPr>
        </p:nvSpPr>
        <p:spPr>
          <a:xfrm>
            <a:off x="6573838" y="3745155"/>
            <a:ext cx="5130057" cy="2246194"/>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64" name="Text Placeholder 4">
            <a:extLst>
              <a:ext uri="{FF2B5EF4-FFF2-40B4-BE49-F238E27FC236}">
                <a16:creationId xmlns:a16="http://schemas.microsoft.com/office/drawing/2014/main" id="{2EA836EF-2EB8-5E4E-B346-EC54002F09DC}"/>
              </a:ext>
            </a:extLst>
          </p:cNvPr>
          <p:cNvSpPr>
            <a:spLocks noGrp="1"/>
          </p:cNvSpPr>
          <p:nvPr>
            <p:ph type="body" sz="quarter" idx="18" hasCustomPrompt="1"/>
          </p:nvPr>
        </p:nvSpPr>
        <p:spPr>
          <a:xfrm>
            <a:off x="4739127" y="3745155"/>
            <a:ext cx="1392195" cy="2246194"/>
          </a:xfrm>
          <a:noFill/>
        </p:spPr>
        <p:txBody>
          <a:bodyPr wrap="square" lIns="0" tIns="0" rIns="0" bIns="0" anchor="ctr">
            <a:noAutofit/>
          </a:bodyPr>
          <a:lstStyle>
            <a:lvl1pPr marL="0" indent="0">
              <a:spcBef>
                <a:spcPts val="0"/>
              </a:spcBef>
              <a:buNone/>
              <a:defRPr sz="1600" spc="0" baseline="0">
                <a:solidFill>
                  <a:schemeClr val="tx2"/>
                </a:solidFill>
                <a:latin typeface="+mj-lt"/>
                <a:cs typeface="Segoe UI" panose="020B0502040204020203" pitchFamily="34" charset="0"/>
              </a:defRPr>
            </a:lvl1pPr>
          </a:lstStyle>
          <a:p>
            <a:pPr lvl="0"/>
            <a:r>
              <a:rPr lang="en-US"/>
              <a:t>Title here</a:t>
            </a:r>
          </a:p>
        </p:txBody>
      </p:sp>
      <p:sp>
        <p:nvSpPr>
          <p:cNvPr id="14" name="Footer Placeholder 4">
            <a:extLst>
              <a:ext uri="{FF2B5EF4-FFF2-40B4-BE49-F238E27FC236}">
                <a16:creationId xmlns:a16="http://schemas.microsoft.com/office/drawing/2014/main" id="{6611CD12-3411-4A81-9E8C-BDCA5C7E737F}"/>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15" name="Slide Number Placeholder 5">
            <a:extLst>
              <a:ext uri="{FF2B5EF4-FFF2-40B4-BE49-F238E27FC236}">
                <a16:creationId xmlns:a16="http://schemas.microsoft.com/office/drawing/2014/main" id="{FEBB3A48-4E52-4A27-9CA2-92707D5471FC}"/>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19" name="Rectangle 18">
            <a:extLst>
              <a:ext uri="{FF2B5EF4-FFF2-40B4-BE49-F238E27FC236}">
                <a16:creationId xmlns:a16="http://schemas.microsoft.com/office/drawing/2014/main" id="{06D5A150-7E2C-414D-B68B-9C94D25E39DC}"/>
              </a:ext>
            </a:extLst>
          </p:cNvPr>
          <p:cNvSpPr/>
          <p:nvPr/>
        </p:nvSpPr>
        <p:spPr bwMode="auto">
          <a:xfrm>
            <a:off x="0" y="0"/>
            <a:ext cx="43053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0" name="Title 1">
            <a:extLst>
              <a:ext uri="{FF2B5EF4-FFF2-40B4-BE49-F238E27FC236}">
                <a16:creationId xmlns:a16="http://schemas.microsoft.com/office/drawing/2014/main" id="{12AE0041-F3F5-4B38-BA5A-7E919381E285}"/>
              </a:ext>
            </a:extLst>
          </p:cNvPr>
          <p:cNvSpPr>
            <a:spLocks noGrp="1"/>
          </p:cNvSpPr>
          <p:nvPr>
            <p:ph type="title"/>
          </p:nvPr>
        </p:nvSpPr>
        <p:spPr>
          <a:xfrm>
            <a:off x="575481" y="2141575"/>
            <a:ext cx="3463119" cy="1846659"/>
          </a:xfrm>
        </p:spPr>
        <p:txBody>
          <a:bodyPr wrap="square">
            <a:spAutoFit/>
          </a:bodyPr>
          <a:lstStyle>
            <a:lvl1pPr algn="l" defTabSz="932742" rtl="0" eaLnBrk="1" latinLnBrk="0" hangingPunct="1">
              <a:lnSpc>
                <a:spcPct val="100000"/>
              </a:lnSpc>
              <a:spcBef>
                <a:spcPct val="0"/>
              </a:spcBef>
              <a:buNone/>
              <a:defRPr lang="en-US" sz="40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21" name="Text Placeholder 4">
            <a:extLst>
              <a:ext uri="{FF2B5EF4-FFF2-40B4-BE49-F238E27FC236}">
                <a16:creationId xmlns:a16="http://schemas.microsoft.com/office/drawing/2014/main" id="{5D456B66-B037-4653-AFA9-F989D2754329}"/>
              </a:ext>
            </a:extLst>
          </p:cNvPr>
          <p:cNvSpPr>
            <a:spLocks noGrp="1"/>
          </p:cNvSpPr>
          <p:nvPr>
            <p:ph type="body" sz="quarter" idx="12" hasCustomPrompt="1"/>
          </p:nvPr>
        </p:nvSpPr>
        <p:spPr>
          <a:xfrm>
            <a:off x="584201" y="4120945"/>
            <a:ext cx="3463119" cy="276999"/>
          </a:xfrm>
          <a:noFill/>
        </p:spPr>
        <p:txBody>
          <a:bodyPr wrap="square" lIns="0" tIns="0" rIns="0" bIns="0">
            <a:spAutoFit/>
          </a:bodyPr>
          <a:lstStyle>
            <a:lvl1pPr marL="0" indent="0">
              <a:spcBef>
                <a:spcPts val="0"/>
              </a:spcBef>
              <a:buNone/>
              <a:defRPr sz="1800" spc="0" baseline="0">
                <a:solidFill>
                  <a:schemeClr val="bg1"/>
                </a:solidFill>
                <a:latin typeface="+mn-lt"/>
                <a:cs typeface="Segoe UI" panose="020B0502040204020203" pitchFamily="34" charset="0"/>
              </a:defRPr>
            </a:lvl1pPr>
          </a:lstStyle>
          <a:p>
            <a:pPr lvl="0"/>
            <a:r>
              <a:rPr lang="en-US"/>
              <a:t>Subtitle</a:t>
            </a:r>
          </a:p>
        </p:txBody>
      </p:sp>
      <p:sp>
        <p:nvSpPr>
          <p:cNvPr id="2" name="Rectangle 1">
            <a:extLst>
              <a:ext uri="{FF2B5EF4-FFF2-40B4-BE49-F238E27FC236}">
                <a16:creationId xmlns:a16="http://schemas.microsoft.com/office/drawing/2014/main" id="{9BFE431A-6F63-61D1-5528-CC8B3D1C1287}"/>
              </a:ext>
            </a:extLst>
          </p:cNvPr>
          <p:cNvSpPr/>
          <p:nvPr userDrawn="1"/>
        </p:nvSpPr>
        <p:spPr bwMode="auto">
          <a:xfrm>
            <a:off x="4583114" y="3477729"/>
            <a:ext cx="1704220" cy="278104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4" name="Rectangle 3">
            <a:extLst>
              <a:ext uri="{FF2B5EF4-FFF2-40B4-BE49-F238E27FC236}">
                <a16:creationId xmlns:a16="http://schemas.microsoft.com/office/drawing/2014/main" id="{1F0BB7E2-D63A-6124-F98E-11354981C92A}"/>
              </a:ext>
            </a:extLst>
          </p:cNvPr>
          <p:cNvSpPr/>
          <p:nvPr userDrawn="1"/>
        </p:nvSpPr>
        <p:spPr bwMode="auto">
          <a:xfrm>
            <a:off x="4583114" y="585788"/>
            <a:ext cx="1704220" cy="278104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5" name="Text Placeholder 4">
            <a:extLst>
              <a:ext uri="{FF2B5EF4-FFF2-40B4-BE49-F238E27FC236}">
                <a16:creationId xmlns:a16="http://schemas.microsoft.com/office/drawing/2014/main" id="{CF4831CE-A045-C1F7-3391-315EA9878B29}"/>
              </a:ext>
            </a:extLst>
          </p:cNvPr>
          <p:cNvSpPr>
            <a:spLocks noGrp="1"/>
          </p:cNvSpPr>
          <p:nvPr>
            <p:ph type="body" sz="quarter" idx="15" hasCustomPrompt="1"/>
          </p:nvPr>
        </p:nvSpPr>
        <p:spPr>
          <a:xfrm>
            <a:off x="6573838" y="853214"/>
            <a:ext cx="5130057" cy="2246194"/>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6" name="Text Placeholder 4">
            <a:extLst>
              <a:ext uri="{FF2B5EF4-FFF2-40B4-BE49-F238E27FC236}">
                <a16:creationId xmlns:a16="http://schemas.microsoft.com/office/drawing/2014/main" id="{D2E456AC-17EB-0AF8-20F4-AB9CC430F695}"/>
              </a:ext>
            </a:extLst>
          </p:cNvPr>
          <p:cNvSpPr>
            <a:spLocks noGrp="1"/>
          </p:cNvSpPr>
          <p:nvPr>
            <p:ph type="body" sz="quarter" idx="16" hasCustomPrompt="1"/>
          </p:nvPr>
        </p:nvSpPr>
        <p:spPr>
          <a:xfrm>
            <a:off x="4739127" y="853214"/>
            <a:ext cx="1392195" cy="2246194"/>
          </a:xfrm>
          <a:noFill/>
        </p:spPr>
        <p:txBody>
          <a:bodyPr wrap="square" lIns="0" tIns="0" rIns="0" bIns="0" anchor="ctr">
            <a:noAutofit/>
          </a:bodyPr>
          <a:lstStyle>
            <a:lvl1pPr marL="0" indent="0">
              <a:spcBef>
                <a:spcPts val="0"/>
              </a:spcBef>
              <a:buNone/>
              <a:defRPr sz="1600" spc="0" baseline="0">
                <a:solidFill>
                  <a:schemeClr val="tx2"/>
                </a:solidFill>
                <a:latin typeface="+mj-lt"/>
                <a:cs typeface="Segoe UI" panose="020B0502040204020203" pitchFamily="34" charset="0"/>
              </a:defRPr>
            </a:lvl1pPr>
          </a:lstStyle>
          <a:p>
            <a:pPr lvl="0"/>
            <a:r>
              <a:rPr lang="en-US"/>
              <a:t>Title here</a:t>
            </a:r>
          </a:p>
        </p:txBody>
      </p:sp>
      <p:sp>
        <p:nvSpPr>
          <p:cNvPr id="7" name="Text Placeholder 4">
            <a:extLst>
              <a:ext uri="{FF2B5EF4-FFF2-40B4-BE49-F238E27FC236}">
                <a16:creationId xmlns:a16="http://schemas.microsoft.com/office/drawing/2014/main" id="{2E4377E8-5BFD-B0E9-B4ED-4FD6B58CE21A}"/>
              </a:ext>
            </a:extLst>
          </p:cNvPr>
          <p:cNvSpPr>
            <a:spLocks noGrp="1"/>
          </p:cNvSpPr>
          <p:nvPr>
            <p:ph type="body" sz="quarter" idx="17" hasCustomPrompt="1"/>
          </p:nvPr>
        </p:nvSpPr>
        <p:spPr>
          <a:xfrm>
            <a:off x="6573838" y="3745155"/>
            <a:ext cx="5130057" cy="2246194"/>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8" name="Text Placeholder 4">
            <a:extLst>
              <a:ext uri="{FF2B5EF4-FFF2-40B4-BE49-F238E27FC236}">
                <a16:creationId xmlns:a16="http://schemas.microsoft.com/office/drawing/2014/main" id="{9B017822-0BF5-6D15-F0C4-DF7158A69ABC}"/>
              </a:ext>
            </a:extLst>
          </p:cNvPr>
          <p:cNvSpPr>
            <a:spLocks noGrp="1"/>
          </p:cNvSpPr>
          <p:nvPr>
            <p:ph type="body" sz="quarter" idx="18" hasCustomPrompt="1"/>
          </p:nvPr>
        </p:nvSpPr>
        <p:spPr>
          <a:xfrm>
            <a:off x="4739127" y="3745155"/>
            <a:ext cx="1392195" cy="2246194"/>
          </a:xfrm>
          <a:noFill/>
        </p:spPr>
        <p:txBody>
          <a:bodyPr wrap="square" lIns="0" tIns="0" rIns="0" bIns="0" anchor="ctr">
            <a:noAutofit/>
          </a:bodyPr>
          <a:lstStyle>
            <a:lvl1pPr marL="0" indent="0">
              <a:spcBef>
                <a:spcPts val="0"/>
              </a:spcBef>
              <a:buNone/>
              <a:defRPr sz="1600" spc="0" baseline="0">
                <a:solidFill>
                  <a:schemeClr val="tx2"/>
                </a:solidFill>
                <a:latin typeface="+mj-lt"/>
                <a:cs typeface="Segoe UI" panose="020B0502040204020203" pitchFamily="34" charset="0"/>
              </a:defRPr>
            </a:lvl1pPr>
          </a:lstStyle>
          <a:p>
            <a:pPr lvl="0"/>
            <a:r>
              <a:rPr lang="en-US"/>
              <a:t>Title here</a:t>
            </a:r>
          </a:p>
        </p:txBody>
      </p:sp>
      <p:sp>
        <p:nvSpPr>
          <p:cNvPr id="9" name="Footer Placeholder 4">
            <a:extLst>
              <a:ext uri="{FF2B5EF4-FFF2-40B4-BE49-F238E27FC236}">
                <a16:creationId xmlns:a16="http://schemas.microsoft.com/office/drawing/2014/main" id="{369BB4E9-953D-13C9-5C4F-A7CBF551E29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10" name="Slide Number Placeholder 5">
            <a:extLst>
              <a:ext uri="{FF2B5EF4-FFF2-40B4-BE49-F238E27FC236}">
                <a16:creationId xmlns:a16="http://schemas.microsoft.com/office/drawing/2014/main" id="{7FD7A82D-6421-49CF-F825-7CE531C634DF}"/>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11" name="Rectangle 10">
            <a:extLst>
              <a:ext uri="{FF2B5EF4-FFF2-40B4-BE49-F238E27FC236}">
                <a16:creationId xmlns:a16="http://schemas.microsoft.com/office/drawing/2014/main" id="{64E8B8E6-D90D-1BF2-48AA-91286BE2B4E0}"/>
              </a:ext>
            </a:extLst>
          </p:cNvPr>
          <p:cNvSpPr/>
          <p:nvPr userDrawn="1"/>
        </p:nvSpPr>
        <p:spPr bwMode="auto">
          <a:xfrm>
            <a:off x="0" y="0"/>
            <a:ext cx="43053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2746339188"/>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Divider_1">
    <p:bg>
      <p:bgPr>
        <a:solidFill>
          <a:schemeClr val="accent2"/>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2D547BD7-AC55-6C40-A7CB-C9142C95C562}"/>
              </a:ext>
            </a:extLst>
          </p:cNvPr>
          <p:cNvSpPr>
            <a:spLocks noGrp="1"/>
          </p:cNvSpPr>
          <p:nvPr>
            <p:ph type="title"/>
          </p:nvPr>
        </p:nvSpPr>
        <p:spPr>
          <a:xfrm>
            <a:off x="584200" y="4334637"/>
            <a:ext cx="9169400"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edit Master title style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7" name="Footer Placeholder 4">
            <a:extLst>
              <a:ext uri="{FF2B5EF4-FFF2-40B4-BE49-F238E27FC236}">
                <a16:creationId xmlns:a16="http://schemas.microsoft.com/office/drawing/2014/main" id="{A6196947-EDB7-4F31-A405-9AE6EFA4C476}"/>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8" name="Slide Number Placeholder 5">
            <a:extLst>
              <a:ext uri="{FF2B5EF4-FFF2-40B4-BE49-F238E27FC236}">
                <a16:creationId xmlns:a16="http://schemas.microsoft.com/office/drawing/2014/main" id="{4D2DA863-F774-4788-9D62-D8BDC08571C6}"/>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cxnSp>
        <p:nvCxnSpPr>
          <p:cNvPr id="2" name="Straight Connector 1">
            <a:extLst>
              <a:ext uri="{FF2B5EF4-FFF2-40B4-BE49-F238E27FC236}">
                <a16:creationId xmlns:a16="http://schemas.microsoft.com/office/drawing/2014/main" id="{2D48B2AA-6947-C03E-ADC6-C678C17A5781}"/>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1312641"/>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1_Divider_1">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60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01</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4EC9115C-86E9-F143-8EB8-9CE9C70F9C8A}"/>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69FC74D6-AD99-AABF-12F6-7642D40770D2}"/>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60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01</a:t>
            </a:r>
          </a:p>
        </p:txBody>
      </p:sp>
      <p:cxnSp>
        <p:nvCxnSpPr>
          <p:cNvPr id="4" name="Straight Connector 3">
            <a:extLst>
              <a:ext uri="{FF2B5EF4-FFF2-40B4-BE49-F238E27FC236}">
                <a16:creationId xmlns:a16="http://schemas.microsoft.com/office/drawing/2014/main" id="{A3D4C85A-3A2E-8E91-967B-CE12E2C7DD90}"/>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AD75A541-BC17-6A99-361D-DA6B775B8C67}"/>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754010326"/>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Divider_2">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02</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C40025DA-5880-5949-A056-5F0F19F396D7}"/>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7EC8E6EE-2B6E-6C6F-D2A7-4AFE1960FD0F}"/>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02</a:t>
            </a:r>
          </a:p>
        </p:txBody>
      </p:sp>
      <p:cxnSp>
        <p:nvCxnSpPr>
          <p:cNvPr id="4" name="Straight Connector 3">
            <a:extLst>
              <a:ext uri="{FF2B5EF4-FFF2-40B4-BE49-F238E27FC236}">
                <a16:creationId xmlns:a16="http://schemas.microsoft.com/office/drawing/2014/main" id="{1B344902-03DA-C26A-4C75-FC87375732BB}"/>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0E627296-68AC-1F15-B54F-8B15B646CBCE}"/>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1127906411"/>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Divider_3">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03</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30E57CC7-163C-B847-9127-71FEC21CB88A}"/>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4404E176-9D63-2251-DB1F-98BAD1464F54}"/>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03</a:t>
            </a:r>
          </a:p>
        </p:txBody>
      </p:sp>
      <p:cxnSp>
        <p:nvCxnSpPr>
          <p:cNvPr id="4" name="Straight Connector 3">
            <a:extLst>
              <a:ext uri="{FF2B5EF4-FFF2-40B4-BE49-F238E27FC236}">
                <a16:creationId xmlns:a16="http://schemas.microsoft.com/office/drawing/2014/main" id="{BD4FD3D3-B8EA-F298-F342-54EF0CB4FCDF}"/>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8828C46C-E045-CD92-B361-46CB62E1A6AB}"/>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2030379362"/>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Divider_4">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04</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C127E473-81C3-9141-8742-48EFD1E9E45A}"/>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83F9385D-20D7-65E5-C1AD-69DD54593489}"/>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04</a:t>
            </a:r>
          </a:p>
        </p:txBody>
      </p:sp>
      <p:cxnSp>
        <p:nvCxnSpPr>
          <p:cNvPr id="4" name="Straight Connector 3">
            <a:extLst>
              <a:ext uri="{FF2B5EF4-FFF2-40B4-BE49-F238E27FC236}">
                <a16:creationId xmlns:a16="http://schemas.microsoft.com/office/drawing/2014/main" id="{C77E3538-D23A-519D-8669-DD15F202912C}"/>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A5165596-F21C-DE10-0A8C-34E4275ED734}"/>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990451594"/>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Divider_5">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05</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A9BCC3FF-9212-1A4D-B6CC-E7BAB6E34917}"/>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7C4FBADD-F067-B3AF-C12C-91F41517AA8C}"/>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05</a:t>
            </a:r>
          </a:p>
        </p:txBody>
      </p:sp>
      <p:cxnSp>
        <p:nvCxnSpPr>
          <p:cNvPr id="4" name="Straight Connector 3">
            <a:extLst>
              <a:ext uri="{FF2B5EF4-FFF2-40B4-BE49-F238E27FC236}">
                <a16:creationId xmlns:a16="http://schemas.microsoft.com/office/drawing/2014/main" id="{8A09DC6A-3ABD-FA76-F91A-542191F8119A}"/>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E42A1CAF-487A-64E9-5E94-09FE71944536}"/>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1596369515"/>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Divider_6">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06</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E0746CF9-0210-E241-8CC0-D4536C169E5A}"/>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B88F2084-DA25-8C9A-182C-8DE4B84EFDAC}"/>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06</a:t>
            </a:r>
          </a:p>
        </p:txBody>
      </p:sp>
      <p:cxnSp>
        <p:nvCxnSpPr>
          <p:cNvPr id="4" name="Straight Connector 3">
            <a:extLst>
              <a:ext uri="{FF2B5EF4-FFF2-40B4-BE49-F238E27FC236}">
                <a16:creationId xmlns:a16="http://schemas.microsoft.com/office/drawing/2014/main" id="{7090D05A-BF94-633F-516E-FE9B230DE505}"/>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3728C721-2C10-2D48-704A-93E4498C9F8D}"/>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427031434"/>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8330118-7E69-4295-8E46-2D3C12A6145D}"/>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05BBAA7F-5B33-4C2D-834A-3AA3431DEAD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1923980955"/>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1_Blank_Navy">
    <p:bg>
      <p:bgPr>
        <a:solidFill>
          <a:schemeClr val="accent2"/>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F729F02E-C568-4079-80DB-8AF35FDEB748}"/>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96A942DB-9933-4199-B223-8A9AF3F212C7}"/>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4035631961"/>
      </p:ext>
    </p:extLst>
  </p:cSld>
  <p:clrMapOvr>
    <a:masterClrMapping/>
  </p:clrMapOvr>
  <p:transition>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Blank_Blue">
    <p:bg>
      <p:bgPr>
        <a:solidFill>
          <a:schemeClr val="accent1"/>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8979C7A1-5DB9-493E-B3C9-715A64CE0317}"/>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013BE040-8B17-4BFF-A007-D82BBBEDF8BE}"/>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2787324561"/>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Blank_Green">
    <p:bg>
      <p:bgPr>
        <a:solidFill>
          <a:schemeClr val="accent4"/>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69CC2AF9-DDBE-4701-8765-2DD4889CA32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5B23B171-018F-4FCA-888B-6B7146E7C9C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850664127"/>
      </p:ext>
    </p:extLst>
  </p:cSld>
  <p:clrMapOvr>
    <a:masterClrMapping/>
  </p:clrMapOvr>
  <p:transition>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Title_Numbered_Content">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18F2C41-5A30-1248-BC80-9A37B665EECC}"/>
              </a:ext>
            </a:extLst>
          </p:cNvPr>
          <p:cNvSpPr txBox="1"/>
          <p:nvPr/>
        </p:nvSpPr>
        <p:spPr>
          <a:xfrm flipH="1">
            <a:off x="584200" y="1682348"/>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a:t>
            </a:r>
          </a:p>
        </p:txBody>
      </p:sp>
      <p:sp>
        <p:nvSpPr>
          <p:cNvPr id="5" name="TextBox 4">
            <a:extLst>
              <a:ext uri="{FF2B5EF4-FFF2-40B4-BE49-F238E27FC236}">
                <a16:creationId xmlns:a16="http://schemas.microsoft.com/office/drawing/2014/main" id="{4D68F0A3-9593-8B46-BA55-A0F722402788}"/>
              </a:ext>
            </a:extLst>
          </p:cNvPr>
          <p:cNvSpPr txBox="1"/>
          <p:nvPr/>
        </p:nvSpPr>
        <p:spPr>
          <a:xfrm flipH="1">
            <a:off x="2438400" y="1682348"/>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2</a:t>
            </a:r>
          </a:p>
        </p:txBody>
      </p:sp>
      <p:sp>
        <p:nvSpPr>
          <p:cNvPr id="6" name="TextBox 5">
            <a:extLst>
              <a:ext uri="{FF2B5EF4-FFF2-40B4-BE49-F238E27FC236}">
                <a16:creationId xmlns:a16="http://schemas.microsoft.com/office/drawing/2014/main" id="{E5945E50-A071-0142-989D-F328676D8802}"/>
              </a:ext>
            </a:extLst>
          </p:cNvPr>
          <p:cNvSpPr txBox="1"/>
          <p:nvPr/>
        </p:nvSpPr>
        <p:spPr>
          <a:xfrm flipH="1">
            <a:off x="4317259" y="1682348"/>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3</a:t>
            </a:r>
          </a:p>
        </p:txBody>
      </p:sp>
      <p:sp>
        <p:nvSpPr>
          <p:cNvPr id="7" name="TextBox 6">
            <a:extLst>
              <a:ext uri="{FF2B5EF4-FFF2-40B4-BE49-F238E27FC236}">
                <a16:creationId xmlns:a16="http://schemas.microsoft.com/office/drawing/2014/main" id="{2F614F22-4D74-7342-860E-4B18A66D7E4D}"/>
              </a:ext>
            </a:extLst>
          </p:cNvPr>
          <p:cNvSpPr txBox="1"/>
          <p:nvPr/>
        </p:nvSpPr>
        <p:spPr>
          <a:xfrm flipH="1">
            <a:off x="6133759" y="1682348"/>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4</a:t>
            </a:r>
          </a:p>
        </p:txBody>
      </p:sp>
      <p:sp>
        <p:nvSpPr>
          <p:cNvPr id="8" name="TextBox 7">
            <a:extLst>
              <a:ext uri="{FF2B5EF4-FFF2-40B4-BE49-F238E27FC236}">
                <a16:creationId xmlns:a16="http://schemas.microsoft.com/office/drawing/2014/main" id="{9CFA38B9-D596-324E-B56C-86272052ED71}"/>
              </a:ext>
            </a:extLst>
          </p:cNvPr>
          <p:cNvSpPr txBox="1"/>
          <p:nvPr/>
        </p:nvSpPr>
        <p:spPr>
          <a:xfrm flipH="1">
            <a:off x="8000999" y="1682348"/>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5</a:t>
            </a:r>
          </a:p>
        </p:txBody>
      </p:sp>
      <p:sp>
        <p:nvSpPr>
          <p:cNvPr id="9" name="TextBox 8">
            <a:extLst>
              <a:ext uri="{FF2B5EF4-FFF2-40B4-BE49-F238E27FC236}">
                <a16:creationId xmlns:a16="http://schemas.microsoft.com/office/drawing/2014/main" id="{389AA766-019D-D747-8BF8-A6BB5F9B0D2A}"/>
              </a:ext>
            </a:extLst>
          </p:cNvPr>
          <p:cNvSpPr txBox="1"/>
          <p:nvPr/>
        </p:nvSpPr>
        <p:spPr>
          <a:xfrm flipH="1">
            <a:off x="9867900" y="1682348"/>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6</a:t>
            </a:r>
          </a:p>
        </p:txBody>
      </p:sp>
      <p:sp>
        <p:nvSpPr>
          <p:cNvPr id="10" name="TextBox 9">
            <a:extLst>
              <a:ext uri="{FF2B5EF4-FFF2-40B4-BE49-F238E27FC236}">
                <a16:creationId xmlns:a16="http://schemas.microsoft.com/office/drawing/2014/main" id="{FC53D296-5303-4A40-AC03-A80B718ABEE0}"/>
              </a:ext>
            </a:extLst>
          </p:cNvPr>
          <p:cNvSpPr txBox="1"/>
          <p:nvPr/>
        </p:nvSpPr>
        <p:spPr>
          <a:xfrm flipH="1">
            <a:off x="584200" y="4035023"/>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7</a:t>
            </a:r>
          </a:p>
        </p:txBody>
      </p:sp>
      <p:sp>
        <p:nvSpPr>
          <p:cNvPr id="11" name="TextBox 10">
            <a:extLst>
              <a:ext uri="{FF2B5EF4-FFF2-40B4-BE49-F238E27FC236}">
                <a16:creationId xmlns:a16="http://schemas.microsoft.com/office/drawing/2014/main" id="{28091C67-5938-734E-B7A2-BD95A68B67E6}"/>
              </a:ext>
            </a:extLst>
          </p:cNvPr>
          <p:cNvSpPr txBox="1"/>
          <p:nvPr/>
        </p:nvSpPr>
        <p:spPr>
          <a:xfrm flipH="1">
            <a:off x="2438400" y="4035023"/>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8</a:t>
            </a:r>
          </a:p>
        </p:txBody>
      </p:sp>
      <p:sp>
        <p:nvSpPr>
          <p:cNvPr id="12" name="TextBox 11">
            <a:extLst>
              <a:ext uri="{FF2B5EF4-FFF2-40B4-BE49-F238E27FC236}">
                <a16:creationId xmlns:a16="http://schemas.microsoft.com/office/drawing/2014/main" id="{F6E67942-3EF0-2141-89C0-47BA2F77054B}"/>
              </a:ext>
            </a:extLst>
          </p:cNvPr>
          <p:cNvSpPr txBox="1"/>
          <p:nvPr/>
        </p:nvSpPr>
        <p:spPr>
          <a:xfrm flipH="1">
            <a:off x="4317259" y="4035023"/>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9</a:t>
            </a:r>
          </a:p>
        </p:txBody>
      </p:sp>
      <p:sp>
        <p:nvSpPr>
          <p:cNvPr id="13" name="TextBox 12">
            <a:extLst>
              <a:ext uri="{FF2B5EF4-FFF2-40B4-BE49-F238E27FC236}">
                <a16:creationId xmlns:a16="http://schemas.microsoft.com/office/drawing/2014/main" id="{76066549-A02E-E44F-96D7-F0B171B059E3}"/>
              </a:ext>
            </a:extLst>
          </p:cNvPr>
          <p:cNvSpPr txBox="1"/>
          <p:nvPr/>
        </p:nvSpPr>
        <p:spPr>
          <a:xfrm flipH="1">
            <a:off x="6133759" y="4035023"/>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10</a:t>
            </a:r>
          </a:p>
        </p:txBody>
      </p:sp>
      <p:sp>
        <p:nvSpPr>
          <p:cNvPr id="14" name="TextBox 13">
            <a:extLst>
              <a:ext uri="{FF2B5EF4-FFF2-40B4-BE49-F238E27FC236}">
                <a16:creationId xmlns:a16="http://schemas.microsoft.com/office/drawing/2014/main" id="{898C6871-7F8D-4545-9CE1-97DF89587969}"/>
              </a:ext>
            </a:extLst>
          </p:cNvPr>
          <p:cNvSpPr txBox="1"/>
          <p:nvPr/>
        </p:nvSpPr>
        <p:spPr>
          <a:xfrm flipH="1">
            <a:off x="8000999" y="4035023"/>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11</a:t>
            </a:r>
          </a:p>
        </p:txBody>
      </p:sp>
      <p:sp>
        <p:nvSpPr>
          <p:cNvPr id="15" name="TextBox 14">
            <a:extLst>
              <a:ext uri="{FF2B5EF4-FFF2-40B4-BE49-F238E27FC236}">
                <a16:creationId xmlns:a16="http://schemas.microsoft.com/office/drawing/2014/main" id="{0BCD1BBA-EDFD-9E48-8219-788B491881B6}"/>
              </a:ext>
            </a:extLst>
          </p:cNvPr>
          <p:cNvSpPr txBox="1"/>
          <p:nvPr/>
        </p:nvSpPr>
        <p:spPr>
          <a:xfrm flipH="1">
            <a:off x="9867900" y="4035023"/>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715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384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05300" y="2382803"/>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134100" y="2382803"/>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0010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9867900" y="2382803"/>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754780"/>
            <a:ext cx="17399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384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05300" y="4754780"/>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134100" y="4754780"/>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0010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9867900" y="4754780"/>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F6214ADD-C013-AD4B-9259-B4C0DF103505}"/>
              </a:ext>
            </a:extLst>
          </p:cNvPr>
          <p:cNvCxnSpPr>
            <a:cxnSpLocks/>
          </p:cNvCxnSpPr>
          <p:nvPr/>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60070C8-183F-C043-835B-D2D13758DA7B}"/>
              </a:ext>
            </a:extLst>
          </p:cNvPr>
          <p:cNvCxnSpPr>
            <a:cxnSpLocks/>
          </p:cNvCxnSpPr>
          <p:nvPr/>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Title 1">
            <a:extLst>
              <a:ext uri="{FF2B5EF4-FFF2-40B4-BE49-F238E27FC236}">
                <a16:creationId xmlns:a16="http://schemas.microsoft.com/office/drawing/2014/main" id="{A121B5B0-D86E-714A-AD4D-AE5C81179484}"/>
              </a:ext>
            </a:extLst>
          </p:cNvPr>
          <p:cNvSpPr>
            <a:spLocks noGrp="1"/>
          </p:cNvSpPr>
          <p:nvPr>
            <p:ph type="title"/>
          </p:nvPr>
        </p:nvSpPr>
        <p:spPr>
          <a:xfrm>
            <a:off x="575481" y="599436"/>
            <a:ext cx="11018520" cy="677108"/>
          </a:xfrm>
        </p:spPr>
        <p:txBody>
          <a:bodyPr/>
          <a:lstStyle>
            <a:lvl1pPr algn="l" defTabSz="932742" rtl="0" eaLnBrk="1" latinLnBrk="0" hangingPunct="1">
              <a:lnSpc>
                <a:spcPct val="100000"/>
              </a:lnSpc>
              <a:spcBef>
                <a:spcPct val="0"/>
              </a:spcBef>
              <a:buNone/>
              <a:defRPr lang="en-US" sz="44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1" name="Footer Placeholder 4">
            <a:extLst>
              <a:ext uri="{FF2B5EF4-FFF2-40B4-BE49-F238E27FC236}">
                <a16:creationId xmlns:a16="http://schemas.microsoft.com/office/drawing/2014/main" id="{2533A365-6B39-4527-855B-F6BC2552BB05}"/>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2" name="Slide Number Placeholder 5">
            <a:extLst>
              <a:ext uri="{FF2B5EF4-FFF2-40B4-BE49-F238E27FC236}">
                <a16:creationId xmlns:a16="http://schemas.microsoft.com/office/drawing/2014/main" id="{F34E0601-1B6B-4C1C-BC8D-DB3DC9ACA0E6}"/>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2" name="TextBox 1">
            <a:extLst>
              <a:ext uri="{FF2B5EF4-FFF2-40B4-BE49-F238E27FC236}">
                <a16:creationId xmlns:a16="http://schemas.microsoft.com/office/drawing/2014/main" id="{F5A77CDA-1A1F-95F2-63BD-FE156E5B2C52}"/>
              </a:ext>
            </a:extLst>
          </p:cNvPr>
          <p:cNvSpPr txBox="1"/>
          <p:nvPr userDrawn="1"/>
        </p:nvSpPr>
        <p:spPr>
          <a:xfrm flipH="1">
            <a:off x="584200" y="1682348"/>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a:t>
            </a:r>
          </a:p>
        </p:txBody>
      </p:sp>
      <p:sp>
        <p:nvSpPr>
          <p:cNvPr id="3" name="TextBox 2">
            <a:extLst>
              <a:ext uri="{FF2B5EF4-FFF2-40B4-BE49-F238E27FC236}">
                <a16:creationId xmlns:a16="http://schemas.microsoft.com/office/drawing/2014/main" id="{E4AEBDCD-9C2D-EEFB-B8AA-57C8FA5AA39D}"/>
              </a:ext>
            </a:extLst>
          </p:cNvPr>
          <p:cNvSpPr txBox="1"/>
          <p:nvPr userDrawn="1"/>
        </p:nvSpPr>
        <p:spPr>
          <a:xfrm flipH="1">
            <a:off x="2438400" y="1682348"/>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2</a:t>
            </a:r>
          </a:p>
        </p:txBody>
      </p:sp>
      <p:sp>
        <p:nvSpPr>
          <p:cNvPr id="29" name="TextBox 28">
            <a:extLst>
              <a:ext uri="{FF2B5EF4-FFF2-40B4-BE49-F238E27FC236}">
                <a16:creationId xmlns:a16="http://schemas.microsoft.com/office/drawing/2014/main" id="{8E680C46-DD6E-2772-6C7F-9ABBF1084DAA}"/>
              </a:ext>
            </a:extLst>
          </p:cNvPr>
          <p:cNvSpPr txBox="1"/>
          <p:nvPr userDrawn="1"/>
        </p:nvSpPr>
        <p:spPr>
          <a:xfrm flipH="1">
            <a:off x="4317259" y="1682348"/>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3</a:t>
            </a:r>
          </a:p>
        </p:txBody>
      </p:sp>
      <p:sp>
        <p:nvSpPr>
          <p:cNvPr id="34" name="TextBox 33">
            <a:extLst>
              <a:ext uri="{FF2B5EF4-FFF2-40B4-BE49-F238E27FC236}">
                <a16:creationId xmlns:a16="http://schemas.microsoft.com/office/drawing/2014/main" id="{87E4FFEA-0F83-8586-B517-90DD00832CF5}"/>
              </a:ext>
            </a:extLst>
          </p:cNvPr>
          <p:cNvSpPr txBox="1"/>
          <p:nvPr userDrawn="1"/>
        </p:nvSpPr>
        <p:spPr>
          <a:xfrm flipH="1">
            <a:off x="6133759" y="1682348"/>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4</a:t>
            </a:r>
          </a:p>
        </p:txBody>
      </p:sp>
      <p:sp>
        <p:nvSpPr>
          <p:cNvPr id="43" name="TextBox 42">
            <a:extLst>
              <a:ext uri="{FF2B5EF4-FFF2-40B4-BE49-F238E27FC236}">
                <a16:creationId xmlns:a16="http://schemas.microsoft.com/office/drawing/2014/main" id="{D6B50B51-CE3D-38FF-5636-E5C9FAE6FE4B}"/>
              </a:ext>
            </a:extLst>
          </p:cNvPr>
          <p:cNvSpPr txBox="1"/>
          <p:nvPr userDrawn="1"/>
        </p:nvSpPr>
        <p:spPr>
          <a:xfrm flipH="1">
            <a:off x="8000999" y="1682348"/>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5</a:t>
            </a:r>
          </a:p>
        </p:txBody>
      </p:sp>
      <p:sp>
        <p:nvSpPr>
          <p:cNvPr id="44" name="TextBox 43">
            <a:extLst>
              <a:ext uri="{FF2B5EF4-FFF2-40B4-BE49-F238E27FC236}">
                <a16:creationId xmlns:a16="http://schemas.microsoft.com/office/drawing/2014/main" id="{59C8C57C-AFC7-D01F-613B-F5B14F66475E}"/>
              </a:ext>
            </a:extLst>
          </p:cNvPr>
          <p:cNvSpPr txBox="1"/>
          <p:nvPr userDrawn="1"/>
        </p:nvSpPr>
        <p:spPr>
          <a:xfrm flipH="1">
            <a:off x="9867900" y="1682348"/>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6</a:t>
            </a:r>
          </a:p>
        </p:txBody>
      </p:sp>
      <p:sp>
        <p:nvSpPr>
          <p:cNvPr id="45" name="TextBox 44">
            <a:extLst>
              <a:ext uri="{FF2B5EF4-FFF2-40B4-BE49-F238E27FC236}">
                <a16:creationId xmlns:a16="http://schemas.microsoft.com/office/drawing/2014/main" id="{51F73151-2D25-CF71-828F-A7F78A77D489}"/>
              </a:ext>
            </a:extLst>
          </p:cNvPr>
          <p:cNvSpPr txBox="1"/>
          <p:nvPr userDrawn="1"/>
        </p:nvSpPr>
        <p:spPr>
          <a:xfrm flipH="1">
            <a:off x="584200" y="4035023"/>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7</a:t>
            </a:r>
          </a:p>
        </p:txBody>
      </p:sp>
      <p:sp>
        <p:nvSpPr>
          <p:cNvPr id="46" name="TextBox 45">
            <a:extLst>
              <a:ext uri="{FF2B5EF4-FFF2-40B4-BE49-F238E27FC236}">
                <a16:creationId xmlns:a16="http://schemas.microsoft.com/office/drawing/2014/main" id="{B057F83D-1835-ACBE-2D5E-AAC0F15D0324}"/>
              </a:ext>
            </a:extLst>
          </p:cNvPr>
          <p:cNvSpPr txBox="1"/>
          <p:nvPr userDrawn="1"/>
        </p:nvSpPr>
        <p:spPr>
          <a:xfrm flipH="1">
            <a:off x="2438400" y="4035023"/>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8</a:t>
            </a:r>
          </a:p>
        </p:txBody>
      </p:sp>
      <p:sp>
        <p:nvSpPr>
          <p:cNvPr id="47" name="TextBox 46">
            <a:extLst>
              <a:ext uri="{FF2B5EF4-FFF2-40B4-BE49-F238E27FC236}">
                <a16:creationId xmlns:a16="http://schemas.microsoft.com/office/drawing/2014/main" id="{785AE538-2609-09D4-98DB-1BAD837D08EA}"/>
              </a:ext>
            </a:extLst>
          </p:cNvPr>
          <p:cNvSpPr txBox="1"/>
          <p:nvPr userDrawn="1"/>
        </p:nvSpPr>
        <p:spPr>
          <a:xfrm flipH="1">
            <a:off x="4317259" y="4035023"/>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9</a:t>
            </a:r>
          </a:p>
        </p:txBody>
      </p:sp>
      <p:sp>
        <p:nvSpPr>
          <p:cNvPr id="48" name="TextBox 47">
            <a:extLst>
              <a:ext uri="{FF2B5EF4-FFF2-40B4-BE49-F238E27FC236}">
                <a16:creationId xmlns:a16="http://schemas.microsoft.com/office/drawing/2014/main" id="{72E46CC4-F931-28FB-2628-6BEAF5FB14B7}"/>
              </a:ext>
            </a:extLst>
          </p:cNvPr>
          <p:cNvSpPr txBox="1"/>
          <p:nvPr userDrawn="1"/>
        </p:nvSpPr>
        <p:spPr>
          <a:xfrm flipH="1">
            <a:off x="6133759" y="4035023"/>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10</a:t>
            </a:r>
          </a:p>
        </p:txBody>
      </p:sp>
      <p:sp>
        <p:nvSpPr>
          <p:cNvPr id="51" name="TextBox 50">
            <a:extLst>
              <a:ext uri="{FF2B5EF4-FFF2-40B4-BE49-F238E27FC236}">
                <a16:creationId xmlns:a16="http://schemas.microsoft.com/office/drawing/2014/main" id="{4BC71DE5-819B-C005-63EE-60F2C8976600}"/>
              </a:ext>
            </a:extLst>
          </p:cNvPr>
          <p:cNvSpPr txBox="1"/>
          <p:nvPr userDrawn="1"/>
        </p:nvSpPr>
        <p:spPr>
          <a:xfrm flipH="1">
            <a:off x="8000999" y="4035023"/>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11</a:t>
            </a:r>
          </a:p>
        </p:txBody>
      </p:sp>
      <p:sp>
        <p:nvSpPr>
          <p:cNvPr id="52" name="TextBox 51">
            <a:extLst>
              <a:ext uri="{FF2B5EF4-FFF2-40B4-BE49-F238E27FC236}">
                <a16:creationId xmlns:a16="http://schemas.microsoft.com/office/drawing/2014/main" id="{6769B0D6-C235-3FFB-68F0-6C71DA3D27CC}"/>
              </a:ext>
            </a:extLst>
          </p:cNvPr>
          <p:cNvSpPr txBox="1"/>
          <p:nvPr userDrawn="1"/>
        </p:nvSpPr>
        <p:spPr>
          <a:xfrm flipH="1">
            <a:off x="9867900" y="4035023"/>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12</a:t>
            </a:r>
          </a:p>
        </p:txBody>
      </p:sp>
      <p:cxnSp>
        <p:nvCxnSpPr>
          <p:cNvPr id="53" name="Straight Connector 52">
            <a:extLst>
              <a:ext uri="{FF2B5EF4-FFF2-40B4-BE49-F238E27FC236}">
                <a16:creationId xmlns:a16="http://schemas.microsoft.com/office/drawing/2014/main" id="{A0839622-0C49-0673-D387-176594B9294D}"/>
              </a:ext>
            </a:extLst>
          </p:cNvPr>
          <p:cNvCxnSpPr>
            <a:cxnSpLocks/>
          </p:cNvCxnSpPr>
          <p:nvPr userDrawn="1"/>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EA703FB1-8CFD-22C4-3581-510F481C59F7}"/>
              </a:ext>
            </a:extLst>
          </p:cNvPr>
          <p:cNvCxnSpPr>
            <a:cxnSpLocks/>
          </p:cNvCxnSpPr>
          <p:nvPr userDrawn="1"/>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9AA6C92-B973-A246-543A-DA7024338990}"/>
              </a:ext>
            </a:extLst>
          </p:cNvPr>
          <p:cNvCxnSpPr>
            <a:cxnSpLocks/>
          </p:cNvCxnSpPr>
          <p:nvPr userDrawn="1"/>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BC97EF50-98A4-7394-1AC3-7948542D2EBB}"/>
              </a:ext>
            </a:extLst>
          </p:cNvPr>
          <p:cNvCxnSpPr>
            <a:cxnSpLocks/>
          </p:cNvCxnSpPr>
          <p:nvPr userDrawn="1"/>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71CDBF7-B0E8-41F0-507D-D72662E19767}"/>
              </a:ext>
            </a:extLst>
          </p:cNvPr>
          <p:cNvCxnSpPr>
            <a:cxnSpLocks/>
          </p:cNvCxnSpPr>
          <p:nvPr userDrawn="1"/>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ACE30668-CFEF-9BBA-BC0A-FED30EDA9F0E}"/>
              </a:ext>
            </a:extLst>
          </p:cNvPr>
          <p:cNvCxnSpPr>
            <a:cxnSpLocks/>
          </p:cNvCxnSpPr>
          <p:nvPr userDrawn="1"/>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16A8C712-24B5-D582-C6C6-66364E9C5B32}"/>
              </a:ext>
            </a:extLst>
          </p:cNvPr>
          <p:cNvCxnSpPr>
            <a:cxnSpLocks/>
          </p:cNvCxnSpPr>
          <p:nvPr userDrawn="1"/>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BCFE365B-681D-FE30-2F1F-2D64E860BE65}"/>
              </a:ext>
            </a:extLst>
          </p:cNvPr>
          <p:cNvCxnSpPr>
            <a:cxnSpLocks/>
          </p:cNvCxnSpPr>
          <p:nvPr userDrawn="1"/>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72C09DC0-2C01-2506-33E7-D6EB4BA639AA}"/>
              </a:ext>
            </a:extLst>
          </p:cNvPr>
          <p:cNvCxnSpPr>
            <a:cxnSpLocks/>
          </p:cNvCxnSpPr>
          <p:nvPr userDrawn="1"/>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E3A60E9F-F527-1461-EC01-88A6BE8FE8ED}"/>
              </a:ext>
            </a:extLst>
          </p:cNvPr>
          <p:cNvCxnSpPr>
            <a:cxnSpLocks/>
          </p:cNvCxnSpPr>
          <p:nvPr userDrawn="1"/>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DA46AAA8-9E2C-3124-9D83-CD6EA8DDDE71}"/>
              </a:ext>
            </a:extLst>
          </p:cNvPr>
          <p:cNvCxnSpPr>
            <a:cxnSpLocks/>
          </p:cNvCxnSpPr>
          <p:nvPr userDrawn="1"/>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C845619A-43F0-3C64-9695-D41987557628}"/>
              </a:ext>
            </a:extLst>
          </p:cNvPr>
          <p:cNvCxnSpPr>
            <a:cxnSpLocks/>
          </p:cNvCxnSpPr>
          <p:nvPr userDrawn="1"/>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54698782"/>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Title_Month_Content">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18F2C41-5A30-1248-BC80-9A37B665EECC}"/>
              </a:ext>
            </a:extLst>
          </p:cNvPr>
          <p:cNvSpPr txBox="1"/>
          <p:nvPr/>
        </p:nvSpPr>
        <p:spPr>
          <a:xfrm flipH="1">
            <a:off x="584200" y="1682348"/>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Jan</a:t>
            </a:r>
          </a:p>
        </p:txBody>
      </p:sp>
      <p:sp>
        <p:nvSpPr>
          <p:cNvPr id="5" name="TextBox 4">
            <a:extLst>
              <a:ext uri="{FF2B5EF4-FFF2-40B4-BE49-F238E27FC236}">
                <a16:creationId xmlns:a16="http://schemas.microsoft.com/office/drawing/2014/main" id="{4D68F0A3-9593-8B46-BA55-A0F722402788}"/>
              </a:ext>
            </a:extLst>
          </p:cNvPr>
          <p:cNvSpPr txBox="1"/>
          <p:nvPr/>
        </p:nvSpPr>
        <p:spPr>
          <a:xfrm flipH="1">
            <a:off x="2438400" y="1682348"/>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Feb</a:t>
            </a:r>
          </a:p>
        </p:txBody>
      </p:sp>
      <p:sp>
        <p:nvSpPr>
          <p:cNvPr id="6" name="TextBox 5">
            <a:extLst>
              <a:ext uri="{FF2B5EF4-FFF2-40B4-BE49-F238E27FC236}">
                <a16:creationId xmlns:a16="http://schemas.microsoft.com/office/drawing/2014/main" id="{E5945E50-A071-0142-989D-F328676D8802}"/>
              </a:ext>
            </a:extLst>
          </p:cNvPr>
          <p:cNvSpPr txBox="1"/>
          <p:nvPr/>
        </p:nvSpPr>
        <p:spPr>
          <a:xfrm flipH="1">
            <a:off x="4317259" y="1682348"/>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Mar</a:t>
            </a:r>
          </a:p>
        </p:txBody>
      </p:sp>
      <p:sp>
        <p:nvSpPr>
          <p:cNvPr id="7" name="TextBox 6">
            <a:extLst>
              <a:ext uri="{FF2B5EF4-FFF2-40B4-BE49-F238E27FC236}">
                <a16:creationId xmlns:a16="http://schemas.microsoft.com/office/drawing/2014/main" id="{2F614F22-4D74-7342-860E-4B18A66D7E4D}"/>
              </a:ext>
            </a:extLst>
          </p:cNvPr>
          <p:cNvSpPr txBox="1"/>
          <p:nvPr/>
        </p:nvSpPr>
        <p:spPr>
          <a:xfrm flipH="1">
            <a:off x="6133759" y="1682348"/>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Apr</a:t>
            </a:r>
          </a:p>
        </p:txBody>
      </p:sp>
      <p:sp>
        <p:nvSpPr>
          <p:cNvPr id="8" name="TextBox 7">
            <a:extLst>
              <a:ext uri="{FF2B5EF4-FFF2-40B4-BE49-F238E27FC236}">
                <a16:creationId xmlns:a16="http://schemas.microsoft.com/office/drawing/2014/main" id="{9CFA38B9-D596-324E-B56C-86272052ED71}"/>
              </a:ext>
            </a:extLst>
          </p:cNvPr>
          <p:cNvSpPr txBox="1"/>
          <p:nvPr/>
        </p:nvSpPr>
        <p:spPr>
          <a:xfrm flipH="1">
            <a:off x="8000999" y="1682348"/>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May</a:t>
            </a:r>
          </a:p>
        </p:txBody>
      </p:sp>
      <p:sp>
        <p:nvSpPr>
          <p:cNvPr id="9" name="TextBox 8">
            <a:extLst>
              <a:ext uri="{FF2B5EF4-FFF2-40B4-BE49-F238E27FC236}">
                <a16:creationId xmlns:a16="http://schemas.microsoft.com/office/drawing/2014/main" id="{389AA766-019D-D747-8BF8-A6BB5F9B0D2A}"/>
              </a:ext>
            </a:extLst>
          </p:cNvPr>
          <p:cNvSpPr txBox="1"/>
          <p:nvPr/>
        </p:nvSpPr>
        <p:spPr>
          <a:xfrm flipH="1">
            <a:off x="9867900" y="1682348"/>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Jun</a:t>
            </a:r>
          </a:p>
        </p:txBody>
      </p:sp>
      <p:sp>
        <p:nvSpPr>
          <p:cNvPr id="10" name="TextBox 9">
            <a:extLst>
              <a:ext uri="{FF2B5EF4-FFF2-40B4-BE49-F238E27FC236}">
                <a16:creationId xmlns:a16="http://schemas.microsoft.com/office/drawing/2014/main" id="{FC53D296-5303-4A40-AC03-A80B718ABEE0}"/>
              </a:ext>
            </a:extLst>
          </p:cNvPr>
          <p:cNvSpPr txBox="1"/>
          <p:nvPr/>
        </p:nvSpPr>
        <p:spPr>
          <a:xfrm flipH="1">
            <a:off x="584200" y="4035023"/>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Jul</a:t>
            </a:r>
          </a:p>
        </p:txBody>
      </p:sp>
      <p:sp>
        <p:nvSpPr>
          <p:cNvPr id="11" name="TextBox 10">
            <a:extLst>
              <a:ext uri="{FF2B5EF4-FFF2-40B4-BE49-F238E27FC236}">
                <a16:creationId xmlns:a16="http://schemas.microsoft.com/office/drawing/2014/main" id="{28091C67-5938-734E-B7A2-BD95A68B67E6}"/>
              </a:ext>
            </a:extLst>
          </p:cNvPr>
          <p:cNvSpPr txBox="1"/>
          <p:nvPr/>
        </p:nvSpPr>
        <p:spPr>
          <a:xfrm flipH="1">
            <a:off x="2438400" y="4035023"/>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Aug</a:t>
            </a:r>
          </a:p>
        </p:txBody>
      </p:sp>
      <p:sp>
        <p:nvSpPr>
          <p:cNvPr id="12" name="TextBox 11">
            <a:extLst>
              <a:ext uri="{FF2B5EF4-FFF2-40B4-BE49-F238E27FC236}">
                <a16:creationId xmlns:a16="http://schemas.microsoft.com/office/drawing/2014/main" id="{F6E67942-3EF0-2141-89C0-47BA2F77054B}"/>
              </a:ext>
            </a:extLst>
          </p:cNvPr>
          <p:cNvSpPr txBox="1"/>
          <p:nvPr/>
        </p:nvSpPr>
        <p:spPr>
          <a:xfrm flipH="1">
            <a:off x="4317259" y="4035023"/>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Sept</a:t>
            </a:r>
          </a:p>
        </p:txBody>
      </p:sp>
      <p:sp>
        <p:nvSpPr>
          <p:cNvPr id="13" name="TextBox 12">
            <a:extLst>
              <a:ext uri="{FF2B5EF4-FFF2-40B4-BE49-F238E27FC236}">
                <a16:creationId xmlns:a16="http://schemas.microsoft.com/office/drawing/2014/main" id="{76066549-A02E-E44F-96D7-F0B171B059E3}"/>
              </a:ext>
            </a:extLst>
          </p:cNvPr>
          <p:cNvSpPr txBox="1"/>
          <p:nvPr/>
        </p:nvSpPr>
        <p:spPr>
          <a:xfrm flipH="1">
            <a:off x="6133759" y="4035023"/>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Oct</a:t>
            </a:r>
          </a:p>
        </p:txBody>
      </p:sp>
      <p:sp>
        <p:nvSpPr>
          <p:cNvPr id="14" name="TextBox 13">
            <a:extLst>
              <a:ext uri="{FF2B5EF4-FFF2-40B4-BE49-F238E27FC236}">
                <a16:creationId xmlns:a16="http://schemas.microsoft.com/office/drawing/2014/main" id="{898C6871-7F8D-4545-9CE1-97DF89587969}"/>
              </a:ext>
            </a:extLst>
          </p:cNvPr>
          <p:cNvSpPr txBox="1"/>
          <p:nvPr/>
        </p:nvSpPr>
        <p:spPr>
          <a:xfrm flipH="1">
            <a:off x="8000999" y="4035023"/>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Nov</a:t>
            </a:r>
          </a:p>
        </p:txBody>
      </p:sp>
      <p:sp>
        <p:nvSpPr>
          <p:cNvPr id="15" name="TextBox 14">
            <a:extLst>
              <a:ext uri="{FF2B5EF4-FFF2-40B4-BE49-F238E27FC236}">
                <a16:creationId xmlns:a16="http://schemas.microsoft.com/office/drawing/2014/main" id="{0BCD1BBA-EDFD-9E48-8219-788B491881B6}"/>
              </a:ext>
            </a:extLst>
          </p:cNvPr>
          <p:cNvSpPr txBox="1"/>
          <p:nvPr/>
        </p:nvSpPr>
        <p:spPr>
          <a:xfrm flipH="1">
            <a:off x="9867900" y="4035023"/>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Dec</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715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384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05300" y="2382803"/>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134100" y="2382803"/>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0010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9867900" y="2382803"/>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754780"/>
            <a:ext cx="17399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384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05300" y="4754780"/>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134100" y="4754780"/>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001000" y="4754780"/>
            <a:ext cx="1719263"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9867900" y="4754780"/>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F6214ADD-C013-AD4B-9259-B4C0DF103505}"/>
              </a:ext>
            </a:extLst>
          </p:cNvPr>
          <p:cNvCxnSpPr>
            <a:cxnSpLocks/>
          </p:cNvCxnSpPr>
          <p:nvPr/>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60070C8-183F-C043-835B-D2D13758DA7B}"/>
              </a:ext>
            </a:extLst>
          </p:cNvPr>
          <p:cNvCxnSpPr>
            <a:cxnSpLocks/>
          </p:cNvCxnSpPr>
          <p:nvPr/>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Title 1">
            <a:extLst>
              <a:ext uri="{FF2B5EF4-FFF2-40B4-BE49-F238E27FC236}">
                <a16:creationId xmlns:a16="http://schemas.microsoft.com/office/drawing/2014/main" id="{A121B5B0-D86E-714A-AD4D-AE5C81179484}"/>
              </a:ext>
            </a:extLst>
          </p:cNvPr>
          <p:cNvSpPr>
            <a:spLocks noGrp="1"/>
          </p:cNvSpPr>
          <p:nvPr>
            <p:ph type="title"/>
          </p:nvPr>
        </p:nvSpPr>
        <p:spPr>
          <a:xfrm>
            <a:off x="575481" y="599436"/>
            <a:ext cx="11018520" cy="677108"/>
          </a:xfrm>
        </p:spPr>
        <p:txBody>
          <a:bodyPr/>
          <a:lstStyle>
            <a:lvl1pPr algn="l" defTabSz="932742" rtl="0" eaLnBrk="1" latinLnBrk="0" hangingPunct="1">
              <a:lnSpc>
                <a:spcPct val="100000"/>
              </a:lnSpc>
              <a:spcBef>
                <a:spcPct val="0"/>
              </a:spcBef>
              <a:buNone/>
              <a:defRPr lang="en-US" sz="44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1" name="Footer Placeholder 4">
            <a:extLst>
              <a:ext uri="{FF2B5EF4-FFF2-40B4-BE49-F238E27FC236}">
                <a16:creationId xmlns:a16="http://schemas.microsoft.com/office/drawing/2014/main" id="{1CB59D0E-3483-4788-94CE-219A5C05F734}"/>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2" name="Slide Number Placeholder 5">
            <a:extLst>
              <a:ext uri="{FF2B5EF4-FFF2-40B4-BE49-F238E27FC236}">
                <a16:creationId xmlns:a16="http://schemas.microsoft.com/office/drawing/2014/main" id="{26E36EA7-CB06-4ADF-8688-B244FE6316DF}"/>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2" name="TextBox 1">
            <a:extLst>
              <a:ext uri="{FF2B5EF4-FFF2-40B4-BE49-F238E27FC236}">
                <a16:creationId xmlns:a16="http://schemas.microsoft.com/office/drawing/2014/main" id="{42277A82-6FEA-C4D0-9E28-E117F876AC8F}"/>
              </a:ext>
            </a:extLst>
          </p:cNvPr>
          <p:cNvSpPr txBox="1"/>
          <p:nvPr userDrawn="1"/>
        </p:nvSpPr>
        <p:spPr>
          <a:xfrm flipH="1">
            <a:off x="584200" y="1682348"/>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Jan</a:t>
            </a:r>
          </a:p>
        </p:txBody>
      </p:sp>
      <p:sp>
        <p:nvSpPr>
          <p:cNvPr id="3" name="TextBox 2">
            <a:extLst>
              <a:ext uri="{FF2B5EF4-FFF2-40B4-BE49-F238E27FC236}">
                <a16:creationId xmlns:a16="http://schemas.microsoft.com/office/drawing/2014/main" id="{D99FD728-6CFC-EE92-32C5-2D9201701C8C}"/>
              </a:ext>
            </a:extLst>
          </p:cNvPr>
          <p:cNvSpPr txBox="1"/>
          <p:nvPr userDrawn="1"/>
        </p:nvSpPr>
        <p:spPr>
          <a:xfrm flipH="1">
            <a:off x="2438400" y="1682348"/>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Feb</a:t>
            </a:r>
          </a:p>
        </p:txBody>
      </p:sp>
      <p:sp>
        <p:nvSpPr>
          <p:cNvPr id="29" name="TextBox 28">
            <a:extLst>
              <a:ext uri="{FF2B5EF4-FFF2-40B4-BE49-F238E27FC236}">
                <a16:creationId xmlns:a16="http://schemas.microsoft.com/office/drawing/2014/main" id="{FE6FFCF3-633F-F32F-0BF7-C3C64915C318}"/>
              </a:ext>
            </a:extLst>
          </p:cNvPr>
          <p:cNvSpPr txBox="1"/>
          <p:nvPr userDrawn="1"/>
        </p:nvSpPr>
        <p:spPr>
          <a:xfrm flipH="1">
            <a:off x="4317259" y="1682348"/>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Mar</a:t>
            </a:r>
          </a:p>
        </p:txBody>
      </p:sp>
      <p:sp>
        <p:nvSpPr>
          <p:cNvPr id="34" name="TextBox 33">
            <a:extLst>
              <a:ext uri="{FF2B5EF4-FFF2-40B4-BE49-F238E27FC236}">
                <a16:creationId xmlns:a16="http://schemas.microsoft.com/office/drawing/2014/main" id="{766B6CE9-2C91-181B-38A8-1C94653313F0}"/>
              </a:ext>
            </a:extLst>
          </p:cNvPr>
          <p:cNvSpPr txBox="1"/>
          <p:nvPr userDrawn="1"/>
        </p:nvSpPr>
        <p:spPr>
          <a:xfrm flipH="1">
            <a:off x="6133759" y="1682348"/>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Apr</a:t>
            </a:r>
          </a:p>
        </p:txBody>
      </p:sp>
      <p:sp>
        <p:nvSpPr>
          <p:cNvPr id="43" name="TextBox 42">
            <a:extLst>
              <a:ext uri="{FF2B5EF4-FFF2-40B4-BE49-F238E27FC236}">
                <a16:creationId xmlns:a16="http://schemas.microsoft.com/office/drawing/2014/main" id="{8E7DAB6E-62FB-0C9A-E741-A25349B1BEB7}"/>
              </a:ext>
            </a:extLst>
          </p:cNvPr>
          <p:cNvSpPr txBox="1"/>
          <p:nvPr userDrawn="1"/>
        </p:nvSpPr>
        <p:spPr>
          <a:xfrm flipH="1">
            <a:off x="8000999" y="1682348"/>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May</a:t>
            </a:r>
          </a:p>
        </p:txBody>
      </p:sp>
      <p:sp>
        <p:nvSpPr>
          <p:cNvPr id="44" name="TextBox 43">
            <a:extLst>
              <a:ext uri="{FF2B5EF4-FFF2-40B4-BE49-F238E27FC236}">
                <a16:creationId xmlns:a16="http://schemas.microsoft.com/office/drawing/2014/main" id="{22AE26C2-E654-E876-95A7-663B3B09DA26}"/>
              </a:ext>
            </a:extLst>
          </p:cNvPr>
          <p:cNvSpPr txBox="1"/>
          <p:nvPr userDrawn="1"/>
        </p:nvSpPr>
        <p:spPr>
          <a:xfrm flipH="1">
            <a:off x="9867900" y="1682348"/>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Jun</a:t>
            </a:r>
          </a:p>
        </p:txBody>
      </p:sp>
      <p:sp>
        <p:nvSpPr>
          <p:cNvPr id="45" name="TextBox 44">
            <a:extLst>
              <a:ext uri="{FF2B5EF4-FFF2-40B4-BE49-F238E27FC236}">
                <a16:creationId xmlns:a16="http://schemas.microsoft.com/office/drawing/2014/main" id="{2EEC6608-B71C-2E42-E89F-164F6C023AC3}"/>
              </a:ext>
            </a:extLst>
          </p:cNvPr>
          <p:cNvSpPr txBox="1"/>
          <p:nvPr userDrawn="1"/>
        </p:nvSpPr>
        <p:spPr>
          <a:xfrm flipH="1">
            <a:off x="584200" y="4035023"/>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Jul</a:t>
            </a:r>
          </a:p>
        </p:txBody>
      </p:sp>
      <p:sp>
        <p:nvSpPr>
          <p:cNvPr id="46" name="TextBox 45">
            <a:extLst>
              <a:ext uri="{FF2B5EF4-FFF2-40B4-BE49-F238E27FC236}">
                <a16:creationId xmlns:a16="http://schemas.microsoft.com/office/drawing/2014/main" id="{7A5D5811-4EFB-D4C8-CE6E-157CD675DACF}"/>
              </a:ext>
            </a:extLst>
          </p:cNvPr>
          <p:cNvSpPr txBox="1"/>
          <p:nvPr userDrawn="1"/>
        </p:nvSpPr>
        <p:spPr>
          <a:xfrm flipH="1">
            <a:off x="2438400" y="4035023"/>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Aug</a:t>
            </a:r>
          </a:p>
        </p:txBody>
      </p:sp>
      <p:sp>
        <p:nvSpPr>
          <p:cNvPr id="47" name="TextBox 46">
            <a:extLst>
              <a:ext uri="{FF2B5EF4-FFF2-40B4-BE49-F238E27FC236}">
                <a16:creationId xmlns:a16="http://schemas.microsoft.com/office/drawing/2014/main" id="{EC19532D-5FE2-50E3-31D0-8A57E75DEF39}"/>
              </a:ext>
            </a:extLst>
          </p:cNvPr>
          <p:cNvSpPr txBox="1"/>
          <p:nvPr userDrawn="1"/>
        </p:nvSpPr>
        <p:spPr>
          <a:xfrm flipH="1">
            <a:off x="4317259" y="4035023"/>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Sept</a:t>
            </a:r>
          </a:p>
        </p:txBody>
      </p:sp>
      <p:sp>
        <p:nvSpPr>
          <p:cNvPr id="48" name="TextBox 47">
            <a:extLst>
              <a:ext uri="{FF2B5EF4-FFF2-40B4-BE49-F238E27FC236}">
                <a16:creationId xmlns:a16="http://schemas.microsoft.com/office/drawing/2014/main" id="{9A5101B0-44D5-D6DD-F397-8F26B636C93D}"/>
              </a:ext>
            </a:extLst>
          </p:cNvPr>
          <p:cNvSpPr txBox="1"/>
          <p:nvPr userDrawn="1"/>
        </p:nvSpPr>
        <p:spPr>
          <a:xfrm flipH="1">
            <a:off x="6133759" y="4035023"/>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Oct</a:t>
            </a:r>
          </a:p>
        </p:txBody>
      </p:sp>
      <p:sp>
        <p:nvSpPr>
          <p:cNvPr id="51" name="TextBox 50">
            <a:extLst>
              <a:ext uri="{FF2B5EF4-FFF2-40B4-BE49-F238E27FC236}">
                <a16:creationId xmlns:a16="http://schemas.microsoft.com/office/drawing/2014/main" id="{F2555AB8-660D-AE17-8A2B-13A2FD81029B}"/>
              </a:ext>
            </a:extLst>
          </p:cNvPr>
          <p:cNvSpPr txBox="1"/>
          <p:nvPr userDrawn="1"/>
        </p:nvSpPr>
        <p:spPr>
          <a:xfrm flipH="1">
            <a:off x="8000999" y="4035023"/>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Nov</a:t>
            </a:r>
          </a:p>
        </p:txBody>
      </p:sp>
      <p:sp>
        <p:nvSpPr>
          <p:cNvPr id="52" name="TextBox 51">
            <a:extLst>
              <a:ext uri="{FF2B5EF4-FFF2-40B4-BE49-F238E27FC236}">
                <a16:creationId xmlns:a16="http://schemas.microsoft.com/office/drawing/2014/main" id="{C42AF09C-3D4B-E1FD-67F4-9B3D8E347B5F}"/>
              </a:ext>
            </a:extLst>
          </p:cNvPr>
          <p:cNvSpPr txBox="1"/>
          <p:nvPr userDrawn="1"/>
        </p:nvSpPr>
        <p:spPr>
          <a:xfrm flipH="1">
            <a:off x="9867900" y="4035023"/>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Dec</a:t>
            </a:r>
          </a:p>
        </p:txBody>
      </p:sp>
      <p:cxnSp>
        <p:nvCxnSpPr>
          <p:cNvPr id="53" name="Straight Connector 52">
            <a:extLst>
              <a:ext uri="{FF2B5EF4-FFF2-40B4-BE49-F238E27FC236}">
                <a16:creationId xmlns:a16="http://schemas.microsoft.com/office/drawing/2014/main" id="{B6518AC3-FDF8-7193-71F4-4CEA2D1FF8E2}"/>
              </a:ext>
            </a:extLst>
          </p:cNvPr>
          <p:cNvCxnSpPr>
            <a:cxnSpLocks/>
          </p:cNvCxnSpPr>
          <p:nvPr userDrawn="1"/>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51D1E547-A1FD-0CE9-946A-DA586A41FF23}"/>
              </a:ext>
            </a:extLst>
          </p:cNvPr>
          <p:cNvCxnSpPr>
            <a:cxnSpLocks/>
          </p:cNvCxnSpPr>
          <p:nvPr userDrawn="1"/>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0AF7CAD-00EF-C6D2-2C76-D401FECAE2B3}"/>
              </a:ext>
            </a:extLst>
          </p:cNvPr>
          <p:cNvCxnSpPr>
            <a:cxnSpLocks/>
          </p:cNvCxnSpPr>
          <p:nvPr userDrawn="1"/>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6DFEA73-5C98-E619-D86F-DB87FD9681A5}"/>
              </a:ext>
            </a:extLst>
          </p:cNvPr>
          <p:cNvCxnSpPr>
            <a:cxnSpLocks/>
          </p:cNvCxnSpPr>
          <p:nvPr userDrawn="1"/>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77D2B67F-A598-E9EC-357A-305B647D1A4E}"/>
              </a:ext>
            </a:extLst>
          </p:cNvPr>
          <p:cNvCxnSpPr>
            <a:cxnSpLocks/>
          </p:cNvCxnSpPr>
          <p:nvPr userDrawn="1"/>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7FD18EAC-59B1-4201-E61F-EBD6E293ED68}"/>
              </a:ext>
            </a:extLst>
          </p:cNvPr>
          <p:cNvCxnSpPr>
            <a:cxnSpLocks/>
          </p:cNvCxnSpPr>
          <p:nvPr userDrawn="1"/>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A5653100-8859-6236-D5E2-2790E2DFED08}"/>
              </a:ext>
            </a:extLst>
          </p:cNvPr>
          <p:cNvCxnSpPr>
            <a:cxnSpLocks/>
          </p:cNvCxnSpPr>
          <p:nvPr userDrawn="1"/>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D0213B19-9E32-AAEC-62F0-698C8CCC8732}"/>
              </a:ext>
            </a:extLst>
          </p:cNvPr>
          <p:cNvCxnSpPr>
            <a:cxnSpLocks/>
          </p:cNvCxnSpPr>
          <p:nvPr userDrawn="1"/>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F0AEF15B-8B21-9388-6B3F-24C67DAFED3B}"/>
              </a:ext>
            </a:extLst>
          </p:cNvPr>
          <p:cNvCxnSpPr>
            <a:cxnSpLocks/>
          </p:cNvCxnSpPr>
          <p:nvPr userDrawn="1"/>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5F9E7A05-57AC-B24F-F842-ADF7B020BCAF}"/>
              </a:ext>
            </a:extLst>
          </p:cNvPr>
          <p:cNvCxnSpPr>
            <a:cxnSpLocks/>
          </p:cNvCxnSpPr>
          <p:nvPr userDrawn="1"/>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BD9FB6FD-7F69-6C1E-3256-9B35EE805B2A}"/>
              </a:ext>
            </a:extLst>
          </p:cNvPr>
          <p:cNvCxnSpPr>
            <a:cxnSpLocks/>
          </p:cNvCxnSpPr>
          <p:nvPr userDrawn="1"/>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75D14B98-A28C-3966-4B22-65EFE888C04C}"/>
              </a:ext>
            </a:extLst>
          </p:cNvPr>
          <p:cNvCxnSpPr>
            <a:cxnSpLocks/>
          </p:cNvCxnSpPr>
          <p:nvPr userDrawn="1"/>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8214946"/>
      </p:ext>
    </p:extLst>
  </p:cSld>
  <p:clrMapOvr>
    <a:masterClrMapping/>
  </p:clrMapOvr>
  <p:transition>
    <p:fade/>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Title_Week_Content">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18F2C41-5A30-1248-BC80-9A37B665EECC}"/>
              </a:ext>
            </a:extLst>
          </p:cNvPr>
          <p:cNvSpPr txBox="1"/>
          <p:nvPr/>
        </p:nvSpPr>
        <p:spPr>
          <a:xfrm flipH="1">
            <a:off x="584200" y="1801504"/>
            <a:ext cx="159543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a:t>
            </a:r>
          </a:p>
        </p:txBody>
      </p:sp>
      <p:sp>
        <p:nvSpPr>
          <p:cNvPr id="5" name="TextBox 4">
            <a:extLst>
              <a:ext uri="{FF2B5EF4-FFF2-40B4-BE49-F238E27FC236}">
                <a16:creationId xmlns:a16="http://schemas.microsoft.com/office/drawing/2014/main" id="{4D68F0A3-9593-8B46-BA55-A0F722402788}"/>
              </a:ext>
            </a:extLst>
          </p:cNvPr>
          <p:cNvSpPr txBox="1"/>
          <p:nvPr/>
        </p:nvSpPr>
        <p:spPr>
          <a:xfrm flipH="1">
            <a:off x="2438400" y="1801504"/>
            <a:ext cx="16271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2</a:t>
            </a:r>
          </a:p>
        </p:txBody>
      </p:sp>
      <p:sp>
        <p:nvSpPr>
          <p:cNvPr id="6" name="TextBox 5">
            <a:extLst>
              <a:ext uri="{FF2B5EF4-FFF2-40B4-BE49-F238E27FC236}">
                <a16:creationId xmlns:a16="http://schemas.microsoft.com/office/drawing/2014/main" id="{E5945E50-A071-0142-989D-F328676D8802}"/>
              </a:ext>
            </a:extLst>
          </p:cNvPr>
          <p:cNvSpPr txBox="1"/>
          <p:nvPr/>
        </p:nvSpPr>
        <p:spPr>
          <a:xfrm flipH="1">
            <a:off x="4317258" y="1801504"/>
            <a:ext cx="1645987"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3</a:t>
            </a:r>
          </a:p>
        </p:txBody>
      </p:sp>
      <p:sp>
        <p:nvSpPr>
          <p:cNvPr id="7" name="TextBox 6">
            <a:extLst>
              <a:ext uri="{FF2B5EF4-FFF2-40B4-BE49-F238E27FC236}">
                <a16:creationId xmlns:a16="http://schemas.microsoft.com/office/drawing/2014/main" id="{2F614F22-4D74-7342-860E-4B18A66D7E4D}"/>
              </a:ext>
            </a:extLst>
          </p:cNvPr>
          <p:cNvSpPr txBox="1"/>
          <p:nvPr/>
        </p:nvSpPr>
        <p:spPr>
          <a:xfrm flipH="1">
            <a:off x="6133758" y="1801504"/>
            <a:ext cx="1701695"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4</a:t>
            </a:r>
          </a:p>
        </p:txBody>
      </p:sp>
      <p:sp>
        <p:nvSpPr>
          <p:cNvPr id="8" name="TextBox 7">
            <a:extLst>
              <a:ext uri="{FF2B5EF4-FFF2-40B4-BE49-F238E27FC236}">
                <a16:creationId xmlns:a16="http://schemas.microsoft.com/office/drawing/2014/main" id="{9CFA38B9-D596-324E-B56C-86272052ED71}"/>
              </a:ext>
            </a:extLst>
          </p:cNvPr>
          <p:cNvSpPr txBox="1"/>
          <p:nvPr/>
        </p:nvSpPr>
        <p:spPr>
          <a:xfrm flipH="1">
            <a:off x="8000999" y="1801504"/>
            <a:ext cx="1719262"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5</a:t>
            </a:r>
          </a:p>
        </p:txBody>
      </p:sp>
      <p:sp>
        <p:nvSpPr>
          <p:cNvPr id="9" name="TextBox 8">
            <a:extLst>
              <a:ext uri="{FF2B5EF4-FFF2-40B4-BE49-F238E27FC236}">
                <a16:creationId xmlns:a16="http://schemas.microsoft.com/office/drawing/2014/main" id="{389AA766-019D-D747-8BF8-A6BB5F9B0D2A}"/>
              </a:ext>
            </a:extLst>
          </p:cNvPr>
          <p:cNvSpPr txBox="1"/>
          <p:nvPr/>
        </p:nvSpPr>
        <p:spPr>
          <a:xfrm flipH="1">
            <a:off x="9867900" y="1801504"/>
            <a:ext cx="17414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6</a:t>
            </a:r>
          </a:p>
        </p:txBody>
      </p:sp>
      <p:sp>
        <p:nvSpPr>
          <p:cNvPr id="10" name="TextBox 9">
            <a:extLst>
              <a:ext uri="{FF2B5EF4-FFF2-40B4-BE49-F238E27FC236}">
                <a16:creationId xmlns:a16="http://schemas.microsoft.com/office/drawing/2014/main" id="{FC53D296-5303-4A40-AC03-A80B718ABEE0}"/>
              </a:ext>
            </a:extLst>
          </p:cNvPr>
          <p:cNvSpPr txBox="1"/>
          <p:nvPr/>
        </p:nvSpPr>
        <p:spPr>
          <a:xfrm flipH="1">
            <a:off x="584200" y="4154179"/>
            <a:ext cx="159543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7</a:t>
            </a:r>
          </a:p>
        </p:txBody>
      </p:sp>
      <p:sp>
        <p:nvSpPr>
          <p:cNvPr id="11" name="TextBox 10">
            <a:extLst>
              <a:ext uri="{FF2B5EF4-FFF2-40B4-BE49-F238E27FC236}">
                <a16:creationId xmlns:a16="http://schemas.microsoft.com/office/drawing/2014/main" id="{28091C67-5938-734E-B7A2-BD95A68B67E6}"/>
              </a:ext>
            </a:extLst>
          </p:cNvPr>
          <p:cNvSpPr txBox="1"/>
          <p:nvPr/>
        </p:nvSpPr>
        <p:spPr>
          <a:xfrm flipH="1">
            <a:off x="2438400" y="4154179"/>
            <a:ext cx="16271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8</a:t>
            </a:r>
          </a:p>
        </p:txBody>
      </p:sp>
      <p:sp>
        <p:nvSpPr>
          <p:cNvPr id="12" name="TextBox 11">
            <a:extLst>
              <a:ext uri="{FF2B5EF4-FFF2-40B4-BE49-F238E27FC236}">
                <a16:creationId xmlns:a16="http://schemas.microsoft.com/office/drawing/2014/main" id="{F6E67942-3EF0-2141-89C0-47BA2F77054B}"/>
              </a:ext>
            </a:extLst>
          </p:cNvPr>
          <p:cNvSpPr txBox="1"/>
          <p:nvPr/>
        </p:nvSpPr>
        <p:spPr>
          <a:xfrm flipH="1">
            <a:off x="4317258" y="4154179"/>
            <a:ext cx="1645987"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9</a:t>
            </a:r>
          </a:p>
        </p:txBody>
      </p:sp>
      <p:sp>
        <p:nvSpPr>
          <p:cNvPr id="13" name="TextBox 12">
            <a:extLst>
              <a:ext uri="{FF2B5EF4-FFF2-40B4-BE49-F238E27FC236}">
                <a16:creationId xmlns:a16="http://schemas.microsoft.com/office/drawing/2014/main" id="{76066549-A02E-E44F-96D7-F0B171B059E3}"/>
              </a:ext>
            </a:extLst>
          </p:cNvPr>
          <p:cNvSpPr txBox="1"/>
          <p:nvPr/>
        </p:nvSpPr>
        <p:spPr>
          <a:xfrm flipH="1">
            <a:off x="6133758" y="4154179"/>
            <a:ext cx="1701695"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10</a:t>
            </a:r>
          </a:p>
        </p:txBody>
      </p:sp>
      <p:sp>
        <p:nvSpPr>
          <p:cNvPr id="14" name="TextBox 13">
            <a:extLst>
              <a:ext uri="{FF2B5EF4-FFF2-40B4-BE49-F238E27FC236}">
                <a16:creationId xmlns:a16="http://schemas.microsoft.com/office/drawing/2014/main" id="{898C6871-7F8D-4545-9CE1-97DF89587969}"/>
              </a:ext>
            </a:extLst>
          </p:cNvPr>
          <p:cNvSpPr txBox="1"/>
          <p:nvPr/>
        </p:nvSpPr>
        <p:spPr>
          <a:xfrm flipH="1">
            <a:off x="8000999" y="4154179"/>
            <a:ext cx="1719262"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11</a:t>
            </a:r>
          </a:p>
        </p:txBody>
      </p:sp>
      <p:sp>
        <p:nvSpPr>
          <p:cNvPr id="15" name="TextBox 14">
            <a:extLst>
              <a:ext uri="{FF2B5EF4-FFF2-40B4-BE49-F238E27FC236}">
                <a16:creationId xmlns:a16="http://schemas.microsoft.com/office/drawing/2014/main" id="{0BCD1BBA-EDFD-9E48-8219-788B491881B6}"/>
              </a:ext>
            </a:extLst>
          </p:cNvPr>
          <p:cNvSpPr txBox="1"/>
          <p:nvPr/>
        </p:nvSpPr>
        <p:spPr>
          <a:xfrm flipH="1">
            <a:off x="9867900" y="4154179"/>
            <a:ext cx="17414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715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384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05300" y="2382803"/>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134100" y="2382803"/>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0010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9867900" y="2382803"/>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754780"/>
            <a:ext cx="17399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384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05300" y="4754780"/>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134100" y="4754780"/>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001000" y="4754780"/>
            <a:ext cx="1719263"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9867900" y="4754780"/>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F6214ADD-C013-AD4B-9259-B4C0DF103505}"/>
              </a:ext>
            </a:extLst>
          </p:cNvPr>
          <p:cNvCxnSpPr>
            <a:cxnSpLocks/>
          </p:cNvCxnSpPr>
          <p:nvPr/>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60070C8-183F-C043-835B-D2D13758DA7B}"/>
              </a:ext>
            </a:extLst>
          </p:cNvPr>
          <p:cNvCxnSpPr>
            <a:cxnSpLocks/>
          </p:cNvCxnSpPr>
          <p:nvPr/>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Title 1">
            <a:extLst>
              <a:ext uri="{FF2B5EF4-FFF2-40B4-BE49-F238E27FC236}">
                <a16:creationId xmlns:a16="http://schemas.microsoft.com/office/drawing/2014/main" id="{A121B5B0-D86E-714A-AD4D-AE5C81179484}"/>
              </a:ext>
            </a:extLst>
          </p:cNvPr>
          <p:cNvSpPr>
            <a:spLocks noGrp="1"/>
          </p:cNvSpPr>
          <p:nvPr>
            <p:ph type="title"/>
          </p:nvPr>
        </p:nvSpPr>
        <p:spPr>
          <a:xfrm>
            <a:off x="575481" y="599436"/>
            <a:ext cx="11018520" cy="677108"/>
          </a:xfrm>
        </p:spPr>
        <p:txBody>
          <a:bodyPr/>
          <a:lstStyle>
            <a:lvl1pPr algn="l" defTabSz="932742" rtl="0" eaLnBrk="1" latinLnBrk="0" hangingPunct="1">
              <a:lnSpc>
                <a:spcPct val="100000"/>
              </a:lnSpc>
              <a:spcBef>
                <a:spcPct val="0"/>
              </a:spcBef>
              <a:buNone/>
              <a:defRPr lang="en-US" sz="44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1" name="Footer Placeholder 4">
            <a:extLst>
              <a:ext uri="{FF2B5EF4-FFF2-40B4-BE49-F238E27FC236}">
                <a16:creationId xmlns:a16="http://schemas.microsoft.com/office/drawing/2014/main" id="{878CC1B1-AA6B-463B-A774-049792B3AC10}"/>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2" name="Slide Number Placeholder 5">
            <a:extLst>
              <a:ext uri="{FF2B5EF4-FFF2-40B4-BE49-F238E27FC236}">
                <a16:creationId xmlns:a16="http://schemas.microsoft.com/office/drawing/2014/main" id="{028E4364-080D-4863-8D44-AEE3D29D134E}"/>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2" name="TextBox 1">
            <a:extLst>
              <a:ext uri="{FF2B5EF4-FFF2-40B4-BE49-F238E27FC236}">
                <a16:creationId xmlns:a16="http://schemas.microsoft.com/office/drawing/2014/main" id="{A3A020A6-9A60-94E8-6B70-3C502ECAD284}"/>
              </a:ext>
            </a:extLst>
          </p:cNvPr>
          <p:cNvSpPr txBox="1"/>
          <p:nvPr userDrawn="1"/>
        </p:nvSpPr>
        <p:spPr>
          <a:xfrm flipH="1">
            <a:off x="584200" y="1801504"/>
            <a:ext cx="159543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a:t>
            </a:r>
          </a:p>
        </p:txBody>
      </p:sp>
      <p:sp>
        <p:nvSpPr>
          <p:cNvPr id="3" name="TextBox 2">
            <a:extLst>
              <a:ext uri="{FF2B5EF4-FFF2-40B4-BE49-F238E27FC236}">
                <a16:creationId xmlns:a16="http://schemas.microsoft.com/office/drawing/2014/main" id="{3733710C-677D-D1C1-B77D-657B4AF266C9}"/>
              </a:ext>
            </a:extLst>
          </p:cNvPr>
          <p:cNvSpPr txBox="1"/>
          <p:nvPr userDrawn="1"/>
        </p:nvSpPr>
        <p:spPr>
          <a:xfrm flipH="1">
            <a:off x="2438400" y="1801504"/>
            <a:ext cx="16271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2</a:t>
            </a:r>
          </a:p>
        </p:txBody>
      </p:sp>
      <p:sp>
        <p:nvSpPr>
          <p:cNvPr id="29" name="TextBox 28">
            <a:extLst>
              <a:ext uri="{FF2B5EF4-FFF2-40B4-BE49-F238E27FC236}">
                <a16:creationId xmlns:a16="http://schemas.microsoft.com/office/drawing/2014/main" id="{E69F4CA9-D0F4-5886-9D88-DF8DCBFC4CD0}"/>
              </a:ext>
            </a:extLst>
          </p:cNvPr>
          <p:cNvSpPr txBox="1"/>
          <p:nvPr userDrawn="1"/>
        </p:nvSpPr>
        <p:spPr>
          <a:xfrm flipH="1">
            <a:off x="4317258" y="1801504"/>
            <a:ext cx="1645987"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3</a:t>
            </a:r>
          </a:p>
        </p:txBody>
      </p:sp>
      <p:sp>
        <p:nvSpPr>
          <p:cNvPr id="34" name="TextBox 33">
            <a:extLst>
              <a:ext uri="{FF2B5EF4-FFF2-40B4-BE49-F238E27FC236}">
                <a16:creationId xmlns:a16="http://schemas.microsoft.com/office/drawing/2014/main" id="{D5CC0856-4400-3A44-F7D8-9E23ED5B660E}"/>
              </a:ext>
            </a:extLst>
          </p:cNvPr>
          <p:cNvSpPr txBox="1"/>
          <p:nvPr userDrawn="1"/>
        </p:nvSpPr>
        <p:spPr>
          <a:xfrm flipH="1">
            <a:off x="6133758" y="1801504"/>
            <a:ext cx="1701695"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4</a:t>
            </a:r>
          </a:p>
        </p:txBody>
      </p:sp>
      <p:sp>
        <p:nvSpPr>
          <p:cNvPr id="43" name="TextBox 42">
            <a:extLst>
              <a:ext uri="{FF2B5EF4-FFF2-40B4-BE49-F238E27FC236}">
                <a16:creationId xmlns:a16="http://schemas.microsoft.com/office/drawing/2014/main" id="{BF703BD7-0931-54E3-335D-29A8CB10AD89}"/>
              </a:ext>
            </a:extLst>
          </p:cNvPr>
          <p:cNvSpPr txBox="1"/>
          <p:nvPr userDrawn="1"/>
        </p:nvSpPr>
        <p:spPr>
          <a:xfrm flipH="1">
            <a:off x="8000999" y="1801504"/>
            <a:ext cx="1719262"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5</a:t>
            </a:r>
          </a:p>
        </p:txBody>
      </p:sp>
      <p:sp>
        <p:nvSpPr>
          <p:cNvPr id="44" name="TextBox 43">
            <a:extLst>
              <a:ext uri="{FF2B5EF4-FFF2-40B4-BE49-F238E27FC236}">
                <a16:creationId xmlns:a16="http://schemas.microsoft.com/office/drawing/2014/main" id="{C92BD23E-F50A-5B5C-BD4C-66E574BD5ACC}"/>
              </a:ext>
            </a:extLst>
          </p:cNvPr>
          <p:cNvSpPr txBox="1"/>
          <p:nvPr userDrawn="1"/>
        </p:nvSpPr>
        <p:spPr>
          <a:xfrm flipH="1">
            <a:off x="9867900" y="1801504"/>
            <a:ext cx="17414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6</a:t>
            </a:r>
          </a:p>
        </p:txBody>
      </p:sp>
      <p:sp>
        <p:nvSpPr>
          <p:cNvPr id="45" name="TextBox 44">
            <a:extLst>
              <a:ext uri="{FF2B5EF4-FFF2-40B4-BE49-F238E27FC236}">
                <a16:creationId xmlns:a16="http://schemas.microsoft.com/office/drawing/2014/main" id="{7F8313C6-D1ED-0623-C13D-04764C405EAC}"/>
              </a:ext>
            </a:extLst>
          </p:cNvPr>
          <p:cNvSpPr txBox="1"/>
          <p:nvPr userDrawn="1"/>
        </p:nvSpPr>
        <p:spPr>
          <a:xfrm flipH="1">
            <a:off x="584200" y="4154179"/>
            <a:ext cx="159543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7</a:t>
            </a:r>
          </a:p>
        </p:txBody>
      </p:sp>
      <p:sp>
        <p:nvSpPr>
          <p:cNvPr id="46" name="TextBox 45">
            <a:extLst>
              <a:ext uri="{FF2B5EF4-FFF2-40B4-BE49-F238E27FC236}">
                <a16:creationId xmlns:a16="http://schemas.microsoft.com/office/drawing/2014/main" id="{4880B96F-148F-E451-F0D5-2828ACDE3559}"/>
              </a:ext>
            </a:extLst>
          </p:cNvPr>
          <p:cNvSpPr txBox="1"/>
          <p:nvPr userDrawn="1"/>
        </p:nvSpPr>
        <p:spPr>
          <a:xfrm flipH="1">
            <a:off x="2438400" y="4154179"/>
            <a:ext cx="16271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8</a:t>
            </a:r>
          </a:p>
        </p:txBody>
      </p:sp>
      <p:sp>
        <p:nvSpPr>
          <p:cNvPr id="47" name="TextBox 46">
            <a:extLst>
              <a:ext uri="{FF2B5EF4-FFF2-40B4-BE49-F238E27FC236}">
                <a16:creationId xmlns:a16="http://schemas.microsoft.com/office/drawing/2014/main" id="{9321ED2F-0280-5E22-D33D-F6D95B66D796}"/>
              </a:ext>
            </a:extLst>
          </p:cNvPr>
          <p:cNvSpPr txBox="1"/>
          <p:nvPr userDrawn="1"/>
        </p:nvSpPr>
        <p:spPr>
          <a:xfrm flipH="1">
            <a:off x="4317258" y="4154179"/>
            <a:ext cx="1645987"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9</a:t>
            </a:r>
          </a:p>
        </p:txBody>
      </p:sp>
      <p:sp>
        <p:nvSpPr>
          <p:cNvPr id="48" name="TextBox 47">
            <a:extLst>
              <a:ext uri="{FF2B5EF4-FFF2-40B4-BE49-F238E27FC236}">
                <a16:creationId xmlns:a16="http://schemas.microsoft.com/office/drawing/2014/main" id="{A45573A2-63AB-2289-2308-C12FB78CC434}"/>
              </a:ext>
            </a:extLst>
          </p:cNvPr>
          <p:cNvSpPr txBox="1"/>
          <p:nvPr userDrawn="1"/>
        </p:nvSpPr>
        <p:spPr>
          <a:xfrm flipH="1">
            <a:off x="6133758" y="4154179"/>
            <a:ext cx="1701695"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10</a:t>
            </a:r>
          </a:p>
        </p:txBody>
      </p:sp>
      <p:sp>
        <p:nvSpPr>
          <p:cNvPr id="51" name="TextBox 50">
            <a:extLst>
              <a:ext uri="{FF2B5EF4-FFF2-40B4-BE49-F238E27FC236}">
                <a16:creationId xmlns:a16="http://schemas.microsoft.com/office/drawing/2014/main" id="{991CC61F-FDA6-AADF-A920-17605163EC82}"/>
              </a:ext>
            </a:extLst>
          </p:cNvPr>
          <p:cNvSpPr txBox="1"/>
          <p:nvPr userDrawn="1"/>
        </p:nvSpPr>
        <p:spPr>
          <a:xfrm flipH="1">
            <a:off x="8000999" y="4154179"/>
            <a:ext cx="1719262"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11</a:t>
            </a:r>
          </a:p>
        </p:txBody>
      </p:sp>
      <p:sp>
        <p:nvSpPr>
          <p:cNvPr id="52" name="TextBox 51">
            <a:extLst>
              <a:ext uri="{FF2B5EF4-FFF2-40B4-BE49-F238E27FC236}">
                <a16:creationId xmlns:a16="http://schemas.microsoft.com/office/drawing/2014/main" id="{11FE0D84-9F9D-0282-46B1-4A2033E1F7A1}"/>
              </a:ext>
            </a:extLst>
          </p:cNvPr>
          <p:cNvSpPr txBox="1"/>
          <p:nvPr userDrawn="1"/>
        </p:nvSpPr>
        <p:spPr>
          <a:xfrm flipH="1">
            <a:off x="9867900" y="4154179"/>
            <a:ext cx="17414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12</a:t>
            </a:r>
          </a:p>
        </p:txBody>
      </p:sp>
      <p:cxnSp>
        <p:nvCxnSpPr>
          <p:cNvPr id="53" name="Straight Connector 52">
            <a:extLst>
              <a:ext uri="{FF2B5EF4-FFF2-40B4-BE49-F238E27FC236}">
                <a16:creationId xmlns:a16="http://schemas.microsoft.com/office/drawing/2014/main" id="{FA30DF63-9B0D-2594-E696-0F5C23B981FE}"/>
              </a:ext>
            </a:extLst>
          </p:cNvPr>
          <p:cNvCxnSpPr>
            <a:cxnSpLocks/>
          </p:cNvCxnSpPr>
          <p:nvPr userDrawn="1"/>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6A45DE55-CB97-0CDE-175E-A1583439764C}"/>
              </a:ext>
            </a:extLst>
          </p:cNvPr>
          <p:cNvCxnSpPr>
            <a:cxnSpLocks/>
          </p:cNvCxnSpPr>
          <p:nvPr userDrawn="1"/>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17FB3EB0-CC7C-E6CE-1810-82B69695C918}"/>
              </a:ext>
            </a:extLst>
          </p:cNvPr>
          <p:cNvCxnSpPr>
            <a:cxnSpLocks/>
          </p:cNvCxnSpPr>
          <p:nvPr userDrawn="1"/>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12410162-624B-1877-1CC8-79829002D0A7}"/>
              </a:ext>
            </a:extLst>
          </p:cNvPr>
          <p:cNvCxnSpPr>
            <a:cxnSpLocks/>
          </p:cNvCxnSpPr>
          <p:nvPr userDrawn="1"/>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7EA485B8-B735-FF81-2039-4646DA9EC228}"/>
              </a:ext>
            </a:extLst>
          </p:cNvPr>
          <p:cNvCxnSpPr>
            <a:cxnSpLocks/>
          </p:cNvCxnSpPr>
          <p:nvPr userDrawn="1"/>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8203A4ED-EF6D-A767-5678-BAC0E9B5313E}"/>
              </a:ext>
            </a:extLst>
          </p:cNvPr>
          <p:cNvCxnSpPr>
            <a:cxnSpLocks/>
          </p:cNvCxnSpPr>
          <p:nvPr userDrawn="1"/>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A370C370-17A3-8143-8D98-A0BD97122808}"/>
              </a:ext>
            </a:extLst>
          </p:cNvPr>
          <p:cNvCxnSpPr>
            <a:cxnSpLocks/>
          </p:cNvCxnSpPr>
          <p:nvPr userDrawn="1"/>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1E35533C-A56E-15BC-13BA-D548AB87BB29}"/>
              </a:ext>
            </a:extLst>
          </p:cNvPr>
          <p:cNvCxnSpPr>
            <a:cxnSpLocks/>
          </p:cNvCxnSpPr>
          <p:nvPr userDrawn="1"/>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05F20445-6AD2-C26B-3D01-92A2C20EE412}"/>
              </a:ext>
            </a:extLst>
          </p:cNvPr>
          <p:cNvCxnSpPr>
            <a:cxnSpLocks/>
          </p:cNvCxnSpPr>
          <p:nvPr userDrawn="1"/>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A1483D1A-AE55-396E-4DA1-73EBD3FB92B8}"/>
              </a:ext>
            </a:extLst>
          </p:cNvPr>
          <p:cNvCxnSpPr>
            <a:cxnSpLocks/>
          </p:cNvCxnSpPr>
          <p:nvPr userDrawn="1"/>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C3057AA8-DDAD-0138-2F24-3A2FBF2472CD}"/>
              </a:ext>
            </a:extLst>
          </p:cNvPr>
          <p:cNvCxnSpPr>
            <a:cxnSpLocks/>
          </p:cNvCxnSpPr>
          <p:nvPr userDrawn="1"/>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A9E2FDA8-DCE2-EACE-BEEC-8C93F9B60C55}"/>
              </a:ext>
            </a:extLst>
          </p:cNvPr>
          <p:cNvCxnSpPr>
            <a:cxnSpLocks/>
          </p:cNvCxnSpPr>
          <p:nvPr userDrawn="1"/>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3987163"/>
      </p:ext>
    </p:extLst>
  </p:cSld>
  <p:clrMapOvr>
    <a:masterClrMapping/>
  </p:clrMapOvr>
  <p:transition>
    <p:fade/>
  </p:transition>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1_Title Only">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7" name="Text Placeholder 6">
            <a:extLst>
              <a:ext uri="{FF2B5EF4-FFF2-40B4-BE49-F238E27FC236}">
                <a16:creationId xmlns:a16="http://schemas.microsoft.com/office/drawing/2014/main" id="{3501B1E1-4A0C-4426-8AC4-8B354CF116CE}"/>
              </a:ext>
            </a:extLst>
          </p:cNvPr>
          <p:cNvSpPr>
            <a:spLocks noGrp="1"/>
          </p:cNvSpPr>
          <p:nvPr>
            <p:ph type="body" sz="quarter" idx="10" hasCustomPrompt="1"/>
          </p:nvPr>
        </p:nvSpPr>
        <p:spPr>
          <a:xfrm>
            <a:off x="0" y="6294769"/>
            <a:ext cx="12192000" cy="563231"/>
          </a:xfrm>
          <a:solidFill>
            <a:srgbClr val="FFFF99"/>
          </a:solidFill>
        </p:spPr>
        <p:txBody>
          <a:bodyPr lIns="91440" tIns="91440" rIns="91440" bIns="91440">
            <a:noAutofit/>
          </a:bodyPr>
          <a:lstStyle>
            <a:lvl1pPr marL="0" indent="0" algn="r">
              <a:buNone/>
              <a:defRPr sz="2400"/>
            </a:lvl1pPr>
          </a:lstStyle>
          <a:p>
            <a:pPr lvl="0"/>
            <a:r>
              <a:rPr lang="en-US"/>
              <a:t>Next</a:t>
            </a:r>
          </a:p>
        </p:txBody>
      </p:sp>
    </p:spTree>
    <p:extLst>
      <p:ext uri="{BB962C8B-B14F-4D97-AF65-F5344CB8AC3E}">
        <p14:creationId xmlns:p14="http://schemas.microsoft.com/office/powerpoint/2010/main" val="4024777686"/>
      </p:ext>
    </p:extLst>
  </p:cSld>
  <p:clrMapOvr>
    <a:masterClrMapping/>
  </p:clrMapOvr>
  <p:transition>
    <p:fade/>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ThankYou">
    <p:bg>
      <p:bgPr>
        <a:solidFill>
          <a:schemeClr val="accent2"/>
        </a:solidFill>
        <a:effectLst/>
      </p:bgPr>
    </p:bg>
    <p:spTree>
      <p:nvGrpSpPr>
        <p:cNvPr id="1" name=""/>
        <p:cNvGrpSpPr/>
        <p:nvPr/>
      </p:nvGrpSpPr>
      <p:grpSpPr>
        <a:xfrm>
          <a:off x="0" y="0"/>
          <a:ext cx="0" cy="0"/>
          <a:chOff x="0" y="0"/>
          <a:chExt cx="0" cy="0"/>
        </a:xfrm>
      </p:grpSpPr>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p:nvPicPr>
        <p:blipFill>
          <a:blip r:embed="rId2"/>
          <a:stretch>
            <a:fillRect/>
          </a:stretch>
        </p:blipFill>
        <p:spPr bwMode="black">
          <a:xfrm>
            <a:off x="584200" y="585788"/>
            <a:ext cx="1366245" cy="292608"/>
          </a:xfrm>
          <a:prstGeom prst="rect">
            <a:avLst/>
          </a:prstGeom>
        </p:spPr>
      </p:pic>
      <p:sp>
        <p:nvSpPr>
          <p:cNvPr id="5" name="Title 1">
            <a:extLst>
              <a:ext uri="{FF2B5EF4-FFF2-40B4-BE49-F238E27FC236}">
                <a16:creationId xmlns:a16="http://schemas.microsoft.com/office/drawing/2014/main" id="{FA05CAAB-C386-EF47-9672-99832E904412}"/>
              </a:ext>
            </a:extLst>
          </p:cNvPr>
          <p:cNvSpPr>
            <a:spLocks noGrp="1"/>
          </p:cNvSpPr>
          <p:nvPr>
            <p:ph type="title" hasCustomPrompt="1"/>
          </p:nvPr>
        </p:nvSpPr>
        <p:spPr>
          <a:xfrm>
            <a:off x="584200" y="4075330"/>
            <a:ext cx="7298437" cy="1015663"/>
          </a:xfrm>
        </p:spPr>
        <p:txBody>
          <a:bodyPr wrap="square" anchor="b" anchorCtr="0">
            <a:spAutoFit/>
          </a:bodyPr>
          <a:lstStyle>
            <a:lvl1pPr>
              <a:defRPr sz="6600" b="1" i="0" spc="0">
                <a:solidFill>
                  <a:schemeClr val="tx1"/>
                </a:solidFill>
                <a:latin typeface="Segoe UI Semibold" panose="020B0502040204020203" pitchFamily="34" charset="0"/>
                <a:cs typeface="Segoe UI Semibold" panose="020B0502040204020203" pitchFamily="34" charset="0"/>
              </a:defRPr>
            </a:lvl1pPr>
          </a:lstStyle>
          <a:p>
            <a:r>
              <a:rPr lang="en-US"/>
              <a:t>Thank you.</a:t>
            </a:r>
          </a:p>
        </p:txBody>
      </p:sp>
      <p:cxnSp>
        <p:nvCxnSpPr>
          <p:cNvPr id="6" name="Straight Connector 5">
            <a:extLst>
              <a:ext uri="{FF2B5EF4-FFF2-40B4-BE49-F238E27FC236}">
                <a16:creationId xmlns:a16="http://schemas.microsoft.com/office/drawing/2014/main" id="{88EA4229-0086-E64D-A616-33062EF62B34}"/>
              </a:ext>
            </a:extLst>
          </p:cNvPr>
          <p:cNvCxnSpPr>
            <a:cxnSpLocks/>
          </p:cNvCxnSpPr>
          <p:nvPr/>
        </p:nvCxnSpPr>
        <p:spPr>
          <a:xfrm>
            <a:off x="584200" y="6007781"/>
            <a:ext cx="11025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9" name="Footer Placeholder 4">
            <a:extLst>
              <a:ext uri="{FF2B5EF4-FFF2-40B4-BE49-F238E27FC236}">
                <a16:creationId xmlns:a16="http://schemas.microsoft.com/office/drawing/2014/main" id="{F990A1EA-0184-4AE1-8858-D03AFEEF9B8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10" name="Slide Number Placeholder 5">
            <a:extLst>
              <a:ext uri="{FF2B5EF4-FFF2-40B4-BE49-F238E27FC236}">
                <a16:creationId xmlns:a16="http://schemas.microsoft.com/office/drawing/2014/main" id="{162410B6-6E3D-4CB2-A003-281A600A92F3}"/>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pic>
        <p:nvPicPr>
          <p:cNvPr id="2" name="MS logo white - EMF" descr="Microsoft logo white text version">
            <a:extLst>
              <a:ext uri="{FF2B5EF4-FFF2-40B4-BE49-F238E27FC236}">
                <a16:creationId xmlns:a16="http://schemas.microsoft.com/office/drawing/2014/main" id="{AD47F79A-06C6-8146-2726-E337C57DFA6F}"/>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cxnSp>
        <p:nvCxnSpPr>
          <p:cNvPr id="3" name="Straight Connector 2">
            <a:extLst>
              <a:ext uri="{FF2B5EF4-FFF2-40B4-BE49-F238E27FC236}">
                <a16:creationId xmlns:a16="http://schemas.microsoft.com/office/drawing/2014/main" id="{0A0A8ADA-90CC-2EF5-AE44-69BC64BA09FF}"/>
              </a:ext>
            </a:extLst>
          </p:cNvPr>
          <p:cNvCxnSpPr>
            <a:cxnSpLocks/>
          </p:cNvCxnSpPr>
          <p:nvPr userDrawn="1"/>
        </p:nvCxnSpPr>
        <p:spPr>
          <a:xfrm>
            <a:off x="584200" y="6007781"/>
            <a:ext cx="11025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58450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C35EA4"/>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1_Title square photo">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4200" y="2303312"/>
            <a:ext cx="7298437" cy="3046988"/>
          </a:xfrm>
        </p:spPr>
        <p:txBody>
          <a:bodyPr wrap="square" anchor="b" anchorCtr="0">
            <a:spAutoFit/>
          </a:bodyPr>
          <a:lstStyle>
            <a:lvl1pPr>
              <a:defRPr sz="6600" b="1" i="0" spc="0">
                <a:solidFill>
                  <a:schemeClr val="tx1"/>
                </a:solidFill>
                <a:latin typeface="Segoe UI Semibold" panose="020B0502040204020203" pitchFamily="34" charset="0"/>
                <a:cs typeface="Segoe UI Semibold" panose="020B0502040204020203" pitchFamily="34" charset="0"/>
              </a:defRPr>
            </a:lvl1pPr>
          </a:lstStyle>
          <a:p>
            <a:r>
              <a:rPr lang="en-US"/>
              <a:t>Event name </a:t>
            </a:r>
            <a:br>
              <a:rPr lang="en-US"/>
            </a:br>
            <a:r>
              <a:rPr lang="en-US"/>
              <a:t>or presentation title here</a:t>
            </a:r>
          </a:p>
        </p:txBody>
      </p:sp>
      <p:sp>
        <p:nvSpPr>
          <p:cNvPr id="5" name="Text Placeholder 4"/>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p:nvPicPr>
        <p:blipFill>
          <a:blip r:embed="rId2"/>
          <a:stretch>
            <a:fillRect/>
          </a:stretch>
        </p:blipFill>
        <p:spPr bwMode="black">
          <a:xfrm>
            <a:off x="584200" y="585788"/>
            <a:ext cx="1366245" cy="292608"/>
          </a:xfrm>
          <a:prstGeom prst="rect">
            <a:avLst/>
          </a:prstGeom>
        </p:spPr>
      </p:pic>
      <p:cxnSp>
        <p:nvCxnSpPr>
          <p:cNvPr id="4" name="Straight Connector 3">
            <a:extLst>
              <a:ext uri="{FF2B5EF4-FFF2-40B4-BE49-F238E27FC236}">
                <a16:creationId xmlns:a16="http://schemas.microsoft.com/office/drawing/2014/main" id="{CBA263C4-3326-E64B-9789-EDA19734D864}"/>
              </a:ext>
            </a:extLst>
          </p:cNvPr>
          <p:cNvCxnSpPr>
            <a:cxnSpLocks/>
          </p:cNvCxnSpPr>
          <p:nvPr/>
        </p:nvCxnSpPr>
        <p:spPr>
          <a:xfrm>
            <a:off x="584200" y="6267088"/>
            <a:ext cx="11025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pic>
        <p:nvPicPr>
          <p:cNvPr id="3" name="MS logo white - EMF" descr="Microsoft logo white text version">
            <a:extLst>
              <a:ext uri="{FF2B5EF4-FFF2-40B4-BE49-F238E27FC236}">
                <a16:creationId xmlns:a16="http://schemas.microsoft.com/office/drawing/2014/main" id="{756F3268-D9C2-26AA-E372-6D3615ACF2F1}"/>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cxnSp>
        <p:nvCxnSpPr>
          <p:cNvPr id="6" name="Straight Connector 5">
            <a:extLst>
              <a:ext uri="{FF2B5EF4-FFF2-40B4-BE49-F238E27FC236}">
                <a16:creationId xmlns:a16="http://schemas.microsoft.com/office/drawing/2014/main" id="{2B9F499C-C8C9-89B3-E576-C790AC68B913}"/>
              </a:ext>
            </a:extLst>
          </p:cNvPr>
          <p:cNvCxnSpPr>
            <a:cxnSpLocks/>
          </p:cNvCxnSpPr>
          <p:nvPr userDrawn="1"/>
        </p:nvCxnSpPr>
        <p:spPr>
          <a:xfrm>
            <a:off x="584200" y="6267088"/>
            <a:ext cx="11025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879637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C35EA4"/>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Agenda Layout">
    <p:spTree>
      <p:nvGrpSpPr>
        <p:cNvPr id="1" name=""/>
        <p:cNvGrpSpPr/>
        <p:nvPr/>
      </p:nvGrpSpPr>
      <p:grpSpPr>
        <a:xfrm>
          <a:off x="0" y="0"/>
          <a:ext cx="0" cy="0"/>
          <a:chOff x="0" y="0"/>
          <a:chExt cx="0" cy="0"/>
        </a:xfrm>
      </p:grpSpPr>
      <p:sp>
        <p:nvSpPr>
          <p:cNvPr id="35" name="Footer Placeholder 4">
            <a:extLst>
              <a:ext uri="{FF2B5EF4-FFF2-40B4-BE49-F238E27FC236}">
                <a16:creationId xmlns:a16="http://schemas.microsoft.com/office/drawing/2014/main" id="{8C64960A-4B61-43E6-B400-13FC4850F81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6" name="Slide Number Placeholder 5">
            <a:extLst>
              <a:ext uri="{FF2B5EF4-FFF2-40B4-BE49-F238E27FC236}">
                <a16:creationId xmlns:a16="http://schemas.microsoft.com/office/drawing/2014/main" id="{4333FB6F-5C99-40E2-8D4E-1E9EE410072E}"/>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2" name="Rectangle 1">
            <a:extLst>
              <a:ext uri="{FF2B5EF4-FFF2-40B4-BE49-F238E27FC236}">
                <a16:creationId xmlns:a16="http://schemas.microsoft.com/office/drawing/2014/main" id="{74BEDE68-1D2D-4A40-A3F4-F77A41DD2BC0}"/>
              </a:ext>
            </a:extLst>
          </p:cNvPr>
          <p:cNvSpPr/>
          <p:nvPr/>
        </p:nvSpPr>
        <p:spPr bwMode="auto">
          <a:xfrm>
            <a:off x="1" y="0"/>
            <a:ext cx="37084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 name="Text Placeholder 5">
            <a:extLst>
              <a:ext uri="{FF2B5EF4-FFF2-40B4-BE49-F238E27FC236}">
                <a16:creationId xmlns:a16="http://schemas.microsoft.com/office/drawing/2014/main" id="{8AAF1AEC-5837-427A-AB77-EF89A45999B0}"/>
              </a:ext>
            </a:extLst>
          </p:cNvPr>
          <p:cNvSpPr>
            <a:spLocks noGrp="1"/>
          </p:cNvSpPr>
          <p:nvPr>
            <p:ph type="body" sz="quarter" idx="39" hasCustomPrompt="1"/>
          </p:nvPr>
        </p:nvSpPr>
        <p:spPr>
          <a:xfrm>
            <a:off x="571500" y="3121224"/>
            <a:ext cx="2824014" cy="615553"/>
          </a:xfrm>
        </p:spPr>
        <p:txBody>
          <a:bodyPr/>
          <a:lstStyle>
            <a:lvl1pPr marL="0" indent="0">
              <a:buNone/>
              <a:defRPr sz="4000">
                <a:solidFill>
                  <a:schemeClr val="bg1"/>
                </a:solidFill>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Agenda</a:t>
            </a:r>
          </a:p>
        </p:txBody>
      </p:sp>
    </p:spTree>
    <p:extLst>
      <p:ext uri="{BB962C8B-B14F-4D97-AF65-F5344CB8AC3E}">
        <p14:creationId xmlns:p14="http://schemas.microsoft.com/office/powerpoint/2010/main" val="1963357217"/>
      </p:ext>
    </p:extLst>
  </p:cSld>
  <p:clrMapOvr>
    <a:masterClrMapping/>
  </p:clrMapOvr>
  <p:transition>
    <p:fade/>
  </p:transition>
  <p:hf hdr="0" dt="0"/>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3" name="Footer Placeholder 4">
            <a:extLst>
              <a:ext uri="{FF2B5EF4-FFF2-40B4-BE49-F238E27FC236}">
                <a16:creationId xmlns:a16="http://schemas.microsoft.com/office/drawing/2014/main" id="{3CB9224E-20A8-4184-BE63-F7ADC102413F}"/>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ACDA2FAA-F591-4C59-93CB-5FDE50ECC642}"/>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1519038517"/>
      </p:ext>
    </p:extLst>
  </p:cSld>
  <p:clrMapOvr>
    <a:masterClrMapping/>
  </p:clrMapOvr>
  <p:transition>
    <p:fade/>
  </p:transition>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1_Title Only_Blue Bar Layou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BA4EE01-A11E-4E94-BD8C-0E370CC84335}"/>
              </a:ext>
              <a:ext uri="{C183D7F6-B498-43B3-948B-1728B52AA6E4}">
                <adec:decorative xmlns:adec="http://schemas.microsoft.com/office/drawing/2017/decorative" val="1"/>
              </a:ext>
            </a:extLst>
          </p:cNvPr>
          <p:cNvSpPr/>
          <p:nvPr/>
        </p:nvSpPr>
        <p:spPr bwMode="auto">
          <a:xfrm>
            <a:off x="0" y="2"/>
            <a:ext cx="12192000" cy="1590674"/>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 name="Rectangle 6">
            <a:extLst>
              <a:ext uri="{FF2B5EF4-FFF2-40B4-BE49-F238E27FC236}">
                <a16:creationId xmlns:a16="http://schemas.microsoft.com/office/drawing/2014/main" id="{849DBB57-EFF8-4672-A1A8-6F5D20C83EAE}"/>
              </a:ext>
              <a:ext uri="{C183D7F6-B498-43B3-948B-1728B52AA6E4}">
                <adec:decorative xmlns:adec="http://schemas.microsoft.com/office/drawing/2017/decorative" val="1"/>
              </a:ext>
            </a:extLst>
          </p:cNvPr>
          <p:cNvSpPr/>
          <p:nvPr/>
        </p:nvSpPr>
        <p:spPr bwMode="auto">
          <a:xfrm>
            <a:off x="0" y="1590676"/>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3" name="Rectangle 2">
            <a:extLst>
              <a:ext uri="{FF2B5EF4-FFF2-40B4-BE49-F238E27FC236}">
                <a16:creationId xmlns:a16="http://schemas.microsoft.com/office/drawing/2014/main" id="{B6DB6C57-3951-6006-519D-4615F6898754}"/>
              </a:ext>
              <a:ext uri="{C183D7F6-B498-43B3-948B-1728B52AA6E4}">
                <adec:decorative xmlns:adec="http://schemas.microsoft.com/office/drawing/2017/decorative" val="1"/>
              </a:ext>
            </a:extLst>
          </p:cNvPr>
          <p:cNvSpPr/>
          <p:nvPr userDrawn="1"/>
        </p:nvSpPr>
        <p:spPr bwMode="auto">
          <a:xfrm>
            <a:off x="0" y="2"/>
            <a:ext cx="12192000" cy="1590674"/>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8" name="Rectangle 7">
            <a:extLst>
              <a:ext uri="{FF2B5EF4-FFF2-40B4-BE49-F238E27FC236}">
                <a16:creationId xmlns:a16="http://schemas.microsoft.com/office/drawing/2014/main" id="{891B525B-89EA-B373-ECC8-6581C820A14E}"/>
              </a:ext>
              <a:ext uri="{C183D7F6-B498-43B3-948B-1728B52AA6E4}">
                <adec:decorative xmlns:adec="http://schemas.microsoft.com/office/drawing/2017/decorative" val="1"/>
              </a:ext>
            </a:extLst>
          </p:cNvPr>
          <p:cNvSpPr/>
          <p:nvPr userDrawn="1"/>
        </p:nvSpPr>
        <p:spPr bwMode="auto">
          <a:xfrm>
            <a:off x="0" y="1590676"/>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3383802497"/>
      </p:ext>
    </p:extLst>
  </p:cSld>
  <p:clrMapOvr>
    <a:masterClrMapping/>
  </p:clrMapOvr>
  <p:transition>
    <p:fade/>
  </p:transition>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Title_Blue Bar_Placeholder layou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F141C64-E920-4DE9-A440-152373BCBA3E}"/>
              </a:ext>
              <a:ext uri="{C183D7F6-B498-43B3-948B-1728B52AA6E4}">
                <adec:decorative xmlns:adec="http://schemas.microsoft.com/office/drawing/2017/decorative" val="1"/>
              </a:ext>
            </a:extLst>
          </p:cNvPr>
          <p:cNvSpPr/>
          <p:nvPr/>
        </p:nvSpPr>
        <p:spPr bwMode="auto">
          <a:xfrm>
            <a:off x="0" y="2"/>
            <a:ext cx="12192000" cy="1429046"/>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3" name="Footer Placeholder 4">
            <a:extLst>
              <a:ext uri="{FF2B5EF4-FFF2-40B4-BE49-F238E27FC236}">
                <a16:creationId xmlns:a16="http://schemas.microsoft.com/office/drawing/2014/main" id="{3CB9224E-20A8-4184-BE63-F7ADC102413F}"/>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ACDA2FAA-F591-4C59-93CB-5FDE50ECC642}"/>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9" name="Content Placeholder 8">
            <a:extLst>
              <a:ext uri="{FF2B5EF4-FFF2-40B4-BE49-F238E27FC236}">
                <a16:creationId xmlns:a16="http://schemas.microsoft.com/office/drawing/2014/main" id="{42582AC2-DA98-4BCB-8380-34C382DED89F}"/>
              </a:ext>
            </a:extLst>
          </p:cNvPr>
          <p:cNvSpPr>
            <a:spLocks noGrp="1"/>
          </p:cNvSpPr>
          <p:nvPr>
            <p:ph sz="quarter" idx="10" hasCustomPrompt="1"/>
          </p:nvPr>
        </p:nvSpPr>
        <p:spPr>
          <a:xfrm>
            <a:off x="6019800" y="1871663"/>
            <a:ext cx="5600700" cy="4397375"/>
          </a:xfrm>
          <a:ln w="6350">
            <a:solidFill>
              <a:schemeClr val="bg1">
                <a:lumMod val="85000"/>
              </a:schemeClr>
            </a:solidFill>
          </a:ln>
        </p:spPr>
        <p:txBody>
          <a:bodyPr/>
          <a:lstStyle>
            <a:lvl1pPr marL="0" indent="0" algn="ctr">
              <a:buNone/>
              <a:defRPr sz="1800"/>
            </a:lvl1pPr>
          </a:lstStyle>
          <a:p>
            <a:pPr lvl="0"/>
            <a:r>
              <a:rPr lang="en-US"/>
              <a:t>Place holder for report and illustration </a:t>
            </a:r>
          </a:p>
        </p:txBody>
      </p:sp>
      <p:sp>
        <p:nvSpPr>
          <p:cNvPr id="11" name="Rectangle 10">
            <a:extLst>
              <a:ext uri="{FF2B5EF4-FFF2-40B4-BE49-F238E27FC236}">
                <a16:creationId xmlns:a16="http://schemas.microsoft.com/office/drawing/2014/main" id="{3CBE3747-AB42-4DD5-A33C-42C4A70E8A91}"/>
              </a:ext>
              <a:ext uri="{C183D7F6-B498-43B3-948B-1728B52AA6E4}">
                <adec:decorative xmlns:adec="http://schemas.microsoft.com/office/drawing/2017/decorative" val="1"/>
              </a:ext>
            </a:extLst>
          </p:cNvPr>
          <p:cNvSpPr/>
          <p:nvPr/>
        </p:nvSpPr>
        <p:spPr bwMode="auto">
          <a:xfrm>
            <a:off x="0" y="1429048"/>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5" name="Rectangle 4">
            <a:extLst>
              <a:ext uri="{FF2B5EF4-FFF2-40B4-BE49-F238E27FC236}">
                <a16:creationId xmlns:a16="http://schemas.microsoft.com/office/drawing/2014/main" id="{505C1F9C-EA6B-0516-A59C-EEAD91DB727F}"/>
              </a:ext>
              <a:ext uri="{C183D7F6-B498-43B3-948B-1728B52AA6E4}">
                <adec:decorative xmlns:adec="http://schemas.microsoft.com/office/drawing/2017/decorative" val="1"/>
              </a:ext>
            </a:extLst>
          </p:cNvPr>
          <p:cNvSpPr/>
          <p:nvPr userDrawn="1"/>
        </p:nvSpPr>
        <p:spPr bwMode="auto">
          <a:xfrm>
            <a:off x="0" y="1429048"/>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3136137223"/>
      </p:ext>
    </p:extLst>
  </p:cSld>
  <p:clrMapOvr>
    <a:masterClrMapping/>
  </p:clrMapOvr>
  <p:transition>
    <p:fade/>
  </p:transition>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Title Only_Subtitle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3" name="Text Placeholder 4">
            <a:extLst>
              <a:ext uri="{FF2B5EF4-FFF2-40B4-BE49-F238E27FC236}">
                <a16:creationId xmlns:a16="http://schemas.microsoft.com/office/drawing/2014/main" id="{6EC02201-A897-0144-8522-F40E06456BE8}"/>
              </a:ext>
            </a:extLst>
          </p:cNvPr>
          <p:cNvSpPr>
            <a:spLocks noGrp="1"/>
          </p:cNvSpPr>
          <p:nvPr>
            <p:ph type="body" sz="quarter" idx="12" hasCustomPrompt="1"/>
          </p:nvPr>
        </p:nvSpPr>
        <p:spPr>
          <a:xfrm>
            <a:off x="584201" y="1310646"/>
            <a:ext cx="11018520" cy="276999"/>
          </a:xfrm>
          <a:noFill/>
        </p:spPr>
        <p:txBody>
          <a:bodyPr wrap="square" lIns="0" tIns="0" rIns="0" bIns="0">
            <a:spAutoFit/>
          </a:bodyPr>
          <a:lstStyle>
            <a:lvl1pPr marL="0" indent="0">
              <a:spcBef>
                <a:spcPts val="0"/>
              </a:spcBef>
              <a:buNone/>
              <a:defRPr sz="1800" spc="0" baseline="0">
                <a:solidFill>
                  <a:schemeClr val="accent6"/>
                </a:solidFill>
                <a:latin typeface="+mn-lt"/>
                <a:cs typeface="Segoe UI" panose="020B0502040204020203" pitchFamily="34" charset="0"/>
              </a:defRPr>
            </a:lvl1pPr>
          </a:lstStyle>
          <a:p>
            <a:pPr lvl="0"/>
            <a:r>
              <a:rPr lang="en-US"/>
              <a:t>Subtitle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582685789"/>
      </p:ext>
    </p:extLst>
  </p:cSld>
  <p:clrMapOvr>
    <a:masterClrMapping/>
  </p:clrMapOvr>
  <p:transition>
    <p:fade/>
  </p:transition>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Title Only_Subtitle_Blue Bar Layou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BA4EE01-A11E-4E94-BD8C-0E370CC84335}"/>
              </a:ext>
              <a:ext uri="{C183D7F6-B498-43B3-948B-1728B52AA6E4}">
                <adec:decorative xmlns:adec="http://schemas.microsoft.com/office/drawing/2017/decorative" val="1"/>
              </a:ext>
            </a:extLst>
          </p:cNvPr>
          <p:cNvSpPr/>
          <p:nvPr/>
        </p:nvSpPr>
        <p:spPr bwMode="auto">
          <a:xfrm>
            <a:off x="0" y="1"/>
            <a:ext cx="12192000" cy="1857827"/>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 name="Rectangle 6">
            <a:extLst>
              <a:ext uri="{FF2B5EF4-FFF2-40B4-BE49-F238E27FC236}">
                <a16:creationId xmlns:a16="http://schemas.microsoft.com/office/drawing/2014/main" id="{849DBB57-EFF8-4672-A1A8-6F5D20C83EAE}"/>
              </a:ext>
              <a:ext uri="{C183D7F6-B498-43B3-948B-1728B52AA6E4}">
                <adec:decorative xmlns:adec="http://schemas.microsoft.com/office/drawing/2017/decorative" val="1"/>
              </a:ext>
            </a:extLst>
          </p:cNvPr>
          <p:cNvSpPr/>
          <p:nvPr/>
        </p:nvSpPr>
        <p:spPr bwMode="auto">
          <a:xfrm>
            <a:off x="0" y="1808596"/>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3" name="Text Placeholder 4">
            <a:extLst>
              <a:ext uri="{FF2B5EF4-FFF2-40B4-BE49-F238E27FC236}">
                <a16:creationId xmlns:a16="http://schemas.microsoft.com/office/drawing/2014/main" id="{6EC02201-A897-0144-8522-F40E06456BE8}"/>
              </a:ext>
            </a:extLst>
          </p:cNvPr>
          <p:cNvSpPr>
            <a:spLocks noGrp="1"/>
          </p:cNvSpPr>
          <p:nvPr>
            <p:ph type="body" sz="quarter" idx="12" hasCustomPrompt="1"/>
          </p:nvPr>
        </p:nvSpPr>
        <p:spPr>
          <a:xfrm>
            <a:off x="584201" y="1310646"/>
            <a:ext cx="11018520" cy="276999"/>
          </a:xfrm>
          <a:noFill/>
        </p:spPr>
        <p:txBody>
          <a:bodyPr wrap="square" lIns="0" tIns="0" rIns="0" bIns="0">
            <a:spAutoFit/>
          </a:bodyPr>
          <a:lstStyle>
            <a:lvl1pPr marL="0" indent="0">
              <a:spcBef>
                <a:spcPts val="0"/>
              </a:spcBef>
              <a:buNone/>
              <a:defRPr sz="1800" spc="0" baseline="0">
                <a:solidFill>
                  <a:schemeClr val="bg1"/>
                </a:solidFill>
                <a:latin typeface="+mn-lt"/>
                <a:cs typeface="Segoe UI" panose="020B0502040204020203" pitchFamily="34" charset="0"/>
              </a:defRPr>
            </a:lvl1pPr>
          </a:lstStyle>
          <a:p>
            <a:pPr lvl="0"/>
            <a:r>
              <a:rPr lang="en-US"/>
              <a:t>Subtitle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BB45644B-7519-025A-EA25-1E735AD16218}"/>
              </a:ext>
              <a:ext uri="{C183D7F6-B498-43B3-948B-1728B52AA6E4}">
                <adec:decorative xmlns:adec="http://schemas.microsoft.com/office/drawing/2017/decorative" val="1"/>
              </a:ext>
            </a:extLst>
          </p:cNvPr>
          <p:cNvSpPr/>
          <p:nvPr userDrawn="1"/>
        </p:nvSpPr>
        <p:spPr bwMode="auto">
          <a:xfrm>
            <a:off x="0" y="1"/>
            <a:ext cx="12192000" cy="1857827"/>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9" name="Rectangle 8">
            <a:extLst>
              <a:ext uri="{FF2B5EF4-FFF2-40B4-BE49-F238E27FC236}">
                <a16:creationId xmlns:a16="http://schemas.microsoft.com/office/drawing/2014/main" id="{DBD08C04-D9E4-3431-3EE6-88E1E7DC1432}"/>
              </a:ext>
              <a:ext uri="{C183D7F6-B498-43B3-948B-1728B52AA6E4}">
                <adec:decorative xmlns:adec="http://schemas.microsoft.com/office/drawing/2017/decorative" val="1"/>
              </a:ext>
            </a:extLst>
          </p:cNvPr>
          <p:cNvSpPr/>
          <p:nvPr userDrawn="1"/>
        </p:nvSpPr>
        <p:spPr bwMode="auto">
          <a:xfrm>
            <a:off x="0" y="1808596"/>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2838807973"/>
      </p:ext>
    </p:extLst>
  </p:cSld>
  <p:clrMapOvr>
    <a:masterClrMapping/>
  </p:clrMapOvr>
  <p:transition>
    <p:fade/>
  </p:transition>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 Image Layout">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FCC52691-475D-43F1-A919-4B156DB9EB3B}"/>
              </a:ext>
            </a:extLst>
          </p:cNvPr>
          <p:cNvSpPr>
            <a:spLocks/>
          </p:cNvSpPr>
          <p:nvPr/>
        </p:nvSpPr>
        <p:spPr bwMode="auto">
          <a:xfrm>
            <a:off x="0" y="801983"/>
            <a:ext cx="6720842"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0" name="Rectangle 9">
            <a:extLst>
              <a:ext uri="{FF2B5EF4-FFF2-40B4-BE49-F238E27FC236}">
                <a16:creationId xmlns:a16="http://schemas.microsoft.com/office/drawing/2014/main" id="{5D652719-B081-48FC-940C-093D3CF71ACF}"/>
              </a:ext>
            </a:extLst>
          </p:cNvPr>
          <p:cNvSpPr>
            <a:spLocks/>
          </p:cNvSpPr>
          <p:nvPr/>
        </p:nvSpPr>
        <p:spPr bwMode="auto">
          <a:xfrm>
            <a:off x="0" y="1923213"/>
            <a:ext cx="6720842"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1085599"/>
            <a:ext cx="5854348" cy="553998"/>
          </a:xfrm>
        </p:spPr>
        <p:txBody>
          <a:bodyPr wrap="square">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12" name="Content Placeholder 10">
            <a:extLst>
              <a:ext uri="{FF2B5EF4-FFF2-40B4-BE49-F238E27FC236}">
                <a16:creationId xmlns:a16="http://schemas.microsoft.com/office/drawing/2014/main" id="{87392304-E6C1-4312-930D-A6D4819615F6}"/>
              </a:ext>
            </a:extLst>
          </p:cNvPr>
          <p:cNvSpPr>
            <a:spLocks noGrp="1"/>
          </p:cNvSpPr>
          <p:nvPr>
            <p:ph sz="quarter" idx="11"/>
          </p:nvPr>
        </p:nvSpPr>
        <p:spPr>
          <a:xfrm>
            <a:off x="6720843" y="0"/>
            <a:ext cx="5471157" cy="6858000"/>
          </a:xfrm>
          <a:ln w="6350">
            <a:solidFill>
              <a:schemeClr val="bg1">
                <a:lumMod val="75000"/>
              </a:schemeClr>
            </a:solidFill>
          </a:ln>
        </p:spPr>
        <p:txBody>
          <a:bodyPr/>
          <a:lstStyle>
            <a:lvl1pPr marL="0" indent="0" algn="ctr">
              <a:buNone/>
              <a:defRPr sz="2400"/>
            </a:lvl1pPr>
          </a:lstStyle>
          <a:p>
            <a:pPr lvl="0"/>
            <a:r>
              <a:rPr lang="en-US"/>
              <a:t>Click to edit Master text styles</a:t>
            </a:r>
          </a:p>
        </p:txBody>
      </p:sp>
      <p:sp>
        <p:nvSpPr>
          <p:cNvPr id="3" name="Rectangle 2">
            <a:extLst>
              <a:ext uri="{FF2B5EF4-FFF2-40B4-BE49-F238E27FC236}">
                <a16:creationId xmlns:a16="http://schemas.microsoft.com/office/drawing/2014/main" id="{ED3AF0C5-128A-D8D2-10FE-D34EF3815AE9}"/>
              </a:ext>
            </a:extLst>
          </p:cNvPr>
          <p:cNvSpPr>
            <a:spLocks/>
          </p:cNvSpPr>
          <p:nvPr userDrawn="1"/>
        </p:nvSpPr>
        <p:spPr bwMode="auto">
          <a:xfrm>
            <a:off x="0" y="801983"/>
            <a:ext cx="6720842"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 name="Rectangle 5">
            <a:extLst>
              <a:ext uri="{FF2B5EF4-FFF2-40B4-BE49-F238E27FC236}">
                <a16:creationId xmlns:a16="http://schemas.microsoft.com/office/drawing/2014/main" id="{694A7857-C08F-E8FE-F2F9-253ACC13995A}"/>
              </a:ext>
            </a:extLst>
          </p:cNvPr>
          <p:cNvSpPr>
            <a:spLocks/>
          </p:cNvSpPr>
          <p:nvPr userDrawn="1"/>
        </p:nvSpPr>
        <p:spPr bwMode="auto">
          <a:xfrm>
            <a:off x="0" y="1923213"/>
            <a:ext cx="6720842"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2563447190"/>
      </p:ext>
    </p:extLst>
  </p:cSld>
  <p:clrMapOvr>
    <a:masterClrMapping/>
  </p:clrMapOvr>
  <p:transition>
    <p:fade/>
  </p:transition>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Half Image_Blue Bar Layout">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FCC52691-475D-43F1-A919-4B156DB9EB3B}"/>
              </a:ext>
            </a:extLst>
          </p:cNvPr>
          <p:cNvSpPr/>
          <p:nvPr/>
        </p:nvSpPr>
        <p:spPr bwMode="auto">
          <a:xfrm>
            <a:off x="0" y="801983"/>
            <a:ext cx="6019800"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0" name="Rectangle 9">
            <a:extLst>
              <a:ext uri="{FF2B5EF4-FFF2-40B4-BE49-F238E27FC236}">
                <a16:creationId xmlns:a16="http://schemas.microsoft.com/office/drawing/2014/main" id="{5D652719-B081-48FC-940C-093D3CF71ACF}"/>
              </a:ext>
            </a:extLst>
          </p:cNvPr>
          <p:cNvSpPr/>
          <p:nvPr/>
        </p:nvSpPr>
        <p:spPr bwMode="auto">
          <a:xfrm>
            <a:off x="0" y="1923213"/>
            <a:ext cx="6019800"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1085599"/>
            <a:ext cx="4555319" cy="553998"/>
          </a:xfrm>
        </p:spPr>
        <p:txBody>
          <a:bodyPr>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12" name="Content Placeholder 10">
            <a:extLst>
              <a:ext uri="{FF2B5EF4-FFF2-40B4-BE49-F238E27FC236}">
                <a16:creationId xmlns:a16="http://schemas.microsoft.com/office/drawing/2014/main" id="{87392304-E6C1-4312-930D-A6D4819615F6}"/>
              </a:ext>
            </a:extLst>
          </p:cNvPr>
          <p:cNvSpPr>
            <a:spLocks noGrp="1"/>
          </p:cNvSpPr>
          <p:nvPr>
            <p:ph sz="quarter" idx="11"/>
          </p:nvPr>
        </p:nvSpPr>
        <p:spPr>
          <a:xfrm>
            <a:off x="6019800" y="585788"/>
            <a:ext cx="5600700" cy="5686424"/>
          </a:xfrm>
          <a:ln w="6350">
            <a:solidFill>
              <a:schemeClr val="bg1">
                <a:lumMod val="75000"/>
              </a:schemeClr>
            </a:solidFill>
          </a:ln>
        </p:spPr>
        <p:txBody>
          <a:bodyPr/>
          <a:lstStyle>
            <a:lvl1pPr marL="0" indent="0" algn="ctr">
              <a:buNone/>
              <a:defRPr sz="2400"/>
            </a:lvl1pPr>
          </a:lstStyle>
          <a:p>
            <a:pPr lvl="0"/>
            <a:r>
              <a:rPr lang="en-US"/>
              <a:t>Click to edit Master text styles</a:t>
            </a:r>
          </a:p>
        </p:txBody>
      </p:sp>
      <p:sp>
        <p:nvSpPr>
          <p:cNvPr id="3" name="Rectangle 2">
            <a:extLst>
              <a:ext uri="{FF2B5EF4-FFF2-40B4-BE49-F238E27FC236}">
                <a16:creationId xmlns:a16="http://schemas.microsoft.com/office/drawing/2014/main" id="{7AA14FFF-7DEA-4B50-5F1C-156F46296DD9}"/>
              </a:ext>
            </a:extLst>
          </p:cNvPr>
          <p:cNvSpPr/>
          <p:nvPr userDrawn="1"/>
        </p:nvSpPr>
        <p:spPr bwMode="auto">
          <a:xfrm>
            <a:off x="0" y="801983"/>
            <a:ext cx="6019800"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 name="Rectangle 5">
            <a:extLst>
              <a:ext uri="{FF2B5EF4-FFF2-40B4-BE49-F238E27FC236}">
                <a16:creationId xmlns:a16="http://schemas.microsoft.com/office/drawing/2014/main" id="{54D39290-8489-ACD7-6388-6779B6CE0A22}"/>
              </a:ext>
            </a:extLst>
          </p:cNvPr>
          <p:cNvSpPr/>
          <p:nvPr userDrawn="1"/>
        </p:nvSpPr>
        <p:spPr bwMode="auto">
          <a:xfrm>
            <a:off x="0" y="1923213"/>
            <a:ext cx="6019800"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3834917608"/>
      </p:ext>
    </p:extLst>
  </p:cSld>
  <p:clrMapOvr>
    <a:masterClrMapping/>
  </p:clrMapOvr>
  <p:transition>
    <p:fade/>
  </p:transition>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Blue Bar Layout">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FCC52691-475D-43F1-A919-4B156DB9EB3B}"/>
              </a:ext>
            </a:extLst>
          </p:cNvPr>
          <p:cNvSpPr>
            <a:spLocks/>
          </p:cNvSpPr>
          <p:nvPr/>
        </p:nvSpPr>
        <p:spPr bwMode="auto">
          <a:xfrm>
            <a:off x="0" y="801983"/>
            <a:ext cx="12192000"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0" name="Rectangle 9">
            <a:extLst>
              <a:ext uri="{FF2B5EF4-FFF2-40B4-BE49-F238E27FC236}">
                <a16:creationId xmlns:a16="http://schemas.microsoft.com/office/drawing/2014/main" id="{5D652719-B081-48FC-940C-093D3CF71ACF}"/>
              </a:ext>
            </a:extLst>
          </p:cNvPr>
          <p:cNvSpPr>
            <a:spLocks/>
          </p:cNvSpPr>
          <p:nvPr/>
        </p:nvSpPr>
        <p:spPr bwMode="auto">
          <a:xfrm>
            <a:off x="0" y="1923213"/>
            <a:ext cx="12192000"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1085599"/>
            <a:ext cx="11045019" cy="553998"/>
          </a:xfrm>
        </p:spPr>
        <p:txBody>
          <a:bodyPr wrap="square">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3" name="Rectangle 2">
            <a:extLst>
              <a:ext uri="{FF2B5EF4-FFF2-40B4-BE49-F238E27FC236}">
                <a16:creationId xmlns:a16="http://schemas.microsoft.com/office/drawing/2014/main" id="{40C312EF-C4DB-3DDF-D2EA-D34BFAA122C7}"/>
              </a:ext>
            </a:extLst>
          </p:cNvPr>
          <p:cNvSpPr>
            <a:spLocks/>
          </p:cNvSpPr>
          <p:nvPr userDrawn="1"/>
        </p:nvSpPr>
        <p:spPr bwMode="auto">
          <a:xfrm>
            <a:off x="0" y="801983"/>
            <a:ext cx="12192000"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 name="Rectangle 5">
            <a:extLst>
              <a:ext uri="{FF2B5EF4-FFF2-40B4-BE49-F238E27FC236}">
                <a16:creationId xmlns:a16="http://schemas.microsoft.com/office/drawing/2014/main" id="{02399519-6CF5-542D-EC43-39FB96B0E3E7}"/>
              </a:ext>
            </a:extLst>
          </p:cNvPr>
          <p:cNvSpPr>
            <a:spLocks/>
          </p:cNvSpPr>
          <p:nvPr userDrawn="1"/>
        </p:nvSpPr>
        <p:spPr bwMode="auto">
          <a:xfrm>
            <a:off x="0" y="1923213"/>
            <a:ext cx="12192000"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3687186590"/>
      </p:ext>
    </p:extLst>
  </p:cSld>
  <p:clrMapOvr>
    <a:masterClrMapping/>
  </p:clrMapOvr>
  <p:transition>
    <p:fade/>
  </p:transition>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Media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4555319" cy="1107996"/>
          </a:xfrm>
        </p:spPr>
        <p:txBody>
          <a:bodyPr>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7" name="Media Placeholder 6">
            <a:extLst>
              <a:ext uri="{FF2B5EF4-FFF2-40B4-BE49-F238E27FC236}">
                <a16:creationId xmlns:a16="http://schemas.microsoft.com/office/drawing/2014/main" id="{40EC17C2-B72D-4F57-AB81-A8295D570494}"/>
              </a:ext>
            </a:extLst>
          </p:cNvPr>
          <p:cNvSpPr>
            <a:spLocks noGrp="1"/>
          </p:cNvSpPr>
          <p:nvPr>
            <p:ph type="media" sz="quarter" idx="10"/>
          </p:nvPr>
        </p:nvSpPr>
        <p:spPr>
          <a:xfrm>
            <a:off x="6019800" y="585789"/>
            <a:ext cx="5595938" cy="5683249"/>
          </a:xfrm>
          <a:solidFill>
            <a:schemeClr val="bg1">
              <a:lumMod val="95000"/>
            </a:schemeClr>
          </a:solidFill>
          <a:ln w="6350">
            <a:solidFill>
              <a:schemeClr val="bg1">
                <a:lumMod val="75000"/>
              </a:schemeClr>
            </a:solidFill>
          </a:ln>
        </p:spPr>
        <p:txBody>
          <a:bodyPr/>
          <a:lstStyle>
            <a:lvl1pPr marL="0" indent="0" algn="ctr">
              <a:buNone/>
              <a:defRPr sz="2400"/>
            </a:lvl1pPr>
          </a:lstStyle>
          <a:p>
            <a:r>
              <a:rPr lang="en-US"/>
              <a:t>Click icon to add media</a:t>
            </a:r>
          </a:p>
        </p:txBody>
      </p:sp>
    </p:spTree>
    <p:extLst>
      <p:ext uri="{BB962C8B-B14F-4D97-AF65-F5344CB8AC3E}">
        <p14:creationId xmlns:p14="http://schemas.microsoft.com/office/powerpoint/2010/main" val="2225274513"/>
      </p:ext>
    </p:extLst>
  </p:cSld>
  <p:clrMapOvr>
    <a:masterClrMapping/>
  </p:clrMapOvr>
  <p:transition>
    <p:fade/>
  </p:transition>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Title_ Subtitle_Imag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4610668" cy="1231106"/>
          </a:xfrm>
        </p:spPr>
        <p:txBody>
          <a:bodyPr/>
          <a:lstStyle>
            <a:lvl1pPr algn="l" defTabSz="932742" rtl="0" eaLnBrk="1" latinLnBrk="0" hangingPunct="1">
              <a:lnSpc>
                <a:spcPct val="100000"/>
              </a:lnSpc>
              <a:spcBef>
                <a:spcPct val="0"/>
              </a:spcBef>
              <a:buNone/>
              <a:defRPr lang="en-US" sz="40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 name="Text Placeholder 4">
            <a:extLst>
              <a:ext uri="{FF2B5EF4-FFF2-40B4-BE49-F238E27FC236}">
                <a16:creationId xmlns:a16="http://schemas.microsoft.com/office/drawing/2014/main" id="{91F01542-314B-B94E-9E8F-3A1DCF0A8DB6}"/>
              </a:ext>
            </a:extLst>
          </p:cNvPr>
          <p:cNvSpPr>
            <a:spLocks noGrp="1"/>
          </p:cNvSpPr>
          <p:nvPr>
            <p:ph type="body" sz="quarter" idx="12" hasCustomPrompt="1"/>
          </p:nvPr>
        </p:nvSpPr>
        <p:spPr>
          <a:xfrm>
            <a:off x="584201" y="2021455"/>
            <a:ext cx="4574654" cy="246221"/>
          </a:xfrm>
          <a:noFill/>
        </p:spPr>
        <p:txBody>
          <a:bodyPr wrap="square" lIns="0" tIns="0" rIns="0" bIns="0">
            <a:spAutoFit/>
          </a:bodyPr>
          <a:lstStyle>
            <a:lvl1pPr marL="0" indent="0">
              <a:spcBef>
                <a:spcPts val="0"/>
              </a:spcBef>
              <a:buNone/>
              <a:defRPr sz="1600" spc="0" baseline="0">
                <a:solidFill>
                  <a:schemeClr val="accent6"/>
                </a:solidFill>
                <a:latin typeface="+mn-lt"/>
                <a:cs typeface="Segoe UI" panose="020B0502040204020203" pitchFamily="34" charset="0"/>
              </a:defRPr>
            </a:lvl1pPr>
          </a:lstStyle>
          <a:p>
            <a:pPr lvl="0"/>
            <a:r>
              <a:rPr lang="en-US"/>
              <a:t>Subtitle</a:t>
            </a:r>
          </a:p>
        </p:txBody>
      </p:sp>
      <p:sp>
        <p:nvSpPr>
          <p:cNvPr id="5" name="Footer Placeholder 4">
            <a:extLst>
              <a:ext uri="{FF2B5EF4-FFF2-40B4-BE49-F238E27FC236}">
                <a16:creationId xmlns:a16="http://schemas.microsoft.com/office/drawing/2014/main" id="{9981877A-366D-46E8-9609-C14F4158122B}"/>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6" name="Slide Number Placeholder 5">
            <a:extLst>
              <a:ext uri="{FF2B5EF4-FFF2-40B4-BE49-F238E27FC236}">
                <a16:creationId xmlns:a16="http://schemas.microsoft.com/office/drawing/2014/main" id="{452A6145-AE34-4B2D-8774-7F9781432832}"/>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1497136910"/>
      </p:ext>
    </p:extLst>
  </p:cSld>
  <p:clrMapOvr>
    <a:masterClrMapping/>
  </p:clrMapOvr>
  <p:transition>
    <p:fade/>
  </p:transition>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Title_Subtitle_Content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4610668" cy="1231106"/>
          </a:xfrm>
        </p:spPr>
        <p:txBody>
          <a:bodyPr/>
          <a:lstStyle>
            <a:lvl1pPr algn="l" defTabSz="932742" rtl="0" eaLnBrk="1" latinLnBrk="0" hangingPunct="1">
              <a:lnSpc>
                <a:spcPct val="100000"/>
              </a:lnSpc>
              <a:spcBef>
                <a:spcPct val="0"/>
              </a:spcBef>
              <a:buNone/>
              <a:defRPr lang="en-US" sz="40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cxnSp>
        <p:nvCxnSpPr>
          <p:cNvPr id="9" name="Straight Connector 8">
            <a:extLst>
              <a:ext uri="{FF2B5EF4-FFF2-40B4-BE49-F238E27FC236}">
                <a16:creationId xmlns:a16="http://schemas.microsoft.com/office/drawing/2014/main" id="{6F2A71D1-F09E-8842-AD05-950FE1498381}"/>
              </a:ext>
            </a:extLst>
          </p:cNvPr>
          <p:cNvCxnSpPr>
            <a:cxnSpLocks/>
          </p:cNvCxnSpPr>
          <p:nvPr/>
        </p:nvCxnSpPr>
        <p:spPr>
          <a:xfrm>
            <a:off x="6134100" y="585968"/>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DB10EA9-1316-2045-BA8E-85DFEBC1CDE2}"/>
              </a:ext>
            </a:extLst>
          </p:cNvPr>
          <p:cNvCxnSpPr>
            <a:cxnSpLocks/>
          </p:cNvCxnSpPr>
          <p:nvPr/>
        </p:nvCxnSpPr>
        <p:spPr>
          <a:xfrm>
            <a:off x="6134100" y="1830139"/>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065D8CB-54F7-4447-8E24-547CD549E6B4}"/>
              </a:ext>
            </a:extLst>
          </p:cNvPr>
          <p:cNvCxnSpPr>
            <a:cxnSpLocks/>
          </p:cNvCxnSpPr>
          <p:nvPr/>
        </p:nvCxnSpPr>
        <p:spPr>
          <a:xfrm>
            <a:off x="6134100" y="2067045"/>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8CD7834-4D7C-9D47-9858-3F2CCB9CB277}"/>
              </a:ext>
            </a:extLst>
          </p:cNvPr>
          <p:cNvCxnSpPr>
            <a:cxnSpLocks/>
          </p:cNvCxnSpPr>
          <p:nvPr/>
        </p:nvCxnSpPr>
        <p:spPr>
          <a:xfrm>
            <a:off x="6134100" y="3311216"/>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0AAA53A-6964-724E-8791-53DB0D3A9CBE}"/>
              </a:ext>
            </a:extLst>
          </p:cNvPr>
          <p:cNvCxnSpPr>
            <a:cxnSpLocks/>
          </p:cNvCxnSpPr>
          <p:nvPr/>
        </p:nvCxnSpPr>
        <p:spPr>
          <a:xfrm>
            <a:off x="6134100" y="3548122"/>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6C9BCD5-4167-604D-974D-68A3F8999BF9}"/>
              </a:ext>
            </a:extLst>
          </p:cNvPr>
          <p:cNvCxnSpPr>
            <a:cxnSpLocks/>
          </p:cNvCxnSpPr>
          <p:nvPr/>
        </p:nvCxnSpPr>
        <p:spPr>
          <a:xfrm>
            <a:off x="6134100" y="4792293"/>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D225880F-4EDA-2B41-BA63-105ABFF6A823}"/>
              </a:ext>
            </a:extLst>
          </p:cNvPr>
          <p:cNvCxnSpPr>
            <a:cxnSpLocks/>
          </p:cNvCxnSpPr>
          <p:nvPr/>
        </p:nvCxnSpPr>
        <p:spPr>
          <a:xfrm>
            <a:off x="6134100" y="5029200"/>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61EB7D1-AE0B-C24F-8957-3260EC322FDA}"/>
              </a:ext>
            </a:extLst>
          </p:cNvPr>
          <p:cNvCxnSpPr>
            <a:cxnSpLocks/>
          </p:cNvCxnSpPr>
          <p:nvPr/>
        </p:nvCxnSpPr>
        <p:spPr>
          <a:xfrm>
            <a:off x="6134100" y="6273371"/>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6" name="Text Placeholder 4">
            <a:extLst>
              <a:ext uri="{FF2B5EF4-FFF2-40B4-BE49-F238E27FC236}">
                <a16:creationId xmlns:a16="http://schemas.microsoft.com/office/drawing/2014/main" id="{E3D5A23B-648C-AC47-B8BD-EE892612B02C}"/>
              </a:ext>
            </a:extLst>
          </p:cNvPr>
          <p:cNvSpPr>
            <a:spLocks noGrp="1"/>
          </p:cNvSpPr>
          <p:nvPr>
            <p:ph type="body" sz="quarter" idx="13" hasCustomPrompt="1"/>
          </p:nvPr>
        </p:nvSpPr>
        <p:spPr>
          <a:xfrm>
            <a:off x="7378275" y="2314728"/>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28" name="Text Placeholder 4">
            <a:extLst>
              <a:ext uri="{FF2B5EF4-FFF2-40B4-BE49-F238E27FC236}">
                <a16:creationId xmlns:a16="http://schemas.microsoft.com/office/drawing/2014/main" id="{052991E3-3AF8-7242-AF14-580FCDDA4CF5}"/>
              </a:ext>
            </a:extLst>
          </p:cNvPr>
          <p:cNvSpPr>
            <a:spLocks noGrp="1"/>
          </p:cNvSpPr>
          <p:nvPr>
            <p:ph type="body" sz="quarter" idx="15" hasCustomPrompt="1"/>
          </p:nvPr>
        </p:nvSpPr>
        <p:spPr>
          <a:xfrm>
            <a:off x="7378275" y="838200"/>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30" name="Text Placeholder 4">
            <a:extLst>
              <a:ext uri="{FF2B5EF4-FFF2-40B4-BE49-F238E27FC236}">
                <a16:creationId xmlns:a16="http://schemas.microsoft.com/office/drawing/2014/main" id="{C1C221DA-B39D-734F-9219-6D344EDE4326}"/>
              </a:ext>
            </a:extLst>
          </p:cNvPr>
          <p:cNvSpPr>
            <a:spLocks noGrp="1"/>
          </p:cNvSpPr>
          <p:nvPr>
            <p:ph type="body" sz="quarter" idx="17" hasCustomPrompt="1"/>
          </p:nvPr>
        </p:nvSpPr>
        <p:spPr>
          <a:xfrm>
            <a:off x="7378275" y="3810000"/>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32" name="Text Placeholder 4">
            <a:extLst>
              <a:ext uri="{FF2B5EF4-FFF2-40B4-BE49-F238E27FC236}">
                <a16:creationId xmlns:a16="http://schemas.microsoft.com/office/drawing/2014/main" id="{7AD49206-9AA1-9545-B8DE-768C479CE37B}"/>
              </a:ext>
            </a:extLst>
          </p:cNvPr>
          <p:cNvSpPr>
            <a:spLocks noGrp="1"/>
          </p:cNvSpPr>
          <p:nvPr>
            <p:ph type="body" sz="quarter" idx="19" hasCustomPrompt="1"/>
          </p:nvPr>
        </p:nvSpPr>
        <p:spPr>
          <a:xfrm>
            <a:off x="7378275" y="5257800"/>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54" name="Title 1">
            <a:extLst>
              <a:ext uri="{FF2B5EF4-FFF2-40B4-BE49-F238E27FC236}">
                <a16:creationId xmlns:a16="http://schemas.microsoft.com/office/drawing/2014/main" id="{C749ABB7-E94C-644E-AB3E-CA66A14994E4}"/>
              </a:ext>
            </a:extLst>
          </p:cNvPr>
          <p:cNvSpPr txBox="1">
            <a:spLocks/>
          </p:cNvSpPr>
          <p:nvPr/>
        </p:nvSpPr>
        <p:spPr>
          <a:xfrm>
            <a:off x="6144904" y="655945"/>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01</a:t>
            </a:r>
          </a:p>
        </p:txBody>
      </p:sp>
      <p:sp>
        <p:nvSpPr>
          <p:cNvPr id="55" name="Title 1">
            <a:extLst>
              <a:ext uri="{FF2B5EF4-FFF2-40B4-BE49-F238E27FC236}">
                <a16:creationId xmlns:a16="http://schemas.microsoft.com/office/drawing/2014/main" id="{AED658B1-2D11-6B40-9AC8-F40A2E8C428E}"/>
              </a:ext>
            </a:extLst>
          </p:cNvPr>
          <p:cNvSpPr txBox="1">
            <a:spLocks/>
          </p:cNvSpPr>
          <p:nvPr/>
        </p:nvSpPr>
        <p:spPr>
          <a:xfrm>
            <a:off x="6144904" y="2142655"/>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02</a:t>
            </a:r>
          </a:p>
        </p:txBody>
      </p:sp>
      <p:sp>
        <p:nvSpPr>
          <p:cNvPr id="56" name="Title 1">
            <a:extLst>
              <a:ext uri="{FF2B5EF4-FFF2-40B4-BE49-F238E27FC236}">
                <a16:creationId xmlns:a16="http://schemas.microsoft.com/office/drawing/2014/main" id="{BF28F184-936F-734E-82FF-11CF771C79D1}"/>
              </a:ext>
            </a:extLst>
          </p:cNvPr>
          <p:cNvSpPr txBox="1">
            <a:spLocks/>
          </p:cNvSpPr>
          <p:nvPr/>
        </p:nvSpPr>
        <p:spPr>
          <a:xfrm>
            <a:off x="6144904" y="3673111"/>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03</a:t>
            </a:r>
          </a:p>
        </p:txBody>
      </p:sp>
      <p:sp>
        <p:nvSpPr>
          <p:cNvPr id="57" name="Title 1">
            <a:extLst>
              <a:ext uri="{FF2B5EF4-FFF2-40B4-BE49-F238E27FC236}">
                <a16:creationId xmlns:a16="http://schemas.microsoft.com/office/drawing/2014/main" id="{50B655BD-0C6C-E84E-8F2B-004B34E870DC}"/>
              </a:ext>
            </a:extLst>
          </p:cNvPr>
          <p:cNvSpPr txBox="1">
            <a:spLocks/>
          </p:cNvSpPr>
          <p:nvPr/>
        </p:nvSpPr>
        <p:spPr>
          <a:xfrm>
            <a:off x="6144904" y="5156655"/>
            <a:ext cx="1222567" cy="1112383"/>
          </a:xfrm>
          <a:prstGeom prst="rect">
            <a:avLst/>
          </a:prstGeom>
        </p:spPr>
        <p:txBody>
          <a:bodyPr lIns="0" tIns="0" rIns="0" b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04</a:t>
            </a:r>
          </a:p>
        </p:txBody>
      </p:sp>
      <p:sp>
        <p:nvSpPr>
          <p:cNvPr id="59" name="Text Placeholder 4">
            <a:extLst>
              <a:ext uri="{FF2B5EF4-FFF2-40B4-BE49-F238E27FC236}">
                <a16:creationId xmlns:a16="http://schemas.microsoft.com/office/drawing/2014/main" id="{1CEA2372-B756-9B49-B735-65CC0C7086CE}"/>
              </a:ext>
            </a:extLst>
          </p:cNvPr>
          <p:cNvSpPr>
            <a:spLocks noGrp="1"/>
          </p:cNvSpPr>
          <p:nvPr>
            <p:ph type="body" sz="quarter" idx="12" hasCustomPrompt="1"/>
          </p:nvPr>
        </p:nvSpPr>
        <p:spPr>
          <a:xfrm>
            <a:off x="584201" y="2150957"/>
            <a:ext cx="4574654" cy="246221"/>
          </a:xfrm>
          <a:noFill/>
        </p:spPr>
        <p:txBody>
          <a:bodyPr wrap="square" lIns="0" tIns="0" rIns="0" bIns="0">
            <a:spAutoFit/>
          </a:bodyPr>
          <a:lstStyle>
            <a:lvl1pPr marL="0" indent="0">
              <a:spcBef>
                <a:spcPts val="0"/>
              </a:spcBef>
              <a:buNone/>
              <a:defRPr sz="1600" spc="0" baseline="0">
                <a:solidFill>
                  <a:schemeClr val="accent6"/>
                </a:solidFill>
                <a:latin typeface="+mn-lt"/>
                <a:cs typeface="Segoe UI" panose="020B0502040204020203" pitchFamily="34" charset="0"/>
              </a:defRPr>
            </a:lvl1pPr>
          </a:lstStyle>
          <a:p>
            <a:pPr lvl="0"/>
            <a:r>
              <a:rPr lang="en-US"/>
              <a:t>Subtitle</a:t>
            </a:r>
          </a:p>
        </p:txBody>
      </p:sp>
      <p:sp>
        <p:nvSpPr>
          <p:cNvPr id="21" name="Footer Placeholder 4">
            <a:extLst>
              <a:ext uri="{FF2B5EF4-FFF2-40B4-BE49-F238E27FC236}">
                <a16:creationId xmlns:a16="http://schemas.microsoft.com/office/drawing/2014/main" id="{26601A05-B18A-4B66-A601-446933C6B148}"/>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22" name="Slide Number Placeholder 5">
            <a:extLst>
              <a:ext uri="{FF2B5EF4-FFF2-40B4-BE49-F238E27FC236}">
                <a16:creationId xmlns:a16="http://schemas.microsoft.com/office/drawing/2014/main" id="{2AF7A1D5-4923-435E-A787-BD20E0820261}"/>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3" name="Title 1">
            <a:extLst>
              <a:ext uri="{FF2B5EF4-FFF2-40B4-BE49-F238E27FC236}">
                <a16:creationId xmlns:a16="http://schemas.microsoft.com/office/drawing/2014/main" id="{1D9C04A6-E993-5211-2533-601A281EE02E}"/>
              </a:ext>
            </a:extLst>
          </p:cNvPr>
          <p:cNvSpPr txBox="1">
            <a:spLocks/>
          </p:cNvSpPr>
          <p:nvPr userDrawn="1"/>
        </p:nvSpPr>
        <p:spPr>
          <a:xfrm>
            <a:off x="6144904" y="655945"/>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01</a:t>
            </a:r>
          </a:p>
        </p:txBody>
      </p:sp>
      <p:sp>
        <p:nvSpPr>
          <p:cNvPr id="4" name="Title 1">
            <a:extLst>
              <a:ext uri="{FF2B5EF4-FFF2-40B4-BE49-F238E27FC236}">
                <a16:creationId xmlns:a16="http://schemas.microsoft.com/office/drawing/2014/main" id="{336CD3A4-FED2-D403-B65F-B2D92E676324}"/>
              </a:ext>
            </a:extLst>
          </p:cNvPr>
          <p:cNvSpPr txBox="1">
            <a:spLocks/>
          </p:cNvSpPr>
          <p:nvPr userDrawn="1"/>
        </p:nvSpPr>
        <p:spPr>
          <a:xfrm>
            <a:off x="6144904" y="2142655"/>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02</a:t>
            </a:r>
          </a:p>
        </p:txBody>
      </p:sp>
      <p:sp>
        <p:nvSpPr>
          <p:cNvPr id="5" name="Title 1">
            <a:extLst>
              <a:ext uri="{FF2B5EF4-FFF2-40B4-BE49-F238E27FC236}">
                <a16:creationId xmlns:a16="http://schemas.microsoft.com/office/drawing/2014/main" id="{12B32456-DB82-55AB-700F-6A2C84C4A5EE}"/>
              </a:ext>
            </a:extLst>
          </p:cNvPr>
          <p:cNvSpPr txBox="1">
            <a:spLocks/>
          </p:cNvSpPr>
          <p:nvPr userDrawn="1"/>
        </p:nvSpPr>
        <p:spPr>
          <a:xfrm>
            <a:off x="6144904" y="3673111"/>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03</a:t>
            </a:r>
          </a:p>
        </p:txBody>
      </p:sp>
      <p:sp>
        <p:nvSpPr>
          <p:cNvPr id="6" name="Title 1">
            <a:extLst>
              <a:ext uri="{FF2B5EF4-FFF2-40B4-BE49-F238E27FC236}">
                <a16:creationId xmlns:a16="http://schemas.microsoft.com/office/drawing/2014/main" id="{CF5FC2D3-1A8D-3942-5723-A6D7439E1B32}"/>
              </a:ext>
            </a:extLst>
          </p:cNvPr>
          <p:cNvSpPr txBox="1">
            <a:spLocks/>
          </p:cNvSpPr>
          <p:nvPr userDrawn="1"/>
        </p:nvSpPr>
        <p:spPr>
          <a:xfrm>
            <a:off x="6144904" y="5156655"/>
            <a:ext cx="1222567" cy="1112383"/>
          </a:xfrm>
          <a:prstGeom prst="rect">
            <a:avLst/>
          </a:prstGeom>
        </p:spPr>
        <p:txBody>
          <a:bodyPr lIns="0" tIns="0" rIns="0" b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04</a:t>
            </a:r>
          </a:p>
        </p:txBody>
      </p:sp>
    </p:spTree>
    <p:extLst>
      <p:ext uri="{BB962C8B-B14F-4D97-AF65-F5344CB8AC3E}">
        <p14:creationId xmlns:p14="http://schemas.microsoft.com/office/powerpoint/2010/main" val="2406032928"/>
      </p:ext>
    </p:extLst>
  </p:cSld>
  <p:clrMapOvr>
    <a:masterClrMapping/>
  </p:clrMapOvr>
  <p:transition>
    <p:fade/>
  </p:transition>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Blue shape_Title_Subtitle_Content_3 Layout">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5C115828-A4B2-4C63-9284-3EE9A55A556B}"/>
              </a:ext>
            </a:extLst>
          </p:cNvPr>
          <p:cNvSpPr/>
          <p:nvPr/>
        </p:nvSpPr>
        <p:spPr bwMode="auto">
          <a:xfrm>
            <a:off x="4583114" y="3477729"/>
            <a:ext cx="1704220" cy="278104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3" name="Rectangle 2">
            <a:extLst>
              <a:ext uri="{FF2B5EF4-FFF2-40B4-BE49-F238E27FC236}">
                <a16:creationId xmlns:a16="http://schemas.microsoft.com/office/drawing/2014/main" id="{42F95E0F-9554-4E8E-BECB-491620008177}"/>
              </a:ext>
            </a:extLst>
          </p:cNvPr>
          <p:cNvSpPr/>
          <p:nvPr/>
        </p:nvSpPr>
        <p:spPr bwMode="auto">
          <a:xfrm>
            <a:off x="4583114" y="585788"/>
            <a:ext cx="1704220" cy="278104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cxnSp>
        <p:nvCxnSpPr>
          <p:cNvPr id="50" name="Straight Connector 49">
            <a:extLst>
              <a:ext uri="{FF2B5EF4-FFF2-40B4-BE49-F238E27FC236}">
                <a16:creationId xmlns:a16="http://schemas.microsoft.com/office/drawing/2014/main" id="{491ECCFF-A78D-1C4C-B06A-287BFFD18C0B}"/>
              </a:ext>
            </a:extLst>
          </p:cNvPr>
          <p:cNvCxnSpPr>
            <a:cxnSpLocks/>
          </p:cNvCxnSpPr>
          <p:nvPr/>
        </p:nvCxnSpPr>
        <p:spPr>
          <a:xfrm>
            <a:off x="4583114" y="585968"/>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D518E73C-187A-004E-9315-F4550400997B}"/>
              </a:ext>
            </a:extLst>
          </p:cNvPr>
          <p:cNvCxnSpPr>
            <a:cxnSpLocks/>
          </p:cNvCxnSpPr>
          <p:nvPr/>
        </p:nvCxnSpPr>
        <p:spPr>
          <a:xfrm>
            <a:off x="4583114" y="3366839"/>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52E210D2-07B9-CE46-BAA5-0149E8DEF15F}"/>
              </a:ext>
            </a:extLst>
          </p:cNvPr>
          <p:cNvCxnSpPr>
            <a:cxnSpLocks/>
          </p:cNvCxnSpPr>
          <p:nvPr/>
        </p:nvCxnSpPr>
        <p:spPr>
          <a:xfrm>
            <a:off x="4583114" y="3477726"/>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177354CA-AA42-3C4F-BC8C-E5000F50D104}"/>
              </a:ext>
            </a:extLst>
          </p:cNvPr>
          <p:cNvCxnSpPr>
            <a:cxnSpLocks/>
          </p:cNvCxnSpPr>
          <p:nvPr/>
        </p:nvCxnSpPr>
        <p:spPr>
          <a:xfrm>
            <a:off x="4583114" y="6258776"/>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1" name="Text Placeholder 4">
            <a:extLst>
              <a:ext uri="{FF2B5EF4-FFF2-40B4-BE49-F238E27FC236}">
                <a16:creationId xmlns:a16="http://schemas.microsoft.com/office/drawing/2014/main" id="{4BD19EB2-7D8F-AC41-A8B6-1914246DD12A}"/>
              </a:ext>
            </a:extLst>
          </p:cNvPr>
          <p:cNvSpPr>
            <a:spLocks noGrp="1"/>
          </p:cNvSpPr>
          <p:nvPr>
            <p:ph type="body" sz="quarter" idx="15" hasCustomPrompt="1"/>
          </p:nvPr>
        </p:nvSpPr>
        <p:spPr>
          <a:xfrm>
            <a:off x="6573838" y="853214"/>
            <a:ext cx="5130057" cy="2246194"/>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62" name="Text Placeholder 4">
            <a:extLst>
              <a:ext uri="{FF2B5EF4-FFF2-40B4-BE49-F238E27FC236}">
                <a16:creationId xmlns:a16="http://schemas.microsoft.com/office/drawing/2014/main" id="{E7593565-8F64-304B-8C7E-9439401DD389}"/>
              </a:ext>
            </a:extLst>
          </p:cNvPr>
          <p:cNvSpPr>
            <a:spLocks noGrp="1"/>
          </p:cNvSpPr>
          <p:nvPr>
            <p:ph type="body" sz="quarter" idx="16" hasCustomPrompt="1"/>
          </p:nvPr>
        </p:nvSpPr>
        <p:spPr>
          <a:xfrm>
            <a:off x="4739127" y="853214"/>
            <a:ext cx="1392195" cy="2246194"/>
          </a:xfrm>
          <a:noFill/>
        </p:spPr>
        <p:txBody>
          <a:bodyPr wrap="square" lIns="0" tIns="0" rIns="0" bIns="0" anchor="ctr">
            <a:noAutofit/>
          </a:bodyPr>
          <a:lstStyle>
            <a:lvl1pPr marL="0" indent="0">
              <a:spcBef>
                <a:spcPts val="0"/>
              </a:spcBef>
              <a:buNone/>
              <a:defRPr sz="1600" spc="0" baseline="0">
                <a:solidFill>
                  <a:schemeClr val="tx2"/>
                </a:solidFill>
                <a:latin typeface="+mj-lt"/>
                <a:cs typeface="Segoe UI" panose="020B0502040204020203" pitchFamily="34" charset="0"/>
              </a:defRPr>
            </a:lvl1pPr>
          </a:lstStyle>
          <a:p>
            <a:pPr lvl="0"/>
            <a:r>
              <a:rPr lang="en-US"/>
              <a:t>Title here</a:t>
            </a:r>
          </a:p>
        </p:txBody>
      </p:sp>
      <p:sp>
        <p:nvSpPr>
          <p:cNvPr id="63" name="Text Placeholder 4">
            <a:extLst>
              <a:ext uri="{FF2B5EF4-FFF2-40B4-BE49-F238E27FC236}">
                <a16:creationId xmlns:a16="http://schemas.microsoft.com/office/drawing/2014/main" id="{A5C784BF-DD0C-4145-AFF6-60E0CD019133}"/>
              </a:ext>
            </a:extLst>
          </p:cNvPr>
          <p:cNvSpPr>
            <a:spLocks noGrp="1"/>
          </p:cNvSpPr>
          <p:nvPr>
            <p:ph type="body" sz="quarter" idx="17" hasCustomPrompt="1"/>
          </p:nvPr>
        </p:nvSpPr>
        <p:spPr>
          <a:xfrm>
            <a:off x="6573838" y="3745155"/>
            <a:ext cx="5130057" cy="2246194"/>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64" name="Text Placeholder 4">
            <a:extLst>
              <a:ext uri="{FF2B5EF4-FFF2-40B4-BE49-F238E27FC236}">
                <a16:creationId xmlns:a16="http://schemas.microsoft.com/office/drawing/2014/main" id="{2EA836EF-2EB8-5E4E-B346-EC54002F09DC}"/>
              </a:ext>
            </a:extLst>
          </p:cNvPr>
          <p:cNvSpPr>
            <a:spLocks noGrp="1"/>
          </p:cNvSpPr>
          <p:nvPr>
            <p:ph type="body" sz="quarter" idx="18" hasCustomPrompt="1"/>
          </p:nvPr>
        </p:nvSpPr>
        <p:spPr>
          <a:xfrm>
            <a:off x="4739127" y="3745155"/>
            <a:ext cx="1392195" cy="2246194"/>
          </a:xfrm>
          <a:noFill/>
        </p:spPr>
        <p:txBody>
          <a:bodyPr wrap="square" lIns="0" tIns="0" rIns="0" bIns="0" anchor="ctr">
            <a:noAutofit/>
          </a:bodyPr>
          <a:lstStyle>
            <a:lvl1pPr marL="0" indent="0">
              <a:spcBef>
                <a:spcPts val="0"/>
              </a:spcBef>
              <a:buNone/>
              <a:defRPr sz="1600" spc="0" baseline="0">
                <a:solidFill>
                  <a:schemeClr val="tx2"/>
                </a:solidFill>
                <a:latin typeface="+mj-lt"/>
                <a:cs typeface="Segoe UI" panose="020B0502040204020203" pitchFamily="34" charset="0"/>
              </a:defRPr>
            </a:lvl1pPr>
          </a:lstStyle>
          <a:p>
            <a:pPr lvl="0"/>
            <a:r>
              <a:rPr lang="en-US"/>
              <a:t>Title here</a:t>
            </a:r>
          </a:p>
        </p:txBody>
      </p:sp>
      <p:sp>
        <p:nvSpPr>
          <p:cNvPr id="14" name="Footer Placeholder 4">
            <a:extLst>
              <a:ext uri="{FF2B5EF4-FFF2-40B4-BE49-F238E27FC236}">
                <a16:creationId xmlns:a16="http://schemas.microsoft.com/office/drawing/2014/main" id="{6611CD12-3411-4A81-9E8C-BDCA5C7E737F}"/>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15" name="Slide Number Placeholder 5">
            <a:extLst>
              <a:ext uri="{FF2B5EF4-FFF2-40B4-BE49-F238E27FC236}">
                <a16:creationId xmlns:a16="http://schemas.microsoft.com/office/drawing/2014/main" id="{FEBB3A48-4E52-4A27-9CA2-92707D5471FC}"/>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19" name="Rectangle 18">
            <a:extLst>
              <a:ext uri="{FF2B5EF4-FFF2-40B4-BE49-F238E27FC236}">
                <a16:creationId xmlns:a16="http://schemas.microsoft.com/office/drawing/2014/main" id="{06D5A150-7E2C-414D-B68B-9C94D25E39DC}"/>
              </a:ext>
            </a:extLst>
          </p:cNvPr>
          <p:cNvSpPr/>
          <p:nvPr/>
        </p:nvSpPr>
        <p:spPr bwMode="auto">
          <a:xfrm>
            <a:off x="0" y="0"/>
            <a:ext cx="43053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0" name="Title 1">
            <a:extLst>
              <a:ext uri="{FF2B5EF4-FFF2-40B4-BE49-F238E27FC236}">
                <a16:creationId xmlns:a16="http://schemas.microsoft.com/office/drawing/2014/main" id="{12AE0041-F3F5-4B38-BA5A-7E919381E285}"/>
              </a:ext>
            </a:extLst>
          </p:cNvPr>
          <p:cNvSpPr>
            <a:spLocks noGrp="1"/>
          </p:cNvSpPr>
          <p:nvPr>
            <p:ph type="title"/>
          </p:nvPr>
        </p:nvSpPr>
        <p:spPr>
          <a:xfrm>
            <a:off x="575481" y="2141575"/>
            <a:ext cx="3463119" cy="1846659"/>
          </a:xfrm>
        </p:spPr>
        <p:txBody>
          <a:bodyPr wrap="square">
            <a:spAutoFit/>
          </a:bodyPr>
          <a:lstStyle>
            <a:lvl1pPr algn="l" defTabSz="932742" rtl="0" eaLnBrk="1" latinLnBrk="0" hangingPunct="1">
              <a:lnSpc>
                <a:spcPct val="100000"/>
              </a:lnSpc>
              <a:spcBef>
                <a:spcPct val="0"/>
              </a:spcBef>
              <a:buNone/>
              <a:defRPr lang="en-US" sz="40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21" name="Text Placeholder 4">
            <a:extLst>
              <a:ext uri="{FF2B5EF4-FFF2-40B4-BE49-F238E27FC236}">
                <a16:creationId xmlns:a16="http://schemas.microsoft.com/office/drawing/2014/main" id="{5D456B66-B037-4653-AFA9-F989D2754329}"/>
              </a:ext>
            </a:extLst>
          </p:cNvPr>
          <p:cNvSpPr>
            <a:spLocks noGrp="1"/>
          </p:cNvSpPr>
          <p:nvPr>
            <p:ph type="body" sz="quarter" idx="12" hasCustomPrompt="1"/>
          </p:nvPr>
        </p:nvSpPr>
        <p:spPr>
          <a:xfrm>
            <a:off x="584201" y="4120945"/>
            <a:ext cx="3463119" cy="276999"/>
          </a:xfrm>
          <a:noFill/>
        </p:spPr>
        <p:txBody>
          <a:bodyPr wrap="square" lIns="0" tIns="0" rIns="0" bIns="0">
            <a:spAutoFit/>
          </a:bodyPr>
          <a:lstStyle>
            <a:lvl1pPr marL="0" indent="0">
              <a:spcBef>
                <a:spcPts val="0"/>
              </a:spcBef>
              <a:buNone/>
              <a:defRPr sz="1800" spc="0" baseline="0">
                <a:solidFill>
                  <a:schemeClr val="bg1"/>
                </a:solidFill>
                <a:latin typeface="+mn-lt"/>
                <a:cs typeface="Segoe UI" panose="020B0502040204020203" pitchFamily="34" charset="0"/>
              </a:defRPr>
            </a:lvl1pPr>
          </a:lstStyle>
          <a:p>
            <a:pPr lvl="0"/>
            <a:r>
              <a:rPr lang="en-US"/>
              <a:t>Subtitle</a:t>
            </a:r>
          </a:p>
        </p:txBody>
      </p:sp>
    </p:spTree>
    <p:extLst>
      <p:ext uri="{BB962C8B-B14F-4D97-AF65-F5344CB8AC3E}">
        <p14:creationId xmlns:p14="http://schemas.microsoft.com/office/powerpoint/2010/main" val="3093459470"/>
      </p:ext>
    </p:extLst>
  </p:cSld>
  <p:clrMapOvr>
    <a:masterClrMapping/>
  </p:clrMapOvr>
  <p:transition>
    <p:fade/>
  </p:transition>
  <p:hf hdr="0" dt="0"/>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Divider_1">
    <p:bg>
      <p:bgPr>
        <a:solidFill>
          <a:schemeClr val="accent2"/>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2D547BD7-AC55-6C40-A7CB-C9142C95C562}"/>
              </a:ext>
            </a:extLst>
          </p:cNvPr>
          <p:cNvSpPr>
            <a:spLocks noGrp="1"/>
          </p:cNvSpPr>
          <p:nvPr>
            <p:ph type="title"/>
          </p:nvPr>
        </p:nvSpPr>
        <p:spPr>
          <a:xfrm>
            <a:off x="584200" y="4334637"/>
            <a:ext cx="9169400"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edit Master title style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7" name="Footer Placeholder 4">
            <a:extLst>
              <a:ext uri="{FF2B5EF4-FFF2-40B4-BE49-F238E27FC236}">
                <a16:creationId xmlns:a16="http://schemas.microsoft.com/office/drawing/2014/main" id="{A6196947-EDB7-4F31-A405-9AE6EFA4C476}"/>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8" name="Slide Number Placeholder 5">
            <a:extLst>
              <a:ext uri="{FF2B5EF4-FFF2-40B4-BE49-F238E27FC236}">
                <a16:creationId xmlns:a16="http://schemas.microsoft.com/office/drawing/2014/main" id="{4D2DA863-F774-4788-9D62-D8BDC08571C6}"/>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cxnSp>
        <p:nvCxnSpPr>
          <p:cNvPr id="2" name="Straight Connector 1">
            <a:extLst>
              <a:ext uri="{FF2B5EF4-FFF2-40B4-BE49-F238E27FC236}">
                <a16:creationId xmlns:a16="http://schemas.microsoft.com/office/drawing/2014/main" id="{6BA0E33D-37F8-4AE3-99A1-FD4770D69CED}"/>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0305821"/>
      </p:ext>
    </p:extLst>
  </p:cSld>
  <p:clrMapOvr>
    <a:masterClrMapping/>
  </p:clrMapOvr>
  <p:transition>
    <p:fade/>
  </p:transition>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1_Divider_1">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60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01</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4EC9115C-86E9-F143-8EB8-9CE9C70F9C8A}"/>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3B352466-73AE-2F17-6811-285EC097EE52}"/>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60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01</a:t>
            </a:r>
          </a:p>
        </p:txBody>
      </p:sp>
      <p:cxnSp>
        <p:nvCxnSpPr>
          <p:cNvPr id="4" name="Straight Connector 3">
            <a:extLst>
              <a:ext uri="{FF2B5EF4-FFF2-40B4-BE49-F238E27FC236}">
                <a16:creationId xmlns:a16="http://schemas.microsoft.com/office/drawing/2014/main" id="{4303211B-F044-6B41-91DD-973CBAB66128}"/>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ED21EA47-7383-A5AE-F7E2-144D92B236D1}"/>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4115051769"/>
      </p:ext>
    </p:extLst>
  </p:cSld>
  <p:clrMapOvr>
    <a:masterClrMapping/>
  </p:clrMapOvr>
  <p:transition>
    <p:fade/>
  </p:transition>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Divider_2">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02</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C40025DA-5880-5949-A056-5F0F19F396D7}"/>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9FB0A9EA-399B-A60A-EF32-091C33971B8F}"/>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02</a:t>
            </a:r>
          </a:p>
        </p:txBody>
      </p:sp>
      <p:cxnSp>
        <p:nvCxnSpPr>
          <p:cNvPr id="4" name="Straight Connector 3">
            <a:extLst>
              <a:ext uri="{FF2B5EF4-FFF2-40B4-BE49-F238E27FC236}">
                <a16:creationId xmlns:a16="http://schemas.microsoft.com/office/drawing/2014/main" id="{FC4F2E8A-9667-9DDE-288A-4AC733332DD1}"/>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50021B30-2A90-F856-B1BD-6A692DE44C5E}"/>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1456403923"/>
      </p:ext>
    </p:extLst>
  </p:cSld>
  <p:clrMapOvr>
    <a:masterClrMapping/>
  </p:clrMapOvr>
  <p:transition>
    <p:fade/>
  </p:transition>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Divider_3">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03</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30E57CC7-163C-B847-9127-71FEC21CB88A}"/>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63E0E838-ED95-446E-6CCB-9AE765F47A32}"/>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03</a:t>
            </a:r>
          </a:p>
        </p:txBody>
      </p:sp>
      <p:cxnSp>
        <p:nvCxnSpPr>
          <p:cNvPr id="4" name="Straight Connector 3">
            <a:extLst>
              <a:ext uri="{FF2B5EF4-FFF2-40B4-BE49-F238E27FC236}">
                <a16:creationId xmlns:a16="http://schemas.microsoft.com/office/drawing/2014/main" id="{6AFDC62D-4B4D-701E-E3BD-854924BE099F}"/>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A781C1D1-D00A-C074-F63A-2F5829F45870}"/>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1910389172"/>
      </p:ext>
    </p:extLst>
  </p:cSld>
  <p:clrMapOvr>
    <a:masterClrMapping/>
  </p:clrMapOvr>
  <p:transition>
    <p:fade/>
  </p:transition>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Divider_4">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04</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C127E473-81C3-9141-8742-48EFD1E9E45A}"/>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2E23A4AA-F28B-26BD-57B0-D8FE06D7F7C9}"/>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04</a:t>
            </a:r>
          </a:p>
        </p:txBody>
      </p:sp>
      <p:cxnSp>
        <p:nvCxnSpPr>
          <p:cNvPr id="4" name="Straight Connector 3">
            <a:extLst>
              <a:ext uri="{FF2B5EF4-FFF2-40B4-BE49-F238E27FC236}">
                <a16:creationId xmlns:a16="http://schemas.microsoft.com/office/drawing/2014/main" id="{7AA8CF0A-431A-4CDA-954F-5FD34FCA30D1}"/>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6BF29891-85E9-044C-249E-1DC506F25E0D}"/>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214152308"/>
      </p:ext>
    </p:extLst>
  </p:cSld>
  <p:clrMapOvr>
    <a:masterClrMapping/>
  </p:clrMapOvr>
  <p:transition>
    <p:fade/>
  </p:transition>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Divider_5">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05</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A9BCC3FF-9212-1A4D-B6CC-E7BAB6E34917}"/>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23F6F8EF-12A1-147F-C671-621F5F962D15}"/>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05</a:t>
            </a:r>
          </a:p>
        </p:txBody>
      </p:sp>
      <p:cxnSp>
        <p:nvCxnSpPr>
          <p:cNvPr id="4" name="Straight Connector 3">
            <a:extLst>
              <a:ext uri="{FF2B5EF4-FFF2-40B4-BE49-F238E27FC236}">
                <a16:creationId xmlns:a16="http://schemas.microsoft.com/office/drawing/2014/main" id="{41D2742D-678D-A24A-F321-B95FF34DE0A8}"/>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069EAD12-DD32-29FF-3973-2E7CEB5BC091}"/>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3527832731"/>
      </p:ext>
    </p:extLst>
  </p:cSld>
  <p:clrMapOvr>
    <a:masterClrMapping/>
  </p:clrMapOvr>
  <p:transition>
    <p:fade/>
  </p:transition>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Divider_6">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06</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E0746CF9-0210-E241-8CC0-D4536C169E5A}"/>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DF686E0C-AF28-1E28-195D-FC9EB7617372}"/>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06</a:t>
            </a:r>
          </a:p>
        </p:txBody>
      </p:sp>
      <p:cxnSp>
        <p:nvCxnSpPr>
          <p:cNvPr id="4" name="Straight Connector 3">
            <a:extLst>
              <a:ext uri="{FF2B5EF4-FFF2-40B4-BE49-F238E27FC236}">
                <a16:creationId xmlns:a16="http://schemas.microsoft.com/office/drawing/2014/main" id="{78CED571-7426-C0C1-4C2E-A6F51C76897A}"/>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362312A6-BFFD-00AE-2397-A723AE1FFE18}"/>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3364712685"/>
      </p:ext>
    </p:extLst>
  </p:cSld>
  <p:clrMapOvr>
    <a:masterClrMapping/>
  </p:clrMapOvr>
  <p:transition>
    <p:fade/>
  </p:transition>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8330118-7E69-4295-8E46-2D3C12A6145D}"/>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05BBAA7F-5B33-4C2D-834A-3AA3431DEAD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2851300289"/>
      </p:ext>
    </p:extLst>
  </p:cSld>
  <p:clrMapOvr>
    <a:masterClrMapping/>
  </p:clrMapOvr>
  <p:transition>
    <p:fade/>
  </p:transition>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1_Blank_Navy">
    <p:bg>
      <p:bgPr>
        <a:solidFill>
          <a:schemeClr val="accent2"/>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F729F02E-C568-4079-80DB-8AF35FDEB748}"/>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96A942DB-9933-4199-B223-8A9AF3F212C7}"/>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4263180347"/>
      </p:ext>
    </p:extLst>
  </p:cSld>
  <p:clrMapOvr>
    <a:masterClrMapping/>
  </p:clrMapOvr>
  <p:transition>
    <p:fade/>
  </p:transition>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Blank_Blue">
    <p:bg>
      <p:bgPr>
        <a:solidFill>
          <a:schemeClr val="accent1"/>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8979C7A1-5DB9-493E-B3C9-715A64CE0317}"/>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013BE040-8B17-4BFF-A007-D82BBBEDF8BE}"/>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3666097444"/>
      </p:ext>
    </p:extLst>
  </p:cSld>
  <p:clrMapOvr>
    <a:masterClrMapping/>
  </p:clrMapOvr>
  <p:transition>
    <p:fade/>
  </p:transition>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Blank_Green">
    <p:bg>
      <p:bgPr>
        <a:solidFill>
          <a:schemeClr val="accent4"/>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69CC2AF9-DDBE-4701-8765-2DD4889CA32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5B23B171-018F-4FCA-888B-6B7146E7C9C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2235287613"/>
      </p:ext>
    </p:extLst>
  </p:cSld>
  <p:clrMapOvr>
    <a:masterClrMapping/>
  </p:clrMapOvr>
  <p:transition>
    <p:fade/>
  </p:transition>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Title_Numbered_Content">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18F2C41-5A30-1248-BC80-9A37B665EECC}"/>
              </a:ext>
            </a:extLst>
          </p:cNvPr>
          <p:cNvSpPr txBox="1"/>
          <p:nvPr/>
        </p:nvSpPr>
        <p:spPr>
          <a:xfrm flipH="1">
            <a:off x="584200" y="1682348"/>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a:t>
            </a:r>
          </a:p>
        </p:txBody>
      </p:sp>
      <p:sp>
        <p:nvSpPr>
          <p:cNvPr id="5" name="TextBox 4">
            <a:extLst>
              <a:ext uri="{FF2B5EF4-FFF2-40B4-BE49-F238E27FC236}">
                <a16:creationId xmlns:a16="http://schemas.microsoft.com/office/drawing/2014/main" id="{4D68F0A3-9593-8B46-BA55-A0F722402788}"/>
              </a:ext>
            </a:extLst>
          </p:cNvPr>
          <p:cNvSpPr txBox="1"/>
          <p:nvPr/>
        </p:nvSpPr>
        <p:spPr>
          <a:xfrm flipH="1">
            <a:off x="2438400" y="1682348"/>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2</a:t>
            </a:r>
          </a:p>
        </p:txBody>
      </p:sp>
      <p:sp>
        <p:nvSpPr>
          <p:cNvPr id="6" name="TextBox 5">
            <a:extLst>
              <a:ext uri="{FF2B5EF4-FFF2-40B4-BE49-F238E27FC236}">
                <a16:creationId xmlns:a16="http://schemas.microsoft.com/office/drawing/2014/main" id="{E5945E50-A071-0142-989D-F328676D8802}"/>
              </a:ext>
            </a:extLst>
          </p:cNvPr>
          <p:cNvSpPr txBox="1"/>
          <p:nvPr/>
        </p:nvSpPr>
        <p:spPr>
          <a:xfrm flipH="1">
            <a:off x="4317259" y="1682348"/>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3</a:t>
            </a:r>
          </a:p>
        </p:txBody>
      </p:sp>
      <p:sp>
        <p:nvSpPr>
          <p:cNvPr id="7" name="TextBox 6">
            <a:extLst>
              <a:ext uri="{FF2B5EF4-FFF2-40B4-BE49-F238E27FC236}">
                <a16:creationId xmlns:a16="http://schemas.microsoft.com/office/drawing/2014/main" id="{2F614F22-4D74-7342-860E-4B18A66D7E4D}"/>
              </a:ext>
            </a:extLst>
          </p:cNvPr>
          <p:cNvSpPr txBox="1"/>
          <p:nvPr/>
        </p:nvSpPr>
        <p:spPr>
          <a:xfrm flipH="1">
            <a:off x="6133759" y="1682348"/>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4</a:t>
            </a:r>
          </a:p>
        </p:txBody>
      </p:sp>
      <p:sp>
        <p:nvSpPr>
          <p:cNvPr id="8" name="TextBox 7">
            <a:extLst>
              <a:ext uri="{FF2B5EF4-FFF2-40B4-BE49-F238E27FC236}">
                <a16:creationId xmlns:a16="http://schemas.microsoft.com/office/drawing/2014/main" id="{9CFA38B9-D596-324E-B56C-86272052ED71}"/>
              </a:ext>
            </a:extLst>
          </p:cNvPr>
          <p:cNvSpPr txBox="1"/>
          <p:nvPr/>
        </p:nvSpPr>
        <p:spPr>
          <a:xfrm flipH="1">
            <a:off x="8000999" y="1682348"/>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5</a:t>
            </a:r>
          </a:p>
        </p:txBody>
      </p:sp>
      <p:sp>
        <p:nvSpPr>
          <p:cNvPr id="9" name="TextBox 8">
            <a:extLst>
              <a:ext uri="{FF2B5EF4-FFF2-40B4-BE49-F238E27FC236}">
                <a16:creationId xmlns:a16="http://schemas.microsoft.com/office/drawing/2014/main" id="{389AA766-019D-D747-8BF8-A6BB5F9B0D2A}"/>
              </a:ext>
            </a:extLst>
          </p:cNvPr>
          <p:cNvSpPr txBox="1"/>
          <p:nvPr/>
        </p:nvSpPr>
        <p:spPr>
          <a:xfrm flipH="1">
            <a:off x="9867900" y="1682348"/>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6</a:t>
            </a:r>
          </a:p>
        </p:txBody>
      </p:sp>
      <p:sp>
        <p:nvSpPr>
          <p:cNvPr id="10" name="TextBox 9">
            <a:extLst>
              <a:ext uri="{FF2B5EF4-FFF2-40B4-BE49-F238E27FC236}">
                <a16:creationId xmlns:a16="http://schemas.microsoft.com/office/drawing/2014/main" id="{FC53D296-5303-4A40-AC03-A80B718ABEE0}"/>
              </a:ext>
            </a:extLst>
          </p:cNvPr>
          <p:cNvSpPr txBox="1"/>
          <p:nvPr/>
        </p:nvSpPr>
        <p:spPr>
          <a:xfrm flipH="1">
            <a:off x="584200" y="4035023"/>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7</a:t>
            </a:r>
          </a:p>
        </p:txBody>
      </p:sp>
      <p:sp>
        <p:nvSpPr>
          <p:cNvPr id="11" name="TextBox 10">
            <a:extLst>
              <a:ext uri="{FF2B5EF4-FFF2-40B4-BE49-F238E27FC236}">
                <a16:creationId xmlns:a16="http://schemas.microsoft.com/office/drawing/2014/main" id="{28091C67-5938-734E-B7A2-BD95A68B67E6}"/>
              </a:ext>
            </a:extLst>
          </p:cNvPr>
          <p:cNvSpPr txBox="1"/>
          <p:nvPr/>
        </p:nvSpPr>
        <p:spPr>
          <a:xfrm flipH="1">
            <a:off x="2438400" y="4035023"/>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8</a:t>
            </a:r>
          </a:p>
        </p:txBody>
      </p:sp>
      <p:sp>
        <p:nvSpPr>
          <p:cNvPr id="12" name="TextBox 11">
            <a:extLst>
              <a:ext uri="{FF2B5EF4-FFF2-40B4-BE49-F238E27FC236}">
                <a16:creationId xmlns:a16="http://schemas.microsoft.com/office/drawing/2014/main" id="{F6E67942-3EF0-2141-89C0-47BA2F77054B}"/>
              </a:ext>
            </a:extLst>
          </p:cNvPr>
          <p:cNvSpPr txBox="1"/>
          <p:nvPr/>
        </p:nvSpPr>
        <p:spPr>
          <a:xfrm flipH="1">
            <a:off x="4317259" y="4035023"/>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9</a:t>
            </a:r>
          </a:p>
        </p:txBody>
      </p:sp>
      <p:sp>
        <p:nvSpPr>
          <p:cNvPr id="13" name="TextBox 12">
            <a:extLst>
              <a:ext uri="{FF2B5EF4-FFF2-40B4-BE49-F238E27FC236}">
                <a16:creationId xmlns:a16="http://schemas.microsoft.com/office/drawing/2014/main" id="{76066549-A02E-E44F-96D7-F0B171B059E3}"/>
              </a:ext>
            </a:extLst>
          </p:cNvPr>
          <p:cNvSpPr txBox="1"/>
          <p:nvPr/>
        </p:nvSpPr>
        <p:spPr>
          <a:xfrm flipH="1">
            <a:off x="6133759" y="4035023"/>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10</a:t>
            </a:r>
          </a:p>
        </p:txBody>
      </p:sp>
      <p:sp>
        <p:nvSpPr>
          <p:cNvPr id="14" name="TextBox 13">
            <a:extLst>
              <a:ext uri="{FF2B5EF4-FFF2-40B4-BE49-F238E27FC236}">
                <a16:creationId xmlns:a16="http://schemas.microsoft.com/office/drawing/2014/main" id="{898C6871-7F8D-4545-9CE1-97DF89587969}"/>
              </a:ext>
            </a:extLst>
          </p:cNvPr>
          <p:cNvSpPr txBox="1"/>
          <p:nvPr/>
        </p:nvSpPr>
        <p:spPr>
          <a:xfrm flipH="1">
            <a:off x="8000999" y="4035023"/>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11</a:t>
            </a:r>
          </a:p>
        </p:txBody>
      </p:sp>
      <p:sp>
        <p:nvSpPr>
          <p:cNvPr id="15" name="TextBox 14">
            <a:extLst>
              <a:ext uri="{FF2B5EF4-FFF2-40B4-BE49-F238E27FC236}">
                <a16:creationId xmlns:a16="http://schemas.microsoft.com/office/drawing/2014/main" id="{0BCD1BBA-EDFD-9E48-8219-788B491881B6}"/>
              </a:ext>
            </a:extLst>
          </p:cNvPr>
          <p:cNvSpPr txBox="1"/>
          <p:nvPr/>
        </p:nvSpPr>
        <p:spPr>
          <a:xfrm flipH="1">
            <a:off x="9867900" y="4035023"/>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715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384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05300" y="2382803"/>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134100" y="2382803"/>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0010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9867900" y="2382803"/>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754780"/>
            <a:ext cx="17399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384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05300" y="4754780"/>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134100" y="4754780"/>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0010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9867900" y="4754780"/>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F6214ADD-C013-AD4B-9259-B4C0DF103505}"/>
              </a:ext>
            </a:extLst>
          </p:cNvPr>
          <p:cNvCxnSpPr>
            <a:cxnSpLocks/>
          </p:cNvCxnSpPr>
          <p:nvPr/>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60070C8-183F-C043-835B-D2D13758DA7B}"/>
              </a:ext>
            </a:extLst>
          </p:cNvPr>
          <p:cNvCxnSpPr>
            <a:cxnSpLocks/>
          </p:cNvCxnSpPr>
          <p:nvPr/>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Title 1">
            <a:extLst>
              <a:ext uri="{FF2B5EF4-FFF2-40B4-BE49-F238E27FC236}">
                <a16:creationId xmlns:a16="http://schemas.microsoft.com/office/drawing/2014/main" id="{A121B5B0-D86E-714A-AD4D-AE5C81179484}"/>
              </a:ext>
            </a:extLst>
          </p:cNvPr>
          <p:cNvSpPr>
            <a:spLocks noGrp="1"/>
          </p:cNvSpPr>
          <p:nvPr>
            <p:ph type="title"/>
          </p:nvPr>
        </p:nvSpPr>
        <p:spPr>
          <a:xfrm>
            <a:off x="575481" y="599436"/>
            <a:ext cx="11018520" cy="677108"/>
          </a:xfrm>
        </p:spPr>
        <p:txBody>
          <a:bodyPr/>
          <a:lstStyle>
            <a:lvl1pPr algn="l" defTabSz="932742" rtl="0" eaLnBrk="1" latinLnBrk="0" hangingPunct="1">
              <a:lnSpc>
                <a:spcPct val="100000"/>
              </a:lnSpc>
              <a:spcBef>
                <a:spcPct val="0"/>
              </a:spcBef>
              <a:buNone/>
              <a:defRPr lang="en-US" sz="44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1" name="Footer Placeholder 4">
            <a:extLst>
              <a:ext uri="{FF2B5EF4-FFF2-40B4-BE49-F238E27FC236}">
                <a16:creationId xmlns:a16="http://schemas.microsoft.com/office/drawing/2014/main" id="{2533A365-6B39-4527-855B-F6BC2552BB05}"/>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2" name="Slide Number Placeholder 5">
            <a:extLst>
              <a:ext uri="{FF2B5EF4-FFF2-40B4-BE49-F238E27FC236}">
                <a16:creationId xmlns:a16="http://schemas.microsoft.com/office/drawing/2014/main" id="{F34E0601-1B6B-4C1C-BC8D-DB3DC9ACA0E6}"/>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2" name="TextBox 1">
            <a:extLst>
              <a:ext uri="{FF2B5EF4-FFF2-40B4-BE49-F238E27FC236}">
                <a16:creationId xmlns:a16="http://schemas.microsoft.com/office/drawing/2014/main" id="{87A5FA9C-CA11-551D-8C9C-DD42DEAD3B86}"/>
              </a:ext>
            </a:extLst>
          </p:cNvPr>
          <p:cNvSpPr txBox="1"/>
          <p:nvPr userDrawn="1"/>
        </p:nvSpPr>
        <p:spPr>
          <a:xfrm flipH="1">
            <a:off x="584200" y="1682348"/>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a:t>
            </a:r>
          </a:p>
        </p:txBody>
      </p:sp>
      <p:sp>
        <p:nvSpPr>
          <p:cNvPr id="3" name="TextBox 2">
            <a:extLst>
              <a:ext uri="{FF2B5EF4-FFF2-40B4-BE49-F238E27FC236}">
                <a16:creationId xmlns:a16="http://schemas.microsoft.com/office/drawing/2014/main" id="{C0E1BA35-48A2-0F7C-054E-5452105B0EB9}"/>
              </a:ext>
            </a:extLst>
          </p:cNvPr>
          <p:cNvSpPr txBox="1"/>
          <p:nvPr userDrawn="1"/>
        </p:nvSpPr>
        <p:spPr>
          <a:xfrm flipH="1">
            <a:off x="2438400" y="1682348"/>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2</a:t>
            </a:r>
          </a:p>
        </p:txBody>
      </p:sp>
      <p:sp>
        <p:nvSpPr>
          <p:cNvPr id="29" name="TextBox 28">
            <a:extLst>
              <a:ext uri="{FF2B5EF4-FFF2-40B4-BE49-F238E27FC236}">
                <a16:creationId xmlns:a16="http://schemas.microsoft.com/office/drawing/2014/main" id="{2AB55633-061B-6ED4-E4C8-92DF8B75F0C5}"/>
              </a:ext>
            </a:extLst>
          </p:cNvPr>
          <p:cNvSpPr txBox="1"/>
          <p:nvPr userDrawn="1"/>
        </p:nvSpPr>
        <p:spPr>
          <a:xfrm flipH="1">
            <a:off x="4317259" y="1682348"/>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3</a:t>
            </a:r>
          </a:p>
        </p:txBody>
      </p:sp>
      <p:sp>
        <p:nvSpPr>
          <p:cNvPr id="34" name="TextBox 33">
            <a:extLst>
              <a:ext uri="{FF2B5EF4-FFF2-40B4-BE49-F238E27FC236}">
                <a16:creationId xmlns:a16="http://schemas.microsoft.com/office/drawing/2014/main" id="{B8F4E9EB-CF14-1FDF-2D81-E931ED260593}"/>
              </a:ext>
            </a:extLst>
          </p:cNvPr>
          <p:cNvSpPr txBox="1"/>
          <p:nvPr userDrawn="1"/>
        </p:nvSpPr>
        <p:spPr>
          <a:xfrm flipH="1">
            <a:off x="6133759" y="1682348"/>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4</a:t>
            </a:r>
          </a:p>
        </p:txBody>
      </p:sp>
      <p:sp>
        <p:nvSpPr>
          <p:cNvPr id="43" name="TextBox 42">
            <a:extLst>
              <a:ext uri="{FF2B5EF4-FFF2-40B4-BE49-F238E27FC236}">
                <a16:creationId xmlns:a16="http://schemas.microsoft.com/office/drawing/2014/main" id="{081F9009-6FAF-3DAB-98EF-B57786592C41}"/>
              </a:ext>
            </a:extLst>
          </p:cNvPr>
          <p:cNvSpPr txBox="1"/>
          <p:nvPr userDrawn="1"/>
        </p:nvSpPr>
        <p:spPr>
          <a:xfrm flipH="1">
            <a:off x="8000999" y="1682348"/>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5</a:t>
            </a:r>
          </a:p>
        </p:txBody>
      </p:sp>
      <p:sp>
        <p:nvSpPr>
          <p:cNvPr id="44" name="TextBox 43">
            <a:extLst>
              <a:ext uri="{FF2B5EF4-FFF2-40B4-BE49-F238E27FC236}">
                <a16:creationId xmlns:a16="http://schemas.microsoft.com/office/drawing/2014/main" id="{B2FBEE97-E16D-914E-6F43-9E74D0DDBC1D}"/>
              </a:ext>
            </a:extLst>
          </p:cNvPr>
          <p:cNvSpPr txBox="1"/>
          <p:nvPr userDrawn="1"/>
        </p:nvSpPr>
        <p:spPr>
          <a:xfrm flipH="1">
            <a:off x="9867900" y="1682348"/>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6</a:t>
            </a:r>
          </a:p>
        </p:txBody>
      </p:sp>
      <p:sp>
        <p:nvSpPr>
          <p:cNvPr id="45" name="TextBox 44">
            <a:extLst>
              <a:ext uri="{FF2B5EF4-FFF2-40B4-BE49-F238E27FC236}">
                <a16:creationId xmlns:a16="http://schemas.microsoft.com/office/drawing/2014/main" id="{3747CC41-4584-0D75-5370-46328CEF879E}"/>
              </a:ext>
            </a:extLst>
          </p:cNvPr>
          <p:cNvSpPr txBox="1"/>
          <p:nvPr userDrawn="1"/>
        </p:nvSpPr>
        <p:spPr>
          <a:xfrm flipH="1">
            <a:off x="584200" y="4035023"/>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7</a:t>
            </a:r>
          </a:p>
        </p:txBody>
      </p:sp>
      <p:sp>
        <p:nvSpPr>
          <p:cNvPr id="46" name="TextBox 45">
            <a:extLst>
              <a:ext uri="{FF2B5EF4-FFF2-40B4-BE49-F238E27FC236}">
                <a16:creationId xmlns:a16="http://schemas.microsoft.com/office/drawing/2014/main" id="{01220BB4-34E9-83D8-9F57-72691342526E}"/>
              </a:ext>
            </a:extLst>
          </p:cNvPr>
          <p:cNvSpPr txBox="1"/>
          <p:nvPr userDrawn="1"/>
        </p:nvSpPr>
        <p:spPr>
          <a:xfrm flipH="1">
            <a:off x="2438400" y="4035023"/>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8</a:t>
            </a:r>
          </a:p>
        </p:txBody>
      </p:sp>
      <p:sp>
        <p:nvSpPr>
          <p:cNvPr id="47" name="TextBox 46">
            <a:extLst>
              <a:ext uri="{FF2B5EF4-FFF2-40B4-BE49-F238E27FC236}">
                <a16:creationId xmlns:a16="http://schemas.microsoft.com/office/drawing/2014/main" id="{2BBDB343-5265-A98E-6C91-799B40B1095E}"/>
              </a:ext>
            </a:extLst>
          </p:cNvPr>
          <p:cNvSpPr txBox="1"/>
          <p:nvPr userDrawn="1"/>
        </p:nvSpPr>
        <p:spPr>
          <a:xfrm flipH="1">
            <a:off x="4317259" y="4035023"/>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9</a:t>
            </a:r>
          </a:p>
        </p:txBody>
      </p:sp>
      <p:sp>
        <p:nvSpPr>
          <p:cNvPr id="48" name="TextBox 47">
            <a:extLst>
              <a:ext uri="{FF2B5EF4-FFF2-40B4-BE49-F238E27FC236}">
                <a16:creationId xmlns:a16="http://schemas.microsoft.com/office/drawing/2014/main" id="{670518D9-F896-A739-4FD1-DACC805C1E9A}"/>
              </a:ext>
            </a:extLst>
          </p:cNvPr>
          <p:cNvSpPr txBox="1"/>
          <p:nvPr userDrawn="1"/>
        </p:nvSpPr>
        <p:spPr>
          <a:xfrm flipH="1">
            <a:off x="6133759" y="4035023"/>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10</a:t>
            </a:r>
          </a:p>
        </p:txBody>
      </p:sp>
      <p:sp>
        <p:nvSpPr>
          <p:cNvPr id="51" name="TextBox 50">
            <a:extLst>
              <a:ext uri="{FF2B5EF4-FFF2-40B4-BE49-F238E27FC236}">
                <a16:creationId xmlns:a16="http://schemas.microsoft.com/office/drawing/2014/main" id="{9DF72811-596D-0595-BFA2-D34E7BA21F13}"/>
              </a:ext>
            </a:extLst>
          </p:cNvPr>
          <p:cNvSpPr txBox="1"/>
          <p:nvPr userDrawn="1"/>
        </p:nvSpPr>
        <p:spPr>
          <a:xfrm flipH="1">
            <a:off x="8000999" y="4035023"/>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11</a:t>
            </a:r>
          </a:p>
        </p:txBody>
      </p:sp>
      <p:sp>
        <p:nvSpPr>
          <p:cNvPr id="52" name="TextBox 51">
            <a:extLst>
              <a:ext uri="{FF2B5EF4-FFF2-40B4-BE49-F238E27FC236}">
                <a16:creationId xmlns:a16="http://schemas.microsoft.com/office/drawing/2014/main" id="{F334222D-93E3-7D4A-74F3-05E336AF3245}"/>
              </a:ext>
            </a:extLst>
          </p:cNvPr>
          <p:cNvSpPr txBox="1"/>
          <p:nvPr userDrawn="1"/>
        </p:nvSpPr>
        <p:spPr>
          <a:xfrm flipH="1">
            <a:off x="9867900" y="4035023"/>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12</a:t>
            </a:r>
          </a:p>
        </p:txBody>
      </p:sp>
      <p:cxnSp>
        <p:nvCxnSpPr>
          <p:cNvPr id="53" name="Straight Connector 52">
            <a:extLst>
              <a:ext uri="{FF2B5EF4-FFF2-40B4-BE49-F238E27FC236}">
                <a16:creationId xmlns:a16="http://schemas.microsoft.com/office/drawing/2014/main" id="{A85486A9-A12E-4801-010F-689CFBED9FA2}"/>
              </a:ext>
            </a:extLst>
          </p:cNvPr>
          <p:cNvCxnSpPr>
            <a:cxnSpLocks/>
          </p:cNvCxnSpPr>
          <p:nvPr userDrawn="1"/>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C7F102C0-99F7-2579-DF13-7A4299A93F6E}"/>
              </a:ext>
            </a:extLst>
          </p:cNvPr>
          <p:cNvCxnSpPr>
            <a:cxnSpLocks/>
          </p:cNvCxnSpPr>
          <p:nvPr userDrawn="1"/>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762B166E-CCC5-6C4F-6E0C-4786141DA215}"/>
              </a:ext>
            </a:extLst>
          </p:cNvPr>
          <p:cNvCxnSpPr>
            <a:cxnSpLocks/>
          </p:cNvCxnSpPr>
          <p:nvPr userDrawn="1"/>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E8E27825-5F41-6D72-151A-E11AF0855FB8}"/>
              </a:ext>
            </a:extLst>
          </p:cNvPr>
          <p:cNvCxnSpPr>
            <a:cxnSpLocks/>
          </p:cNvCxnSpPr>
          <p:nvPr userDrawn="1"/>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E999A4B8-B5CE-8165-9230-5F3DE29E78B4}"/>
              </a:ext>
            </a:extLst>
          </p:cNvPr>
          <p:cNvCxnSpPr>
            <a:cxnSpLocks/>
          </p:cNvCxnSpPr>
          <p:nvPr userDrawn="1"/>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85FDAD5B-2E16-F667-1C37-59847BE0B945}"/>
              </a:ext>
            </a:extLst>
          </p:cNvPr>
          <p:cNvCxnSpPr>
            <a:cxnSpLocks/>
          </p:cNvCxnSpPr>
          <p:nvPr userDrawn="1"/>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8E651BFE-3DF6-5B9D-A894-11822AE75809}"/>
              </a:ext>
            </a:extLst>
          </p:cNvPr>
          <p:cNvCxnSpPr>
            <a:cxnSpLocks/>
          </p:cNvCxnSpPr>
          <p:nvPr userDrawn="1"/>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9BCAAA12-0E59-6462-3F70-AF5A2AF954B9}"/>
              </a:ext>
            </a:extLst>
          </p:cNvPr>
          <p:cNvCxnSpPr>
            <a:cxnSpLocks/>
          </p:cNvCxnSpPr>
          <p:nvPr userDrawn="1"/>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6DD414F4-69A1-D15D-0CC6-FDCB808E6095}"/>
              </a:ext>
            </a:extLst>
          </p:cNvPr>
          <p:cNvCxnSpPr>
            <a:cxnSpLocks/>
          </p:cNvCxnSpPr>
          <p:nvPr userDrawn="1"/>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64C055B6-5EE1-E356-AA4A-ADD025B8FF65}"/>
              </a:ext>
            </a:extLst>
          </p:cNvPr>
          <p:cNvCxnSpPr>
            <a:cxnSpLocks/>
          </p:cNvCxnSpPr>
          <p:nvPr userDrawn="1"/>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77010138-D5AA-8E7C-0815-0FDB5CC45160}"/>
              </a:ext>
            </a:extLst>
          </p:cNvPr>
          <p:cNvCxnSpPr>
            <a:cxnSpLocks/>
          </p:cNvCxnSpPr>
          <p:nvPr userDrawn="1"/>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E1F3BCE7-7FC5-B6F7-DFE4-AD7A6E5FBC8C}"/>
              </a:ext>
            </a:extLst>
          </p:cNvPr>
          <p:cNvCxnSpPr>
            <a:cxnSpLocks/>
          </p:cNvCxnSpPr>
          <p:nvPr userDrawn="1"/>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7239088"/>
      </p:ext>
    </p:extLst>
  </p:cSld>
  <p:clrMapOvr>
    <a:masterClrMapping/>
  </p:clrMapOvr>
  <p:transition>
    <p:fade/>
  </p:transition>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Title_Month_Content">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18F2C41-5A30-1248-BC80-9A37B665EECC}"/>
              </a:ext>
            </a:extLst>
          </p:cNvPr>
          <p:cNvSpPr txBox="1"/>
          <p:nvPr/>
        </p:nvSpPr>
        <p:spPr>
          <a:xfrm flipH="1">
            <a:off x="584200" y="1682348"/>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Jan</a:t>
            </a:r>
          </a:p>
        </p:txBody>
      </p:sp>
      <p:sp>
        <p:nvSpPr>
          <p:cNvPr id="5" name="TextBox 4">
            <a:extLst>
              <a:ext uri="{FF2B5EF4-FFF2-40B4-BE49-F238E27FC236}">
                <a16:creationId xmlns:a16="http://schemas.microsoft.com/office/drawing/2014/main" id="{4D68F0A3-9593-8B46-BA55-A0F722402788}"/>
              </a:ext>
            </a:extLst>
          </p:cNvPr>
          <p:cNvSpPr txBox="1"/>
          <p:nvPr/>
        </p:nvSpPr>
        <p:spPr>
          <a:xfrm flipH="1">
            <a:off x="2438400" y="1682348"/>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Feb</a:t>
            </a:r>
          </a:p>
        </p:txBody>
      </p:sp>
      <p:sp>
        <p:nvSpPr>
          <p:cNvPr id="6" name="TextBox 5">
            <a:extLst>
              <a:ext uri="{FF2B5EF4-FFF2-40B4-BE49-F238E27FC236}">
                <a16:creationId xmlns:a16="http://schemas.microsoft.com/office/drawing/2014/main" id="{E5945E50-A071-0142-989D-F328676D8802}"/>
              </a:ext>
            </a:extLst>
          </p:cNvPr>
          <p:cNvSpPr txBox="1"/>
          <p:nvPr/>
        </p:nvSpPr>
        <p:spPr>
          <a:xfrm flipH="1">
            <a:off x="4317259" y="1682348"/>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Mar</a:t>
            </a:r>
          </a:p>
        </p:txBody>
      </p:sp>
      <p:sp>
        <p:nvSpPr>
          <p:cNvPr id="7" name="TextBox 6">
            <a:extLst>
              <a:ext uri="{FF2B5EF4-FFF2-40B4-BE49-F238E27FC236}">
                <a16:creationId xmlns:a16="http://schemas.microsoft.com/office/drawing/2014/main" id="{2F614F22-4D74-7342-860E-4B18A66D7E4D}"/>
              </a:ext>
            </a:extLst>
          </p:cNvPr>
          <p:cNvSpPr txBox="1"/>
          <p:nvPr/>
        </p:nvSpPr>
        <p:spPr>
          <a:xfrm flipH="1">
            <a:off x="6133759" y="1682348"/>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Apr</a:t>
            </a:r>
          </a:p>
        </p:txBody>
      </p:sp>
      <p:sp>
        <p:nvSpPr>
          <p:cNvPr id="8" name="TextBox 7">
            <a:extLst>
              <a:ext uri="{FF2B5EF4-FFF2-40B4-BE49-F238E27FC236}">
                <a16:creationId xmlns:a16="http://schemas.microsoft.com/office/drawing/2014/main" id="{9CFA38B9-D596-324E-B56C-86272052ED71}"/>
              </a:ext>
            </a:extLst>
          </p:cNvPr>
          <p:cNvSpPr txBox="1"/>
          <p:nvPr/>
        </p:nvSpPr>
        <p:spPr>
          <a:xfrm flipH="1">
            <a:off x="8000999" y="1682348"/>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May</a:t>
            </a:r>
          </a:p>
        </p:txBody>
      </p:sp>
      <p:sp>
        <p:nvSpPr>
          <p:cNvPr id="9" name="TextBox 8">
            <a:extLst>
              <a:ext uri="{FF2B5EF4-FFF2-40B4-BE49-F238E27FC236}">
                <a16:creationId xmlns:a16="http://schemas.microsoft.com/office/drawing/2014/main" id="{389AA766-019D-D747-8BF8-A6BB5F9B0D2A}"/>
              </a:ext>
            </a:extLst>
          </p:cNvPr>
          <p:cNvSpPr txBox="1"/>
          <p:nvPr/>
        </p:nvSpPr>
        <p:spPr>
          <a:xfrm flipH="1">
            <a:off x="9867900" y="1682348"/>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Jun</a:t>
            </a:r>
          </a:p>
        </p:txBody>
      </p:sp>
      <p:sp>
        <p:nvSpPr>
          <p:cNvPr id="10" name="TextBox 9">
            <a:extLst>
              <a:ext uri="{FF2B5EF4-FFF2-40B4-BE49-F238E27FC236}">
                <a16:creationId xmlns:a16="http://schemas.microsoft.com/office/drawing/2014/main" id="{FC53D296-5303-4A40-AC03-A80B718ABEE0}"/>
              </a:ext>
            </a:extLst>
          </p:cNvPr>
          <p:cNvSpPr txBox="1"/>
          <p:nvPr/>
        </p:nvSpPr>
        <p:spPr>
          <a:xfrm flipH="1">
            <a:off x="584200" y="4035023"/>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Jul</a:t>
            </a:r>
          </a:p>
        </p:txBody>
      </p:sp>
      <p:sp>
        <p:nvSpPr>
          <p:cNvPr id="11" name="TextBox 10">
            <a:extLst>
              <a:ext uri="{FF2B5EF4-FFF2-40B4-BE49-F238E27FC236}">
                <a16:creationId xmlns:a16="http://schemas.microsoft.com/office/drawing/2014/main" id="{28091C67-5938-734E-B7A2-BD95A68B67E6}"/>
              </a:ext>
            </a:extLst>
          </p:cNvPr>
          <p:cNvSpPr txBox="1"/>
          <p:nvPr/>
        </p:nvSpPr>
        <p:spPr>
          <a:xfrm flipH="1">
            <a:off x="2438400" y="4035023"/>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Aug</a:t>
            </a:r>
          </a:p>
        </p:txBody>
      </p:sp>
      <p:sp>
        <p:nvSpPr>
          <p:cNvPr id="12" name="TextBox 11">
            <a:extLst>
              <a:ext uri="{FF2B5EF4-FFF2-40B4-BE49-F238E27FC236}">
                <a16:creationId xmlns:a16="http://schemas.microsoft.com/office/drawing/2014/main" id="{F6E67942-3EF0-2141-89C0-47BA2F77054B}"/>
              </a:ext>
            </a:extLst>
          </p:cNvPr>
          <p:cNvSpPr txBox="1"/>
          <p:nvPr/>
        </p:nvSpPr>
        <p:spPr>
          <a:xfrm flipH="1">
            <a:off x="4317259" y="4035023"/>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Sept</a:t>
            </a:r>
          </a:p>
        </p:txBody>
      </p:sp>
      <p:sp>
        <p:nvSpPr>
          <p:cNvPr id="13" name="TextBox 12">
            <a:extLst>
              <a:ext uri="{FF2B5EF4-FFF2-40B4-BE49-F238E27FC236}">
                <a16:creationId xmlns:a16="http://schemas.microsoft.com/office/drawing/2014/main" id="{76066549-A02E-E44F-96D7-F0B171B059E3}"/>
              </a:ext>
            </a:extLst>
          </p:cNvPr>
          <p:cNvSpPr txBox="1"/>
          <p:nvPr/>
        </p:nvSpPr>
        <p:spPr>
          <a:xfrm flipH="1">
            <a:off x="6133759" y="4035023"/>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Oct</a:t>
            </a:r>
          </a:p>
        </p:txBody>
      </p:sp>
      <p:sp>
        <p:nvSpPr>
          <p:cNvPr id="14" name="TextBox 13">
            <a:extLst>
              <a:ext uri="{FF2B5EF4-FFF2-40B4-BE49-F238E27FC236}">
                <a16:creationId xmlns:a16="http://schemas.microsoft.com/office/drawing/2014/main" id="{898C6871-7F8D-4545-9CE1-97DF89587969}"/>
              </a:ext>
            </a:extLst>
          </p:cNvPr>
          <p:cNvSpPr txBox="1"/>
          <p:nvPr/>
        </p:nvSpPr>
        <p:spPr>
          <a:xfrm flipH="1">
            <a:off x="8000999" y="4035023"/>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Nov</a:t>
            </a:r>
          </a:p>
        </p:txBody>
      </p:sp>
      <p:sp>
        <p:nvSpPr>
          <p:cNvPr id="15" name="TextBox 14">
            <a:extLst>
              <a:ext uri="{FF2B5EF4-FFF2-40B4-BE49-F238E27FC236}">
                <a16:creationId xmlns:a16="http://schemas.microsoft.com/office/drawing/2014/main" id="{0BCD1BBA-EDFD-9E48-8219-788B491881B6}"/>
              </a:ext>
            </a:extLst>
          </p:cNvPr>
          <p:cNvSpPr txBox="1"/>
          <p:nvPr/>
        </p:nvSpPr>
        <p:spPr>
          <a:xfrm flipH="1">
            <a:off x="9867900" y="4035023"/>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Dec</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715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384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05300" y="2382803"/>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134100" y="2382803"/>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0010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9867900" y="2382803"/>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754780"/>
            <a:ext cx="17399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384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05300" y="4754780"/>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134100" y="4754780"/>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001000" y="4754780"/>
            <a:ext cx="1719263"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9867900" y="4754780"/>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F6214ADD-C013-AD4B-9259-B4C0DF103505}"/>
              </a:ext>
            </a:extLst>
          </p:cNvPr>
          <p:cNvCxnSpPr>
            <a:cxnSpLocks/>
          </p:cNvCxnSpPr>
          <p:nvPr/>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60070C8-183F-C043-835B-D2D13758DA7B}"/>
              </a:ext>
            </a:extLst>
          </p:cNvPr>
          <p:cNvCxnSpPr>
            <a:cxnSpLocks/>
          </p:cNvCxnSpPr>
          <p:nvPr/>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Title 1">
            <a:extLst>
              <a:ext uri="{FF2B5EF4-FFF2-40B4-BE49-F238E27FC236}">
                <a16:creationId xmlns:a16="http://schemas.microsoft.com/office/drawing/2014/main" id="{A121B5B0-D86E-714A-AD4D-AE5C81179484}"/>
              </a:ext>
            </a:extLst>
          </p:cNvPr>
          <p:cNvSpPr>
            <a:spLocks noGrp="1"/>
          </p:cNvSpPr>
          <p:nvPr>
            <p:ph type="title"/>
          </p:nvPr>
        </p:nvSpPr>
        <p:spPr>
          <a:xfrm>
            <a:off x="575481" y="599436"/>
            <a:ext cx="11018520" cy="677108"/>
          </a:xfrm>
        </p:spPr>
        <p:txBody>
          <a:bodyPr/>
          <a:lstStyle>
            <a:lvl1pPr algn="l" defTabSz="932742" rtl="0" eaLnBrk="1" latinLnBrk="0" hangingPunct="1">
              <a:lnSpc>
                <a:spcPct val="100000"/>
              </a:lnSpc>
              <a:spcBef>
                <a:spcPct val="0"/>
              </a:spcBef>
              <a:buNone/>
              <a:defRPr lang="en-US" sz="44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1" name="Footer Placeholder 4">
            <a:extLst>
              <a:ext uri="{FF2B5EF4-FFF2-40B4-BE49-F238E27FC236}">
                <a16:creationId xmlns:a16="http://schemas.microsoft.com/office/drawing/2014/main" id="{1CB59D0E-3483-4788-94CE-219A5C05F734}"/>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2" name="Slide Number Placeholder 5">
            <a:extLst>
              <a:ext uri="{FF2B5EF4-FFF2-40B4-BE49-F238E27FC236}">
                <a16:creationId xmlns:a16="http://schemas.microsoft.com/office/drawing/2014/main" id="{26E36EA7-CB06-4ADF-8688-B244FE6316DF}"/>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2" name="TextBox 1">
            <a:extLst>
              <a:ext uri="{FF2B5EF4-FFF2-40B4-BE49-F238E27FC236}">
                <a16:creationId xmlns:a16="http://schemas.microsoft.com/office/drawing/2014/main" id="{B87BC26A-7C34-479F-4114-F89986902D12}"/>
              </a:ext>
            </a:extLst>
          </p:cNvPr>
          <p:cNvSpPr txBox="1"/>
          <p:nvPr userDrawn="1"/>
        </p:nvSpPr>
        <p:spPr>
          <a:xfrm flipH="1">
            <a:off x="584200" y="1682348"/>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Jan</a:t>
            </a:r>
          </a:p>
        </p:txBody>
      </p:sp>
      <p:sp>
        <p:nvSpPr>
          <p:cNvPr id="3" name="TextBox 2">
            <a:extLst>
              <a:ext uri="{FF2B5EF4-FFF2-40B4-BE49-F238E27FC236}">
                <a16:creationId xmlns:a16="http://schemas.microsoft.com/office/drawing/2014/main" id="{BA01427F-2F61-5826-91B0-44BABCAE5955}"/>
              </a:ext>
            </a:extLst>
          </p:cNvPr>
          <p:cNvSpPr txBox="1"/>
          <p:nvPr userDrawn="1"/>
        </p:nvSpPr>
        <p:spPr>
          <a:xfrm flipH="1">
            <a:off x="2438400" y="1682348"/>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Feb</a:t>
            </a:r>
          </a:p>
        </p:txBody>
      </p:sp>
      <p:sp>
        <p:nvSpPr>
          <p:cNvPr id="29" name="TextBox 28">
            <a:extLst>
              <a:ext uri="{FF2B5EF4-FFF2-40B4-BE49-F238E27FC236}">
                <a16:creationId xmlns:a16="http://schemas.microsoft.com/office/drawing/2014/main" id="{5604DF28-D28C-65C0-0D6B-6BD9504F140F}"/>
              </a:ext>
            </a:extLst>
          </p:cNvPr>
          <p:cNvSpPr txBox="1"/>
          <p:nvPr userDrawn="1"/>
        </p:nvSpPr>
        <p:spPr>
          <a:xfrm flipH="1">
            <a:off x="4317259" y="1682348"/>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Mar</a:t>
            </a:r>
          </a:p>
        </p:txBody>
      </p:sp>
      <p:sp>
        <p:nvSpPr>
          <p:cNvPr id="34" name="TextBox 33">
            <a:extLst>
              <a:ext uri="{FF2B5EF4-FFF2-40B4-BE49-F238E27FC236}">
                <a16:creationId xmlns:a16="http://schemas.microsoft.com/office/drawing/2014/main" id="{4AD149BF-D2BB-2FE9-6DBF-10274DBE9A83}"/>
              </a:ext>
            </a:extLst>
          </p:cNvPr>
          <p:cNvSpPr txBox="1"/>
          <p:nvPr userDrawn="1"/>
        </p:nvSpPr>
        <p:spPr>
          <a:xfrm flipH="1">
            <a:off x="6133759" y="1682348"/>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Apr</a:t>
            </a:r>
          </a:p>
        </p:txBody>
      </p:sp>
      <p:sp>
        <p:nvSpPr>
          <p:cNvPr id="43" name="TextBox 42">
            <a:extLst>
              <a:ext uri="{FF2B5EF4-FFF2-40B4-BE49-F238E27FC236}">
                <a16:creationId xmlns:a16="http://schemas.microsoft.com/office/drawing/2014/main" id="{1E67488E-FF77-7347-1144-18A60A70E0C9}"/>
              </a:ext>
            </a:extLst>
          </p:cNvPr>
          <p:cNvSpPr txBox="1"/>
          <p:nvPr userDrawn="1"/>
        </p:nvSpPr>
        <p:spPr>
          <a:xfrm flipH="1">
            <a:off x="8000999" y="1682348"/>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May</a:t>
            </a:r>
          </a:p>
        </p:txBody>
      </p:sp>
      <p:sp>
        <p:nvSpPr>
          <p:cNvPr id="44" name="TextBox 43">
            <a:extLst>
              <a:ext uri="{FF2B5EF4-FFF2-40B4-BE49-F238E27FC236}">
                <a16:creationId xmlns:a16="http://schemas.microsoft.com/office/drawing/2014/main" id="{E15DD351-C693-656E-9C55-38963131B77B}"/>
              </a:ext>
            </a:extLst>
          </p:cNvPr>
          <p:cNvSpPr txBox="1"/>
          <p:nvPr userDrawn="1"/>
        </p:nvSpPr>
        <p:spPr>
          <a:xfrm flipH="1">
            <a:off x="9867900" y="1682348"/>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Jun</a:t>
            </a:r>
          </a:p>
        </p:txBody>
      </p:sp>
      <p:sp>
        <p:nvSpPr>
          <p:cNvPr id="45" name="TextBox 44">
            <a:extLst>
              <a:ext uri="{FF2B5EF4-FFF2-40B4-BE49-F238E27FC236}">
                <a16:creationId xmlns:a16="http://schemas.microsoft.com/office/drawing/2014/main" id="{6AE9FCD4-68EF-2B5C-9993-662174E9B3AF}"/>
              </a:ext>
            </a:extLst>
          </p:cNvPr>
          <p:cNvSpPr txBox="1"/>
          <p:nvPr userDrawn="1"/>
        </p:nvSpPr>
        <p:spPr>
          <a:xfrm flipH="1">
            <a:off x="584200" y="4035023"/>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Jul</a:t>
            </a:r>
          </a:p>
        </p:txBody>
      </p:sp>
      <p:sp>
        <p:nvSpPr>
          <p:cNvPr id="46" name="TextBox 45">
            <a:extLst>
              <a:ext uri="{FF2B5EF4-FFF2-40B4-BE49-F238E27FC236}">
                <a16:creationId xmlns:a16="http://schemas.microsoft.com/office/drawing/2014/main" id="{AEDD0D06-0822-D6CF-F7F2-ECA1DD42F5C5}"/>
              </a:ext>
            </a:extLst>
          </p:cNvPr>
          <p:cNvSpPr txBox="1"/>
          <p:nvPr userDrawn="1"/>
        </p:nvSpPr>
        <p:spPr>
          <a:xfrm flipH="1">
            <a:off x="2438400" y="4035023"/>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Aug</a:t>
            </a:r>
          </a:p>
        </p:txBody>
      </p:sp>
      <p:sp>
        <p:nvSpPr>
          <p:cNvPr id="47" name="TextBox 46">
            <a:extLst>
              <a:ext uri="{FF2B5EF4-FFF2-40B4-BE49-F238E27FC236}">
                <a16:creationId xmlns:a16="http://schemas.microsoft.com/office/drawing/2014/main" id="{50B3CA65-D609-AB6A-CE08-FCAE009CFCE8}"/>
              </a:ext>
            </a:extLst>
          </p:cNvPr>
          <p:cNvSpPr txBox="1"/>
          <p:nvPr userDrawn="1"/>
        </p:nvSpPr>
        <p:spPr>
          <a:xfrm flipH="1">
            <a:off x="4317259" y="4035023"/>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Sept</a:t>
            </a:r>
          </a:p>
        </p:txBody>
      </p:sp>
      <p:sp>
        <p:nvSpPr>
          <p:cNvPr id="48" name="TextBox 47">
            <a:extLst>
              <a:ext uri="{FF2B5EF4-FFF2-40B4-BE49-F238E27FC236}">
                <a16:creationId xmlns:a16="http://schemas.microsoft.com/office/drawing/2014/main" id="{EB7E8541-E2FD-C3EE-A627-86DB1BF9869B}"/>
              </a:ext>
            </a:extLst>
          </p:cNvPr>
          <p:cNvSpPr txBox="1"/>
          <p:nvPr userDrawn="1"/>
        </p:nvSpPr>
        <p:spPr>
          <a:xfrm flipH="1">
            <a:off x="6133759" y="4035023"/>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Oct</a:t>
            </a:r>
          </a:p>
        </p:txBody>
      </p:sp>
      <p:sp>
        <p:nvSpPr>
          <p:cNvPr id="51" name="TextBox 50">
            <a:extLst>
              <a:ext uri="{FF2B5EF4-FFF2-40B4-BE49-F238E27FC236}">
                <a16:creationId xmlns:a16="http://schemas.microsoft.com/office/drawing/2014/main" id="{97FBB600-B90E-6173-DA8D-0C4B5493FC54}"/>
              </a:ext>
            </a:extLst>
          </p:cNvPr>
          <p:cNvSpPr txBox="1"/>
          <p:nvPr userDrawn="1"/>
        </p:nvSpPr>
        <p:spPr>
          <a:xfrm flipH="1">
            <a:off x="8000999" y="4035023"/>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Nov</a:t>
            </a:r>
          </a:p>
        </p:txBody>
      </p:sp>
      <p:sp>
        <p:nvSpPr>
          <p:cNvPr id="52" name="TextBox 51">
            <a:extLst>
              <a:ext uri="{FF2B5EF4-FFF2-40B4-BE49-F238E27FC236}">
                <a16:creationId xmlns:a16="http://schemas.microsoft.com/office/drawing/2014/main" id="{764C5A39-08BF-32ED-B393-B3E32D187B7D}"/>
              </a:ext>
            </a:extLst>
          </p:cNvPr>
          <p:cNvSpPr txBox="1"/>
          <p:nvPr userDrawn="1"/>
        </p:nvSpPr>
        <p:spPr>
          <a:xfrm flipH="1">
            <a:off x="9867900" y="4035023"/>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Dec</a:t>
            </a:r>
          </a:p>
        </p:txBody>
      </p:sp>
      <p:cxnSp>
        <p:nvCxnSpPr>
          <p:cNvPr id="53" name="Straight Connector 52">
            <a:extLst>
              <a:ext uri="{FF2B5EF4-FFF2-40B4-BE49-F238E27FC236}">
                <a16:creationId xmlns:a16="http://schemas.microsoft.com/office/drawing/2014/main" id="{B12653D6-9611-CF69-EC1F-2CEF44520628}"/>
              </a:ext>
            </a:extLst>
          </p:cNvPr>
          <p:cNvCxnSpPr>
            <a:cxnSpLocks/>
          </p:cNvCxnSpPr>
          <p:nvPr userDrawn="1"/>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81E32C65-63F6-AC0C-F5B4-2CD6C3FD75F1}"/>
              </a:ext>
            </a:extLst>
          </p:cNvPr>
          <p:cNvCxnSpPr>
            <a:cxnSpLocks/>
          </p:cNvCxnSpPr>
          <p:nvPr userDrawn="1"/>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333DEDF-AD3C-645B-6D8A-C9FE79A2CDB9}"/>
              </a:ext>
            </a:extLst>
          </p:cNvPr>
          <p:cNvCxnSpPr>
            <a:cxnSpLocks/>
          </p:cNvCxnSpPr>
          <p:nvPr userDrawn="1"/>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B69D5B02-8BF0-9F54-1DD2-843947A045E0}"/>
              </a:ext>
            </a:extLst>
          </p:cNvPr>
          <p:cNvCxnSpPr>
            <a:cxnSpLocks/>
          </p:cNvCxnSpPr>
          <p:nvPr userDrawn="1"/>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4624141D-1EC2-F6A2-4F49-507B9FCB3648}"/>
              </a:ext>
            </a:extLst>
          </p:cNvPr>
          <p:cNvCxnSpPr>
            <a:cxnSpLocks/>
          </p:cNvCxnSpPr>
          <p:nvPr userDrawn="1"/>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778BEA3A-4F0C-8D90-FDAB-EC1C1B5CC584}"/>
              </a:ext>
            </a:extLst>
          </p:cNvPr>
          <p:cNvCxnSpPr>
            <a:cxnSpLocks/>
          </p:cNvCxnSpPr>
          <p:nvPr userDrawn="1"/>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978EA5E3-7BAD-462B-AB87-36C08BA1E31C}"/>
              </a:ext>
            </a:extLst>
          </p:cNvPr>
          <p:cNvCxnSpPr>
            <a:cxnSpLocks/>
          </p:cNvCxnSpPr>
          <p:nvPr userDrawn="1"/>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911E5A75-82F4-A2A3-D83A-48C0D1716CBF}"/>
              </a:ext>
            </a:extLst>
          </p:cNvPr>
          <p:cNvCxnSpPr>
            <a:cxnSpLocks/>
          </p:cNvCxnSpPr>
          <p:nvPr userDrawn="1"/>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B0436ABB-81F1-8EC2-6BC6-BFB945FD337C}"/>
              </a:ext>
            </a:extLst>
          </p:cNvPr>
          <p:cNvCxnSpPr>
            <a:cxnSpLocks/>
          </p:cNvCxnSpPr>
          <p:nvPr userDrawn="1"/>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6CFF5157-84C5-A522-CD55-4FD17E2875BA}"/>
              </a:ext>
            </a:extLst>
          </p:cNvPr>
          <p:cNvCxnSpPr>
            <a:cxnSpLocks/>
          </p:cNvCxnSpPr>
          <p:nvPr userDrawn="1"/>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90F39BD8-2655-4968-D193-B00BEA995011}"/>
              </a:ext>
            </a:extLst>
          </p:cNvPr>
          <p:cNvCxnSpPr>
            <a:cxnSpLocks/>
          </p:cNvCxnSpPr>
          <p:nvPr userDrawn="1"/>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F252866B-3666-8656-D203-E6AA0E0D93E7}"/>
              </a:ext>
            </a:extLst>
          </p:cNvPr>
          <p:cNvCxnSpPr>
            <a:cxnSpLocks/>
          </p:cNvCxnSpPr>
          <p:nvPr userDrawn="1"/>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5105275"/>
      </p:ext>
    </p:extLst>
  </p:cSld>
  <p:clrMapOvr>
    <a:masterClrMapping/>
  </p:clrMapOvr>
  <p:transition>
    <p:fade/>
  </p:transition>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Title_Week_Content">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18F2C41-5A30-1248-BC80-9A37B665EECC}"/>
              </a:ext>
            </a:extLst>
          </p:cNvPr>
          <p:cNvSpPr txBox="1"/>
          <p:nvPr/>
        </p:nvSpPr>
        <p:spPr>
          <a:xfrm flipH="1">
            <a:off x="584200" y="1801504"/>
            <a:ext cx="159543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a:t>
            </a:r>
          </a:p>
        </p:txBody>
      </p:sp>
      <p:sp>
        <p:nvSpPr>
          <p:cNvPr id="5" name="TextBox 4">
            <a:extLst>
              <a:ext uri="{FF2B5EF4-FFF2-40B4-BE49-F238E27FC236}">
                <a16:creationId xmlns:a16="http://schemas.microsoft.com/office/drawing/2014/main" id="{4D68F0A3-9593-8B46-BA55-A0F722402788}"/>
              </a:ext>
            </a:extLst>
          </p:cNvPr>
          <p:cNvSpPr txBox="1"/>
          <p:nvPr/>
        </p:nvSpPr>
        <p:spPr>
          <a:xfrm flipH="1">
            <a:off x="2438400" y="1801504"/>
            <a:ext cx="16271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2</a:t>
            </a:r>
          </a:p>
        </p:txBody>
      </p:sp>
      <p:sp>
        <p:nvSpPr>
          <p:cNvPr id="6" name="TextBox 5">
            <a:extLst>
              <a:ext uri="{FF2B5EF4-FFF2-40B4-BE49-F238E27FC236}">
                <a16:creationId xmlns:a16="http://schemas.microsoft.com/office/drawing/2014/main" id="{E5945E50-A071-0142-989D-F328676D8802}"/>
              </a:ext>
            </a:extLst>
          </p:cNvPr>
          <p:cNvSpPr txBox="1"/>
          <p:nvPr/>
        </p:nvSpPr>
        <p:spPr>
          <a:xfrm flipH="1">
            <a:off x="4317258" y="1801504"/>
            <a:ext cx="1645987"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3</a:t>
            </a:r>
          </a:p>
        </p:txBody>
      </p:sp>
      <p:sp>
        <p:nvSpPr>
          <p:cNvPr id="7" name="TextBox 6">
            <a:extLst>
              <a:ext uri="{FF2B5EF4-FFF2-40B4-BE49-F238E27FC236}">
                <a16:creationId xmlns:a16="http://schemas.microsoft.com/office/drawing/2014/main" id="{2F614F22-4D74-7342-860E-4B18A66D7E4D}"/>
              </a:ext>
            </a:extLst>
          </p:cNvPr>
          <p:cNvSpPr txBox="1"/>
          <p:nvPr/>
        </p:nvSpPr>
        <p:spPr>
          <a:xfrm flipH="1">
            <a:off x="6133758" y="1801504"/>
            <a:ext cx="1701695"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4</a:t>
            </a:r>
          </a:p>
        </p:txBody>
      </p:sp>
      <p:sp>
        <p:nvSpPr>
          <p:cNvPr id="8" name="TextBox 7">
            <a:extLst>
              <a:ext uri="{FF2B5EF4-FFF2-40B4-BE49-F238E27FC236}">
                <a16:creationId xmlns:a16="http://schemas.microsoft.com/office/drawing/2014/main" id="{9CFA38B9-D596-324E-B56C-86272052ED71}"/>
              </a:ext>
            </a:extLst>
          </p:cNvPr>
          <p:cNvSpPr txBox="1"/>
          <p:nvPr/>
        </p:nvSpPr>
        <p:spPr>
          <a:xfrm flipH="1">
            <a:off x="8000999" y="1801504"/>
            <a:ext cx="1719262"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5</a:t>
            </a:r>
          </a:p>
        </p:txBody>
      </p:sp>
      <p:sp>
        <p:nvSpPr>
          <p:cNvPr id="9" name="TextBox 8">
            <a:extLst>
              <a:ext uri="{FF2B5EF4-FFF2-40B4-BE49-F238E27FC236}">
                <a16:creationId xmlns:a16="http://schemas.microsoft.com/office/drawing/2014/main" id="{389AA766-019D-D747-8BF8-A6BB5F9B0D2A}"/>
              </a:ext>
            </a:extLst>
          </p:cNvPr>
          <p:cNvSpPr txBox="1"/>
          <p:nvPr/>
        </p:nvSpPr>
        <p:spPr>
          <a:xfrm flipH="1">
            <a:off x="9867900" y="1801504"/>
            <a:ext cx="17414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6</a:t>
            </a:r>
          </a:p>
        </p:txBody>
      </p:sp>
      <p:sp>
        <p:nvSpPr>
          <p:cNvPr id="10" name="TextBox 9">
            <a:extLst>
              <a:ext uri="{FF2B5EF4-FFF2-40B4-BE49-F238E27FC236}">
                <a16:creationId xmlns:a16="http://schemas.microsoft.com/office/drawing/2014/main" id="{FC53D296-5303-4A40-AC03-A80B718ABEE0}"/>
              </a:ext>
            </a:extLst>
          </p:cNvPr>
          <p:cNvSpPr txBox="1"/>
          <p:nvPr/>
        </p:nvSpPr>
        <p:spPr>
          <a:xfrm flipH="1">
            <a:off x="584200" y="4154179"/>
            <a:ext cx="159543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7</a:t>
            </a:r>
          </a:p>
        </p:txBody>
      </p:sp>
      <p:sp>
        <p:nvSpPr>
          <p:cNvPr id="11" name="TextBox 10">
            <a:extLst>
              <a:ext uri="{FF2B5EF4-FFF2-40B4-BE49-F238E27FC236}">
                <a16:creationId xmlns:a16="http://schemas.microsoft.com/office/drawing/2014/main" id="{28091C67-5938-734E-B7A2-BD95A68B67E6}"/>
              </a:ext>
            </a:extLst>
          </p:cNvPr>
          <p:cNvSpPr txBox="1"/>
          <p:nvPr/>
        </p:nvSpPr>
        <p:spPr>
          <a:xfrm flipH="1">
            <a:off x="2438400" y="4154179"/>
            <a:ext cx="16271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8</a:t>
            </a:r>
          </a:p>
        </p:txBody>
      </p:sp>
      <p:sp>
        <p:nvSpPr>
          <p:cNvPr id="12" name="TextBox 11">
            <a:extLst>
              <a:ext uri="{FF2B5EF4-FFF2-40B4-BE49-F238E27FC236}">
                <a16:creationId xmlns:a16="http://schemas.microsoft.com/office/drawing/2014/main" id="{F6E67942-3EF0-2141-89C0-47BA2F77054B}"/>
              </a:ext>
            </a:extLst>
          </p:cNvPr>
          <p:cNvSpPr txBox="1"/>
          <p:nvPr/>
        </p:nvSpPr>
        <p:spPr>
          <a:xfrm flipH="1">
            <a:off x="4317258" y="4154179"/>
            <a:ext cx="1645987"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9</a:t>
            </a:r>
          </a:p>
        </p:txBody>
      </p:sp>
      <p:sp>
        <p:nvSpPr>
          <p:cNvPr id="13" name="TextBox 12">
            <a:extLst>
              <a:ext uri="{FF2B5EF4-FFF2-40B4-BE49-F238E27FC236}">
                <a16:creationId xmlns:a16="http://schemas.microsoft.com/office/drawing/2014/main" id="{76066549-A02E-E44F-96D7-F0B171B059E3}"/>
              </a:ext>
            </a:extLst>
          </p:cNvPr>
          <p:cNvSpPr txBox="1"/>
          <p:nvPr/>
        </p:nvSpPr>
        <p:spPr>
          <a:xfrm flipH="1">
            <a:off x="6133758" y="4154179"/>
            <a:ext cx="1701695"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10</a:t>
            </a:r>
          </a:p>
        </p:txBody>
      </p:sp>
      <p:sp>
        <p:nvSpPr>
          <p:cNvPr id="14" name="TextBox 13">
            <a:extLst>
              <a:ext uri="{FF2B5EF4-FFF2-40B4-BE49-F238E27FC236}">
                <a16:creationId xmlns:a16="http://schemas.microsoft.com/office/drawing/2014/main" id="{898C6871-7F8D-4545-9CE1-97DF89587969}"/>
              </a:ext>
            </a:extLst>
          </p:cNvPr>
          <p:cNvSpPr txBox="1"/>
          <p:nvPr/>
        </p:nvSpPr>
        <p:spPr>
          <a:xfrm flipH="1">
            <a:off x="8000999" y="4154179"/>
            <a:ext cx="1719262"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11</a:t>
            </a:r>
          </a:p>
        </p:txBody>
      </p:sp>
      <p:sp>
        <p:nvSpPr>
          <p:cNvPr id="15" name="TextBox 14">
            <a:extLst>
              <a:ext uri="{FF2B5EF4-FFF2-40B4-BE49-F238E27FC236}">
                <a16:creationId xmlns:a16="http://schemas.microsoft.com/office/drawing/2014/main" id="{0BCD1BBA-EDFD-9E48-8219-788B491881B6}"/>
              </a:ext>
            </a:extLst>
          </p:cNvPr>
          <p:cNvSpPr txBox="1"/>
          <p:nvPr/>
        </p:nvSpPr>
        <p:spPr>
          <a:xfrm flipH="1">
            <a:off x="9867900" y="4154179"/>
            <a:ext cx="17414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715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384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05300" y="2382803"/>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134100" y="2382803"/>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0010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9867900" y="2382803"/>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754780"/>
            <a:ext cx="17399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384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05300" y="4754780"/>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134100" y="4754780"/>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001000" y="4754780"/>
            <a:ext cx="1719263"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9867900" y="4754780"/>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F6214ADD-C013-AD4B-9259-B4C0DF103505}"/>
              </a:ext>
            </a:extLst>
          </p:cNvPr>
          <p:cNvCxnSpPr>
            <a:cxnSpLocks/>
          </p:cNvCxnSpPr>
          <p:nvPr/>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60070C8-183F-C043-835B-D2D13758DA7B}"/>
              </a:ext>
            </a:extLst>
          </p:cNvPr>
          <p:cNvCxnSpPr>
            <a:cxnSpLocks/>
          </p:cNvCxnSpPr>
          <p:nvPr/>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Title 1">
            <a:extLst>
              <a:ext uri="{FF2B5EF4-FFF2-40B4-BE49-F238E27FC236}">
                <a16:creationId xmlns:a16="http://schemas.microsoft.com/office/drawing/2014/main" id="{A121B5B0-D86E-714A-AD4D-AE5C81179484}"/>
              </a:ext>
            </a:extLst>
          </p:cNvPr>
          <p:cNvSpPr>
            <a:spLocks noGrp="1"/>
          </p:cNvSpPr>
          <p:nvPr>
            <p:ph type="title"/>
          </p:nvPr>
        </p:nvSpPr>
        <p:spPr>
          <a:xfrm>
            <a:off x="575481" y="599436"/>
            <a:ext cx="11018520" cy="677108"/>
          </a:xfrm>
        </p:spPr>
        <p:txBody>
          <a:bodyPr/>
          <a:lstStyle>
            <a:lvl1pPr algn="l" defTabSz="932742" rtl="0" eaLnBrk="1" latinLnBrk="0" hangingPunct="1">
              <a:lnSpc>
                <a:spcPct val="100000"/>
              </a:lnSpc>
              <a:spcBef>
                <a:spcPct val="0"/>
              </a:spcBef>
              <a:buNone/>
              <a:defRPr lang="en-US" sz="44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1" name="Footer Placeholder 4">
            <a:extLst>
              <a:ext uri="{FF2B5EF4-FFF2-40B4-BE49-F238E27FC236}">
                <a16:creationId xmlns:a16="http://schemas.microsoft.com/office/drawing/2014/main" id="{878CC1B1-AA6B-463B-A774-049792B3AC10}"/>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2" name="Slide Number Placeholder 5">
            <a:extLst>
              <a:ext uri="{FF2B5EF4-FFF2-40B4-BE49-F238E27FC236}">
                <a16:creationId xmlns:a16="http://schemas.microsoft.com/office/drawing/2014/main" id="{028E4364-080D-4863-8D44-AEE3D29D134E}"/>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2" name="TextBox 1">
            <a:extLst>
              <a:ext uri="{FF2B5EF4-FFF2-40B4-BE49-F238E27FC236}">
                <a16:creationId xmlns:a16="http://schemas.microsoft.com/office/drawing/2014/main" id="{0A3F8966-57C4-8D69-C2EE-33B49713DBB9}"/>
              </a:ext>
            </a:extLst>
          </p:cNvPr>
          <p:cNvSpPr txBox="1"/>
          <p:nvPr userDrawn="1"/>
        </p:nvSpPr>
        <p:spPr>
          <a:xfrm flipH="1">
            <a:off x="584200" y="1801504"/>
            <a:ext cx="159543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a:t>
            </a:r>
          </a:p>
        </p:txBody>
      </p:sp>
      <p:sp>
        <p:nvSpPr>
          <p:cNvPr id="3" name="TextBox 2">
            <a:extLst>
              <a:ext uri="{FF2B5EF4-FFF2-40B4-BE49-F238E27FC236}">
                <a16:creationId xmlns:a16="http://schemas.microsoft.com/office/drawing/2014/main" id="{AEAD8DFB-08AB-1CA1-08FC-39EC59F5EBFE}"/>
              </a:ext>
            </a:extLst>
          </p:cNvPr>
          <p:cNvSpPr txBox="1"/>
          <p:nvPr userDrawn="1"/>
        </p:nvSpPr>
        <p:spPr>
          <a:xfrm flipH="1">
            <a:off x="2438400" y="1801504"/>
            <a:ext cx="16271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2</a:t>
            </a:r>
          </a:p>
        </p:txBody>
      </p:sp>
      <p:sp>
        <p:nvSpPr>
          <p:cNvPr id="29" name="TextBox 28">
            <a:extLst>
              <a:ext uri="{FF2B5EF4-FFF2-40B4-BE49-F238E27FC236}">
                <a16:creationId xmlns:a16="http://schemas.microsoft.com/office/drawing/2014/main" id="{671E9712-E3C1-A63F-8C08-29D6ED708785}"/>
              </a:ext>
            </a:extLst>
          </p:cNvPr>
          <p:cNvSpPr txBox="1"/>
          <p:nvPr userDrawn="1"/>
        </p:nvSpPr>
        <p:spPr>
          <a:xfrm flipH="1">
            <a:off x="4317258" y="1801504"/>
            <a:ext cx="1645987"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3</a:t>
            </a:r>
          </a:p>
        </p:txBody>
      </p:sp>
      <p:sp>
        <p:nvSpPr>
          <p:cNvPr id="34" name="TextBox 33">
            <a:extLst>
              <a:ext uri="{FF2B5EF4-FFF2-40B4-BE49-F238E27FC236}">
                <a16:creationId xmlns:a16="http://schemas.microsoft.com/office/drawing/2014/main" id="{6F6F8AB6-38BF-D978-847B-D749F8DB2D79}"/>
              </a:ext>
            </a:extLst>
          </p:cNvPr>
          <p:cNvSpPr txBox="1"/>
          <p:nvPr userDrawn="1"/>
        </p:nvSpPr>
        <p:spPr>
          <a:xfrm flipH="1">
            <a:off x="6133758" y="1801504"/>
            <a:ext cx="1701695"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4</a:t>
            </a:r>
          </a:p>
        </p:txBody>
      </p:sp>
      <p:sp>
        <p:nvSpPr>
          <p:cNvPr id="43" name="TextBox 42">
            <a:extLst>
              <a:ext uri="{FF2B5EF4-FFF2-40B4-BE49-F238E27FC236}">
                <a16:creationId xmlns:a16="http://schemas.microsoft.com/office/drawing/2014/main" id="{7B3FCA31-9DBC-535A-F646-502AD3C4D1D9}"/>
              </a:ext>
            </a:extLst>
          </p:cNvPr>
          <p:cNvSpPr txBox="1"/>
          <p:nvPr userDrawn="1"/>
        </p:nvSpPr>
        <p:spPr>
          <a:xfrm flipH="1">
            <a:off x="8000999" y="1801504"/>
            <a:ext cx="1719262"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5</a:t>
            </a:r>
          </a:p>
        </p:txBody>
      </p:sp>
      <p:sp>
        <p:nvSpPr>
          <p:cNvPr id="44" name="TextBox 43">
            <a:extLst>
              <a:ext uri="{FF2B5EF4-FFF2-40B4-BE49-F238E27FC236}">
                <a16:creationId xmlns:a16="http://schemas.microsoft.com/office/drawing/2014/main" id="{30AEFC43-70D4-4B2E-D1FE-2EAA1FFDC2B0}"/>
              </a:ext>
            </a:extLst>
          </p:cNvPr>
          <p:cNvSpPr txBox="1"/>
          <p:nvPr userDrawn="1"/>
        </p:nvSpPr>
        <p:spPr>
          <a:xfrm flipH="1">
            <a:off x="9867900" y="1801504"/>
            <a:ext cx="17414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6</a:t>
            </a:r>
          </a:p>
        </p:txBody>
      </p:sp>
      <p:sp>
        <p:nvSpPr>
          <p:cNvPr id="45" name="TextBox 44">
            <a:extLst>
              <a:ext uri="{FF2B5EF4-FFF2-40B4-BE49-F238E27FC236}">
                <a16:creationId xmlns:a16="http://schemas.microsoft.com/office/drawing/2014/main" id="{657D4A5C-0906-5390-F0F2-FBDAEF89021E}"/>
              </a:ext>
            </a:extLst>
          </p:cNvPr>
          <p:cNvSpPr txBox="1"/>
          <p:nvPr userDrawn="1"/>
        </p:nvSpPr>
        <p:spPr>
          <a:xfrm flipH="1">
            <a:off x="584200" y="4154179"/>
            <a:ext cx="159543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7</a:t>
            </a:r>
          </a:p>
        </p:txBody>
      </p:sp>
      <p:sp>
        <p:nvSpPr>
          <p:cNvPr id="46" name="TextBox 45">
            <a:extLst>
              <a:ext uri="{FF2B5EF4-FFF2-40B4-BE49-F238E27FC236}">
                <a16:creationId xmlns:a16="http://schemas.microsoft.com/office/drawing/2014/main" id="{E025B546-6089-6239-8F8C-2460DC28233A}"/>
              </a:ext>
            </a:extLst>
          </p:cNvPr>
          <p:cNvSpPr txBox="1"/>
          <p:nvPr userDrawn="1"/>
        </p:nvSpPr>
        <p:spPr>
          <a:xfrm flipH="1">
            <a:off x="2438400" y="4154179"/>
            <a:ext cx="16271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8</a:t>
            </a:r>
          </a:p>
        </p:txBody>
      </p:sp>
      <p:sp>
        <p:nvSpPr>
          <p:cNvPr id="47" name="TextBox 46">
            <a:extLst>
              <a:ext uri="{FF2B5EF4-FFF2-40B4-BE49-F238E27FC236}">
                <a16:creationId xmlns:a16="http://schemas.microsoft.com/office/drawing/2014/main" id="{EA0FEA50-3041-99F7-8E63-BEF554768F0F}"/>
              </a:ext>
            </a:extLst>
          </p:cNvPr>
          <p:cNvSpPr txBox="1"/>
          <p:nvPr userDrawn="1"/>
        </p:nvSpPr>
        <p:spPr>
          <a:xfrm flipH="1">
            <a:off x="4317258" y="4154179"/>
            <a:ext cx="1645987"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9</a:t>
            </a:r>
          </a:p>
        </p:txBody>
      </p:sp>
      <p:sp>
        <p:nvSpPr>
          <p:cNvPr id="48" name="TextBox 47">
            <a:extLst>
              <a:ext uri="{FF2B5EF4-FFF2-40B4-BE49-F238E27FC236}">
                <a16:creationId xmlns:a16="http://schemas.microsoft.com/office/drawing/2014/main" id="{D4B7E630-810D-96ED-55A6-FE05046C1F8E}"/>
              </a:ext>
            </a:extLst>
          </p:cNvPr>
          <p:cNvSpPr txBox="1"/>
          <p:nvPr userDrawn="1"/>
        </p:nvSpPr>
        <p:spPr>
          <a:xfrm flipH="1">
            <a:off x="6133758" y="4154179"/>
            <a:ext cx="1701695"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10</a:t>
            </a:r>
          </a:p>
        </p:txBody>
      </p:sp>
      <p:sp>
        <p:nvSpPr>
          <p:cNvPr id="51" name="TextBox 50">
            <a:extLst>
              <a:ext uri="{FF2B5EF4-FFF2-40B4-BE49-F238E27FC236}">
                <a16:creationId xmlns:a16="http://schemas.microsoft.com/office/drawing/2014/main" id="{649E71A2-2E20-8403-B55C-AB232C8E2DB6}"/>
              </a:ext>
            </a:extLst>
          </p:cNvPr>
          <p:cNvSpPr txBox="1"/>
          <p:nvPr userDrawn="1"/>
        </p:nvSpPr>
        <p:spPr>
          <a:xfrm flipH="1">
            <a:off x="8000999" y="4154179"/>
            <a:ext cx="1719262"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11</a:t>
            </a:r>
          </a:p>
        </p:txBody>
      </p:sp>
      <p:sp>
        <p:nvSpPr>
          <p:cNvPr id="52" name="TextBox 51">
            <a:extLst>
              <a:ext uri="{FF2B5EF4-FFF2-40B4-BE49-F238E27FC236}">
                <a16:creationId xmlns:a16="http://schemas.microsoft.com/office/drawing/2014/main" id="{20A9CECE-ADB9-A3E2-3752-8BEEE480CCCB}"/>
              </a:ext>
            </a:extLst>
          </p:cNvPr>
          <p:cNvSpPr txBox="1"/>
          <p:nvPr userDrawn="1"/>
        </p:nvSpPr>
        <p:spPr>
          <a:xfrm flipH="1">
            <a:off x="9867900" y="4154179"/>
            <a:ext cx="17414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12</a:t>
            </a:r>
          </a:p>
        </p:txBody>
      </p:sp>
      <p:cxnSp>
        <p:nvCxnSpPr>
          <p:cNvPr id="53" name="Straight Connector 52">
            <a:extLst>
              <a:ext uri="{FF2B5EF4-FFF2-40B4-BE49-F238E27FC236}">
                <a16:creationId xmlns:a16="http://schemas.microsoft.com/office/drawing/2014/main" id="{B5095EB6-A636-9B82-2D9B-92E94DCFB107}"/>
              </a:ext>
            </a:extLst>
          </p:cNvPr>
          <p:cNvCxnSpPr>
            <a:cxnSpLocks/>
          </p:cNvCxnSpPr>
          <p:nvPr userDrawn="1"/>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DBD8B419-8700-09BC-6C95-2084A6309A87}"/>
              </a:ext>
            </a:extLst>
          </p:cNvPr>
          <p:cNvCxnSpPr>
            <a:cxnSpLocks/>
          </p:cNvCxnSpPr>
          <p:nvPr userDrawn="1"/>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BA89DC29-66A1-1813-CAF6-46E5228296C4}"/>
              </a:ext>
            </a:extLst>
          </p:cNvPr>
          <p:cNvCxnSpPr>
            <a:cxnSpLocks/>
          </p:cNvCxnSpPr>
          <p:nvPr userDrawn="1"/>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0AC8A285-4F95-F90F-4937-830BB68E94ED}"/>
              </a:ext>
            </a:extLst>
          </p:cNvPr>
          <p:cNvCxnSpPr>
            <a:cxnSpLocks/>
          </p:cNvCxnSpPr>
          <p:nvPr userDrawn="1"/>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AB542510-3C26-9C80-F5F6-92EA7A954851}"/>
              </a:ext>
            </a:extLst>
          </p:cNvPr>
          <p:cNvCxnSpPr>
            <a:cxnSpLocks/>
          </p:cNvCxnSpPr>
          <p:nvPr userDrawn="1"/>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4E779AC0-FBDA-CE35-A626-3927B3A1EDF0}"/>
              </a:ext>
            </a:extLst>
          </p:cNvPr>
          <p:cNvCxnSpPr>
            <a:cxnSpLocks/>
          </p:cNvCxnSpPr>
          <p:nvPr userDrawn="1"/>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9771C710-41E0-6882-FDB3-69102CE05C69}"/>
              </a:ext>
            </a:extLst>
          </p:cNvPr>
          <p:cNvCxnSpPr>
            <a:cxnSpLocks/>
          </p:cNvCxnSpPr>
          <p:nvPr userDrawn="1"/>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1A81D277-20A5-A253-4DCA-54209067BD36}"/>
              </a:ext>
            </a:extLst>
          </p:cNvPr>
          <p:cNvCxnSpPr>
            <a:cxnSpLocks/>
          </p:cNvCxnSpPr>
          <p:nvPr userDrawn="1"/>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D0185C3-29D3-2059-2E6D-0B07CE0B2014}"/>
              </a:ext>
            </a:extLst>
          </p:cNvPr>
          <p:cNvCxnSpPr>
            <a:cxnSpLocks/>
          </p:cNvCxnSpPr>
          <p:nvPr userDrawn="1"/>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2989C6A-A88E-2EA6-98F8-304FF070BB0A}"/>
              </a:ext>
            </a:extLst>
          </p:cNvPr>
          <p:cNvCxnSpPr>
            <a:cxnSpLocks/>
          </p:cNvCxnSpPr>
          <p:nvPr userDrawn="1"/>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8DADFD3E-B19C-9A2C-EFF6-34CAA61FD4DB}"/>
              </a:ext>
            </a:extLst>
          </p:cNvPr>
          <p:cNvCxnSpPr>
            <a:cxnSpLocks/>
          </p:cNvCxnSpPr>
          <p:nvPr userDrawn="1"/>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B0CCE77A-6046-630C-03DF-2CA4427EDCEA}"/>
              </a:ext>
            </a:extLst>
          </p:cNvPr>
          <p:cNvCxnSpPr>
            <a:cxnSpLocks/>
          </p:cNvCxnSpPr>
          <p:nvPr userDrawn="1"/>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2370172"/>
      </p:ext>
    </p:extLst>
  </p:cSld>
  <p:clrMapOvr>
    <a:masterClrMapping/>
  </p:clrMapOvr>
  <p:transition>
    <p:fade/>
  </p:transition>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1_Title Only">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7" name="Text Placeholder 6">
            <a:extLst>
              <a:ext uri="{FF2B5EF4-FFF2-40B4-BE49-F238E27FC236}">
                <a16:creationId xmlns:a16="http://schemas.microsoft.com/office/drawing/2014/main" id="{3501B1E1-4A0C-4426-8AC4-8B354CF116CE}"/>
              </a:ext>
            </a:extLst>
          </p:cNvPr>
          <p:cNvSpPr>
            <a:spLocks noGrp="1"/>
          </p:cNvSpPr>
          <p:nvPr>
            <p:ph type="body" sz="quarter" idx="10" hasCustomPrompt="1"/>
          </p:nvPr>
        </p:nvSpPr>
        <p:spPr>
          <a:xfrm>
            <a:off x="0" y="6294769"/>
            <a:ext cx="12192000" cy="563231"/>
          </a:xfrm>
          <a:solidFill>
            <a:srgbClr val="FFFF99"/>
          </a:solidFill>
        </p:spPr>
        <p:txBody>
          <a:bodyPr lIns="91440" tIns="91440" rIns="91440" bIns="91440">
            <a:noAutofit/>
          </a:bodyPr>
          <a:lstStyle>
            <a:lvl1pPr marL="0" indent="0" algn="r">
              <a:buNone/>
              <a:defRPr sz="2400"/>
            </a:lvl1pPr>
          </a:lstStyle>
          <a:p>
            <a:pPr lvl="0"/>
            <a:r>
              <a:rPr lang="en-US"/>
              <a:t>Next</a:t>
            </a:r>
          </a:p>
        </p:txBody>
      </p:sp>
    </p:spTree>
    <p:extLst>
      <p:ext uri="{BB962C8B-B14F-4D97-AF65-F5344CB8AC3E}">
        <p14:creationId xmlns:p14="http://schemas.microsoft.com/office/powerpoint/2010/main" val="4278225201"/>
      </p:ext>
    </p:extLst>
  </p:cSld>
  <p:clrMapOvr>
    <a:masterClrMapping/>
  </p:clrMapOvr>
  <p:transition>
    <p:fade/>
  </p:transition>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hankYou">
    <p:bg>
      <p:bgPr>
        <a:solidFill>
          <a:schemeClr val="accent2"/>
        </a:solidFill>
        <a:effectLst/>
      </p:bgPr>
    </p:bg>
    <p:spTree>
      <p:nvGrpSpPr>
        <p:cNvPr id="1" name=""/>
        <p:cNvGrpSpPr/>
        <p:nvPr/>
      </p:nvGrpSpPr>
      <p:grpSpPr>
        <a:xfrm>
          <a:off x="0" y="0"/>
          <a:ext cx="0" cy="0"/>
          <a:chOff x="0" y="0"/>
          <a:chExt cx="0" cy="0"/>
        </a:xfrm>
      </p:grpSpPr>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p:nvPicPr>
        <p:blipFill>
          <a:blip r:embed="rId2"/>
          <a:stretch>
            <a:fillRect/>
          </a:stretch>
        </p:blipFill>
        <p:spPr bwMode="black">
          <a:xfrm>
            <a:off x="584200" y="585788"/>
            <a:ext cx="1366245" cy="292608"/>
          </a:xfrm>
          <a:prstGeom prst="rect">
            <a:avLst/>
          </a:prstGeom>
        </p:spPr>
      </p:pic>
      <p:sp>
        <p:nvSpPr>
          <p:cNvPr id="5" name="Title 1">
            <a:extLst>
              <a:ext uri="{FF2B5EF4-FFF2-40B4-BE49-F238E27FC236}">
                <a16:creationId xmlns:a16="http://schemas.microsoft.com/office/drawing/2014/main" id="{FA05CAAB-C386-EF47-9672-99832E904412}"/>
              </a:ext>
            </a:extLst>
          </p:cNvPr>
          <p:cNvSpPr>
            <a:spLocks noGrp="1"/>
          </p:cNvSpPr>
          <p:nvPr>
            <p:ph type="title" hasCustomPrompt="1"/>
          </p:nvPr>
        </p:nvSpPr>
        <p:spPr>
          <a:xfrm>
            <a:off x="584200" y="4075330"/>
            <a:ext cx="7298437" cy="1015663"/>
          </a:xfrm>
        </p:spPr>
        <p:txBody>
          <a:bodyPr wrap="square" anchor="b" anchorCtr="0">
            <a:spAutoFit/>
          </a:bodyPr>
          <a:lstStyle>
            <a:lvl1pPr>
              <a:defRPr sz="6600" b="1" i="0" spc="0">
                <a:solidFill>
                  <a:schemeClr val="tx1"/>
                </a:solidFill>
                <a:latin typeface="Segoe UI Semibold" panose="020B0502040204020203" pitchFamily="34" charset="0"/>
                <a:cs typeface="Segoe UI Semibold" panose="020B0502040204020203" pitchFamily="34" charset="0"/>
              </a:defRPr>
            </a:lvl1pPr>
          </a:lstStyle>
          <a:p>
            <a:r>
              <a:rPr lang="en-US"/>
              <a:t>Thank you.</a:t>
            </a:r>
          </a:p>
        </p:txBody>
      </p:sp>
      <p:cxnSp>
        <p:nvCxnSpPr>
          <p:cNvPr id="6" name="Straight Connector 5">
            <a:extLst>
              <a:ext uri="{FF2B5EF4-FFF2-40B4-BE49-F238E27FC236}">
                <a16:creationId xmlns:a16="http://schemas.microsoft.com/office/drawing/2014/main" id="{88EA4229-0086-E64D-A616-33062EF62B34}"/>
              </a:ext>
            </a:extLst>
          </p:cNvPr>
          <p:cNvCxnSpPr>
            <a:cxnSpLocks/>
          </p:cNvCxnSpPr>
          <p:nvPr/>
        </p:nvCxnSpPr>
        <p:spPr>
          <a:xfrm>
            <a:off x="584200" y="6007781"/>
            <a:ext cx="11025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9" name="Footer Placeholder 4">
            <a:extLst>
              <a:ext uri="{FF2B5EF4-FFF2-40B4-BE49-F238E27FC236}">
                <a16:creationId xmlns:a16="http://schemas.microsoft.com/office/drawing/2014/main" id="{F990A1EA-0184-4AE1-8858-D03AFEEF9B8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10" name="Slide Number Placeholder 5">
            <a:extLst>
              <a:ext uri="{FF2B5EF4-FFF2-40B4-BE49-F238E27FC236}">
                <a16:creationId xmlns:a16="http://schemas.microsoft.com/office/drawing/2014/main" id="{162410B6-6E3D-4CB2-A003-281A600A92F3}"/>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pic>
        <p:nvPicPr>
          <p:cNvPr id="2" name="MS logo white - EMF" descr="Microsoft logo white text version">
            <a:extLst>
              <a:ext uri="{FF2B5EF4-FFF2-40B4-BE49-F238E27FC236}">
                <a16:creationId xmlns:a16="http://schemas.microsoft.com/office/drawing/2014/main" id="{72028822-A305-2632-7308-349518C64BF7}"/>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cxnSp>
        <p:nvCxnSpPr>
          <p:cNvPr id="3" name="Straight Connector 2">
            <a:extLst>
              <a:ext uri="{FF2B5EF4-FFF2-40B4-BE49-F238E27FC236}">
                <a16:creationId xmlns:a16="http://schemas.microsoft.com/office/drawing/2014/main" id="{1B0072A0-F3A5-3ACF-F6E3-98DC215F173A}"/>
              </a:ext>
            </a:extLst>
          </p:cNvPr>
          <p:cNvCxnSpPr>
            <a:cxnSpLocks/>
          </p:cNvCxnSpPr>
          <p:nvPr userDrawn="1"/>
        </p:nvCxnSpPr>
        <p:spPr>
          <a:xfrm>
            <a:off x="584200" y="6007781"/>
            <a:ext cx="11025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437645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C35EA4"/>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9.xml"/><Relationship Id="rId13" Type="http://schemas.openxmlformats.org/officeDocument/2006/relationships/slideLayout" Target="../slideLayouts/slideLayout44.xml"/><Relationship Id="rId18" Type="http://schemas.openxmlformats.org/officeDocument/2006/relationships/slideLayout" Target="../slideLayouts/slideLayout49.xml"/><Relationship Id="rId26" Type="http://schemas.openxmlformats.org/officeDocument/2006/relationships/slideLayout" Target="../slideLayouts/slideLayout57.xml"/><Relationship Id="rId3" Type="http://schemas.openxmlformats.org/officeDocument/2006/relationships/slideLayout" Target="../slideLayouts/slideLayout34.xml"/><Relationship Id="rId21" Type="http://schemas.openxmlformats.org/officeDocument/2006/relationships/slideLayout" Target="../slideLayouts/slideLayout52.xml"/><Relationship Id="rId7" Type="http://schemas.openxmlformats.org/officeDocument/2006/relationships/slideLayout" Target="../slideLayouts/slideLayout38.xml"/><Relationship Id="rId12" Type="http://schemas.openxmlformats.org/officeDocument/2006/relationships/slideLayout" Target="../slideLayouts/slideLayout43.xml"/><Relationship Id="rId17" Type="http://schemas.openxmlformats.org/officeDocument/2006/relationships/slideLayout" Target="../slideLayouts/slideLayout48.xml"/><Relationship Id="rId25" Type="http://schemas.openxmlformats.org/officeDocument/2006/relationships/slideLayout" Target="../slideLayouts/slideLayout56.xml"/><Relationship Id="rId2" Type="http://schemas.openxmlformats.org/officeDocument/2006/relationships/slideLayout" Target="../slideLayouts/slideLayout33.xml"/><Relationship Id="rId16" Type="http://schemas.openxmlformats.org/officeDocument/2006/relationships/slideLayout" Target="../slideLayouts/slideLayout47.xml"/><Relationship Id="rId20" Type="http://schemas.openxmlformats.org/officeDocument/2006/relationships/slideLayout" Target="../slideLayouts/slideLayout51.xml"/><Relationship Id="rId29" Type="http://schemas.openxmlformats.org/officeDocument/2006/relationships/slideLayout" Target="../slideLayouts/slideLayout60.xml"/><Relationship Id="rId1" Type="http://schemas.openxmlformats.org/officeDocument/2006/relationships/slideLayout" Target="../slideLayouts/slideLayout32.xml"/><Relationship Id="rId6" Type="http://schemas.openxmlformats.org/officeDocument/2006/relationships/slideLayout" Target="../slideLayouts/slideLayout37.xml"/><Relationship Id="rId11" Type="http://schemas.openxmlformats.org/officeDocument/2006/relationships/slideLayout" Target="../slideLayouts/slideLayout42.xml"/><Relationship Id="rId24" Type="http://schemas.openxmlformats.org/officeDocument/2006/relationships/slideLayout" Target="../slideLayouts/slideLayout55.xml"/><Relationship Id="rId5" Type="http://schemas.openxmlformats.org/officeDocument/2006/relationships/slideLayout" Target="../slideLayouts/slideLayout36.xml"/><Relationship Id="rId15" Type="http://schemas.openxmlformats.org/officeDocument/2006/relationships/slideLayout" Target="../slideLayouts/slideLayout46.xml"/><Relationship Id="rId23" Type="http://schemas.openxmlformats.org/officeDocument/2006/relationships/slideLayout" Target="../slideLayouts/slideLayout54.xml"/><Relationship Id="rId28" Type="http://schemas.openxmlformats.org/officeDocument/2006/relationships/slideLayout" Target="../slideLayouts/slideLayout59.xml"/><Relationship Id="rId10" Type="http://schemas.openxmlformats.org/officeDocument/2006/relationships/slideLayout" Target="../slideLayouts/slideLayout41.xml"/><Relationship Id="rId19" Type="http://schemas.openxmlformats.org/officeDocument/2006/relationships/slideLayout" Target="../slideLayouts/slideLayout50.xml"/><Relationship Id="rId31" Type="http://schemas.openxmlformats.org/officeDocument/2006/relationships/theme" Target="../theme/theme2.xml"/><Relationship Id="rId4" Type="http://schemas.openxmlformats.org/officeDocument/2006/relationships/slideLayout" Target="../slideLayouts/slideLayout35.xml"/><Relationship Id="rId9" Type="http://schemas.openxmlformats.org/officeDocument/2006/relationships/slideLayout" Target="../slideLayouts/slideLayout40.xml"/><Relationship Id="rId14" Type="http://schemas.openxmlformats.org/officeDocument/2006/relationships/slideLayout" Target="../slideLayouts/slideLayout45.xml"/><Relationship Id="rId22" Type="http://schemas.openxmlformats.org/officeDocument/2006/relationships/slideLayout" Target="../slideLayouts/slideLayout53.xml"/><Relationship Id="rId27" Type="http://schemas.openxmlformats.org/officeDocument/2006/relationships/slideLayout" Target="../slideLayouts/slideLayout58.xml"/><Relationship Id="rId30" Type="http://schemas.openxmlformats.org/officeDocument/2006/relationships/slideLayout" Target="../slideLayouts/slideLayout6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69.xml"/><Relationship Id="rId13" Type="http://schemas.openxmlformats.org/officeDocument/2006/relationships/slideLayout" Target="../slideLayouts/slideLayout74.xml"/><Relationship Id="rId18" Type="http://schemas.openxmlformats.org/officeDocument/2006/relationships/slideLayout" Target="../slideLayouts/slideLayout79.xml"/><Relationship Id="rId26" Type="http://schemas.openxmlformats.org/officeDocument/2006/relationships/slideLayout" Target="../slideLayouts/slideLayout87.xml"/><Relationship Id="rId3" Type="http://schemas.openxmlformats.org/officeDocument/2006/relationships/slideLayout" Target="../slideLayouts/slideLayout64.xml"/><Relationship Id="rId21" Type="http://schemas.openxmlformats.org/officeDocument/2006/relationships/slideLayout" Target="../slideLayouts/slideLayout82.xml"/><Relationship Id="rId7" Type="http://schemas.openxmlformats.org/officeDocument/2006/relationships/slideLayout" Target="../slideLayouts/slideLayout68.xml"/><Relationship Id="rId12" Type="http://schemas.openxmlformats.org/officeDocument/2006/relationships/slideLayout" Target="../slideLayouts/slideLayout73.xml"/><Relationship Id="rId17" Type="http://schemas.openxmlformats.org/officeDocument/2006/relationships/slideLayout" Target="../slideLayouts/slideLayout78.xml"/><Relationship Id="rId25" Type="http://schemas.openxmlformats.org/officeDocument/2006/relationships/slideLayout" Target="../slideLayouts/slideLayout86.xml"/><Relationship Id="rId2" Type="http://schemas.openxmlformats.org/officeDocument/2006/relationships/slideLayout" Target="../slideLayouts/slideLayout63.xml"/><Relationship Id="rId16" Type="http://schemas.openxmlformats.org/officeDocument/2006/relationships/slideLayout" Target="../slideLayouts/slideLayout77.xml"/><Relationship Id="rId20" Type="http://schemas.openxmlformats.org/officeDocument/2006/relationships/slideLayout" Target="../slideLayouts/slideLayout81.xml"/><Relationship Id="rId29" Type="http://schemas.openxmlformats.org/officeDocument/2006/relationships/slideLayout" Target="../slideLayouts/slideLayout90.xml"/><Relationship Id="rId1" Type="http://schemas.openxmlformats.org/officeDocument/2006/relationships/slideLayout" Target="../slideLayouts/slideLayout62.xml"/><Relationship Id="rId6" Type="http://schemas.openxmlformats.org/officeDocument/2006/relationships/slideLayout" Target="../slideLayouts/slideLayout67.xml"/><Relationship Id="rId11" Type="http://schemas.openxmlformats.org/officeDocument/2006/relationships/slideLayout" Target="../slideLayouts/slideLayout72.xml"/><Relationship Id="rId24" Type="http://schemas.openxmlformats.org/officeDocument/2006/relationships/slideLayout" Target="../slideLayouts/slideLayout85.xml"/><Relationship Id="rId5" Type="http://schemas.openxmlformats.org/officeDocument/2006/relationships/slideLayout" Target="../slideLayouts/slideLayout66.xml"/><Relationship Id="rId15" Type="http://schemas.openxmlformats.org/officeDocument/2006/relationships/slideLayout" Target="../slideLayouts/slideLayout76.xml"/><Relationship Id="rId23" Type="http://schemas.openxmlformats.org/officeDocument/2006/relationships/slideLayout" Target="../slideLayouts/slideLayout84.xml"/><Relationship Id="rId28" Type="http://schemas.openxmlformats.org/officeDocument/2006/relationships/slideLayout" Target="../slideLayouts/slideLayout89.xml"/><Relationship Id="rId10" Type="http://schemas.openxmlformats.org/officeDocument/2006/relationships/slideLayout" Target="../slideLayouts/slideLayout71.xml"/><Relationship Id="rId19" Type="http://schemas.openxmlformats.org/officeDocument/2006/relationships/slideLayout" Target="../slideLayouts/slideLayout80.xml"/><Relationship Id="rId31" Type="http://schemas.openxmlformats.org/officeDocument/2006/relationships/theme" Target="../theme/theme3.xml"/><Relationship Id="rId4" Type="http://schemas.openxmlformats.org/officeDocument/2006/relationships/slideLayout" Target="../slideLayouts/slideLayout65.xml"/><Relationship Id="rId9" Type="http://schemas.openxmlformats.org/officeDocument/2006/relationships/slideLayout" Target="../slideLayouts/slideLayout70.xml"/><Relationship Id="rId14" Type="http://schemas.openxmlformats.org/officeDocument/2006/relationships/slideLayout" Target="../slideLayouts/slideLayout75.xml"/><Relationship Id="rId22" Type="http://schemas.openxmlformats.org/officeDocument/2006/relationships/slideLayout" Target="../slideLayouts/slideLayout83.xml"/><Relationship Id="rId27" Type="http://schemas.openxmlformats.org/officeDocument/2006/relationships/slideLayout" Target="../slideLayouts/slideLayout88.xml"/><Relationship Id="rId30" Type="http://schemas.openxmlformats.org/officeDocument/2006/relationships/slideLayout" Target="../slideLayouts/slideLayout9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507432"/>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5" name="Footer Placeholder 4">
            <a:extLst>
              <a:ext uri="{FF2B5EF4-FFF2-40B4-BE49-F238E27FC236}">
                <a16:creationId xmlns:a16="http://schemas.microsoft.com/office/drawing/2014/main" id="{771C3853-B766-4422-BD2B-65A999523B3C}"/>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6" name="Slide Number Placeholder 5">
            <a:extLst>
              <a:ext uri="{FF2B5EF4-FFF2-40B4-BE49-F238E27FC236}">
                <a16:creationId xmlns:a16="http://schemas.microsoft.com/office/drawing/2014/main" id="{6AB66A86-D476-4B82-BD63-F20B61D610B4}"/>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4135085315"/>
      </p:ext>
    </p:extLst>
  </p:cSld>
  <p:clrMap bg1="lt1" tx1="dk1" bg2="lt2" tx2="dk2" accent1="accent1" accent2="accent2" accent3="accent3" accent4="accent4" accent5="accent5" accent6="accent6" hlink="hlink" folHlink="folHlink"/>
  <p:sldLayoutIdLst>
    <p:sldLayoutId id="2147484069" r:id="rId1"/>
    <p:sldLayoutId id="2147484070" r:id="rId2"/>
    <p:sldLayoutId id="2147484071" r:id="rId3"/>
    <p:sldLayoutId id="2147484072" r:id="rId4"/>
    <p:sldLayoutId id="2147484073" r:id="rId5"/>
    <p:sldLayoutId id="2147484074" r:id="rId6"/>
    <p:sldLayoutId id="2147484075" r:id="rId7"/>
    <p:sldLayoutId id="2147484076" r:id="rId8"/>
    <p:sldLayoutId id="2147484077" r:id="rId9"/>
    <p:sldLayoutId id="2147484078" r:id="rId10"/>
    <p:sldLayoutId id="2147484079" r:id="rId11"/>
    <p:sldLayoutId id="2147484080" r:id="rId12"/>
    <p:sldLayoutId id="2147484081" r:id="rId13"/>
    <p:sldLayoutId id="2147484082" r:id="rId14"/>
    <p:sldLayoutId id="2147484083" r:id="rId15"/>
    <p:sldLayoutId id="2147484084" r:id="rId16"/>
    <p:sldLayoutId id="2147484085" r:id="rId17"/>
    <p:sldLayoutId id="2147484086" r:id="rId18"/>
    <p:sldLayoutId id="2147484087" r:id="rId19"/>
    <p:sldLayoutId id="2147484088" r:id="rId20"/>
    <p:sldLayoutId id="2147484089" r:id="rId21"/>
    <p:sldLayoutId id="2147484090" r:id="rId22"/>
    <p:sldLayoutId id="2147484091" r:id="rId23"/>
    <p:sldLayoutId id="2147484092" r:id="rId24"/>
    <p:sldLayoutId id="2147484093" r:id="rId25"/>
    <p:sldLayoutId id="2147484094" r:id="rId26"/>
    <p:sldLayoutId id="2147484095" r:id="rId27"/>
    <p:sldLayoutId id="2147484096" r:id="rId28"/>
    <p:sldLayoutId id="2147484097" r:id="rId29"/>
    <p:sldLayoutId id="2147484098" r:id="rId30"/>
    <p:sldLayoutId id="2147484099" r:id="rId31"/>
  </p:sldLayoutIdLst>
  <p:transition>
    <p:fade/>
  </p:transition>
  <p:hf hdr="0" dt="0"/>
  <p:txStyles>
    <p:title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pos="1464">
          <p15:clr>
            <a:srgbClr val="F26B43"/>
          </p15:clr>
        </p15:guide>
        <p15:guide id="32" pos="1536">
          <p15:clr>
            <a:srgbClr val="F26B43"/>
          </p15:clr>
        </p15:guide>
        <p15:guide id="33" pos="2640">
          <p15:clr>
            <a:srgbClr val="F26B43"/>
          </p15:clr>
        </p15:guide>
        <p15:guide id="34" pos="2712">
          <p15:clr>
            <a:srgbClr val="F26B43"/>
          </p15:clr>
        </p15:guide>
        <p15:guide id="35" pos="3792">
          <p15:clr>
            <a:srgbClr val="F26B43"/>
          </p15:clr>
        </p15:guide>
        <p15:guide id="36" pos="4968">
          <p15:clr>
            <a:srgbClr val="F26B43"/>
          </p15:clr>
        </p15:guide>
        <p15:guide id="37" pos="3864">
          <p15:clr>
            <a:srgbClr val="F26B43"/>
          </p15:clr>
        </p15:guide>
        <p15:guide id="38" pos="5040">
          <p15:clr>
            <a:srgbClr val="F26B43"/>
          </p15:clr>
        </p15:guide>
        <p15:guide id="39" pos="6144">
          <p15:clr>
            <a:srgbClr val="F26B43"/>
          </p15:clr>
        </p15:guide>
        <p15:guide id="40" pos="6216">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507432"/>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5" name="Footer Placeholder 4">
            <a:extLst>
              <a:ext uri="{FF2B5EF4-FFF2-40B4-BE49-F238E27FC236}">
                <a16:creationId xmlns:a16="http://schemas.microsoft.com/office/drawing/2014/main" id="{771C3853-B766-4422-BD2B-65A999523B3C}"/>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6" name="Slide Number Placeholder 5">
            <a:extLst>
              <a:ext uri="{FF2B5EF4-FFF2-40B4-BE49-F238E27FC236}">
                <a16:creationId xmlns:a16="http://schemas.microsoft.com/office/drawing/2014/main" id="{6AB66A86-D476-4B82-BD63-F20B61D610B4}"/>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Title Placeholder 1">
            <a:extLst>
              <a:ext uri="{FF2B5EF4-FFF2-40B4-BE49-F238E27FC236}">
                <a16:creationId xmlns:a16="http://schemas.microsoft.com/office/drawing/2014/main" id="{DA58ED04-A41D-F6D6-EF43-9324CB14A94A}"/>
              </a:ext>
            </a:extLst>
          </p:cNvPr>
          <p:cNvSpPr>
            <a:spLocks noGrp="1"/>
          </p:cNvSpPr>
          <p:nvPr>
            <p:ph type="title"/>
          </p:nvPr>
        </p:nvSpPr>
        <p:spPr>
          <a:xfrm>
            <a:off x="588263" y="507432"/>
            <a:ext cx="11018520" cy="553998"/>
          </a:xfrm>
          <a:prstGeom prst="rect">
            <a:avLst/>
          </a:prstGeom>
        </p:spPr>
        <p:txBody>
          <a:bodyPr vert="horz" wrap="square" lIns="0" tIns="0" rIns="0" bIns="0" rtlCol="0" anchor="t">
            <a:spAutoFit/>
          </a:bodyPr>
          <a:lstStyle/>
          <a:p>
            <a:r>
              <a:rPr lang="en-US"/>
              <a:t>Click to edit Master title style</a:t>
            </a:r>
          </a:p>
        </p:txBody>
      </p:sp>
      <p:sp>
        <p:nvSpPr>
          <p:cNvPr id="34" name="Text Placeholder 3">
            <a:extLst>
              <a:ext uri="{FF2B5EF4-FFF2-40B4-BE49-F238E27FC236}">
                <a16:creationId xmlns:a16="http://schemas.microsoft.com/office/drawing/2014/main" id="{B9F0F4AE-E8FD-934C-8C14-9D675AD712A9}"/>
              </a:ext>
            </a:extLst>
          </p:cNvPr>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6" name="GRID" hidden="1">
            <a:extLst>
              <a:ext uri="{FF2B5EF4-FFF2-40B4-BE49-F238E27FC236}">
                <a16:creationId xmlns:a16="http://schemas.microsoft.com/office/drawing/2014/main" id="{D5D73230-EDAD-D53F-59F8-FD0D14164C09}"/>
              </a:ext>
            </a:extLst>
          </p:cNvPr>
          <p:cNvGrpSpPr/>
          <p:nvPr userDrawn="1"/>
        </p:nvGrpSpPr>
        <p:grpSpPr>
          <a:xfrm>
            <a:off x="0" y="0"/>
            <a:ext cx="12192000" cy="6858000"/>
            <a:chOff x="0" y="0"/>
            <a:chExt cx="12192000" cy="6858000"/>
          </a:xfrm>
        </p:grpSpPr>
        <p:cxnSp>
          <p:nvCxnSpPr>
            <p:cNvPr id="37" name="Straight Connector 36">
              <a:extLst>
                <a:ext uri="{FF2B5EF4-FFF2-40B4-BE49-F238E27FC236}">
                  <a16:creationId xmlns:a16="http://schemas.microsoft.com/office/drawing/2014/main" id="{96B0BD6C-F32A-52BD-3FEB-3D9A6DC243F8}"/>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67ACE2E7-E61E-40FD-BB53-1851CB0652B8}"/>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C9E18E8B-CE9D-8949-70F4-3028D1AD94C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CA01B6A-4AC0-6A5D-B5C8-71BE559BA865}"/>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FCD63A13-4951-FE84-6E44-EF6FA6582032}"/>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53270D57-D41C-0DBB-594A-ECB1884B21B4}"/>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DFE9844D-4E86-846C-BE01-4AD94A28C744}"/>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1D841936-9B7E-8170-72DB-89EFAE19D3A8}"/>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C908B5CC-8DF8-7489-A2EA-72656395B4CD}"/>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7896F75B-DA59-7463-0E62-201407450C49}"/>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CA34CF89-46BA-99A0-38D1-2B52748F9C7E}"/>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CCFB786B-A62E-2AC8-8353-F38BDF9BB013}"/>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49CFFADD-4B16-36EE-B634-DA4F349BF50E}"/>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69C125E2-ECF6-B730-B2AA-28C8B8DA1B78}"/>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F438841B-EA6F-21C8-569C-BB809B5A4006}"/>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9DD06D3F-1B28-31B4-0387-B2B473497750}"/>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2CFF8194-2DA3-CC7B-E9C3-9FFDFDA8B0D4}"/>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BFA55516-A0C6-1889-6A8B-73858BEBDE99}"/>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D8F3940E-516F-A553-DB1C-5710578772DF}"/>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D4F7F2FA-6044-B440-78F1-3220A0EC4FCC}"/>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6FF80011-5C92-7CD9-952E-AE8DE09E1C3D}"/>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47A75AB4-C3DC-E3AC-AE35-B6B21E7BDF76}"/>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58EDF65A-E73F-B9F4-450E-CE4734F6FB02}"/>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86C3C96E-F77B-3315-D7FF-DA9B09EAF9EF}"/>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7575FA65-25DE-8B58-C85B-F6180B657E78}"/>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F176B1C9-F817-88AA-131D-226CDE75396B}"/>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095C5B56-09DE-80F4-9063-361FE984969D}"/>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3EA8D092-A68E-966D-05AB-5C5F711644B1}"/>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17B50F7C-54D2-8CF5-C2CC-2C0CFF958754}"/>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463FCD2F-60E6-A3A7-B15B-137B18185BA6}"/>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DC449D22-C2C2-04AF-D96C-01D22008D307}"/>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CA0F9A2E-6243-A242-A849-63A73FA2CC7F}"/>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5DE0FABE-742C-D8C3-6991-6E9B0E1D7F53}"/>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E62C2A98-6AE3-1156-1450-8988EB9EE615}"/>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80" name=".64 square" hidden="1">
            <a:extLst>
              <a:ext uri="{FF2B5EF4-FFF2-40B4-BE49-F238E27FC236}">
                <a16:creationId xmlns:a16="http://schemas.microsoft.com/office/drawing/2014/main" id="{6382D235-4B2E-67AE-3912-5E0EB4DFE993}"/>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81" name=".32 square" hidden="1">
            <a:extLst>
              <a:ext uri="{FF2B5EF4-FFF2-40B4-BE49-F238E27FC236}">
                <a16:creationId xmlns:a16="http://schemas.microsoft.com/office/drawing/2014/main" id="{1991EC17-57D3-7338-9697-9B8D4DAAC163}"/>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3961732303"/>
      </p:ext>
    </p:extLst>
  </p:cSld>
  <p:clrMap bg1="lt1" tx1="dk1" bg2="lt2" tx2="dk2" accent1="accent1" accent2="accent2" accent3="accent3" accent4="accent4" accent5="accent5" accent6="accent6" hlink="hlink" folHlink="folHlink"/>
  <p:sldLayoutIdLst>
    <p:sldLayoutId id="2147484101" r:id="rId1"/>
    <p:sldLayoutId id="2147484102" r:id="rId2"/>
    <p:sldLayoutId id="2147484103" r:id="rId3"/>
    <p:sldLayoutId id="2147484104" r:id="rId4"/>
    <p:sldLayoutId id="2147484105" r:id="rId5"/>
    <p:sldLayoutId id="2147484106" r:id="rId6"/>
    <p:sldLayoutId id="2147484107" r:id="rId7"/>
    <p:sldLayoutId id="2147484108" r:id="rId8"/>
    <p:sldLayoutId id="2147484109" r:id="rId9"/>
    <p:sldLayoutId id="2147484110" r:id="rId10"/>
    <p:sldLayoutId id="2147484111" r:id="rId11"/>
    <p:sldLayoutId id="2147484112" r:id="rId12"/>
    <p:sldLayoutId id="2147484113" r:id="rId13"/>
    <p:sldLayoutId id="2147484114" r:id="rId14"/>
    <p:sldLayoutId id="2147484115" r:id="rId15"/>
    <p:sldLayoutId id="2147484116" r:id="rId16"/>
    <p:sldLayoutId id="2147484117" r:id="rId17"/>
    <p:sldLayoutId id="2147484118" r:id="rId18"/>
    <p:sldLayoutId id="2147484119" r:id="rId19"/>
    <p:sldLayoutId id="2147484120" r:id="rId20"/>
    <p:sldLayoutId id="2147484121" r:id="rId21"/>
    <p:sldLayoutId id="2147484122" r:id="rId22"/>
    <p:sldLayoutId id="2147484123" r:id="rId23"/>
    <p:sldLayoutId id="2147484124" r:id="rId24"/>
    <p:sldLayoutId id="2147484125" r:id="rId25"/>
    <p:sldLayoutId id="2147484126" r:id="rId26"/>
    <p:sldLayoutId id="2147484127" r:id="rId27"/>
    <p:sldLayoutId id="2147484128" r:id="rId28"/>
    <p:sldLayoutId id="2147484129" r:id="rId29"/>
    <p:sldLayoutId id="2147484130" r:id="rId30"/>
  </p:sldLayoutIdLst>
  <p:transition>
    <p:fade/>
  </p:transition>
  <p:hf hdr="0" dt="0"/>
  <p:txStyles>
    <p:title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pos="1464">
          <p15:clr>
            <a:srgbClr val="F26B43"/>
          </p15:clr>
        </p15:guide>
        <p15:guide id="32" pos="1536">
          <p15:clr>
            <a:srgbClr val="F26B43"/>
          </p15:clr>
        </p15:guide>
        <p15:guide id="33" pos="2640">
          <p15:clr>
            <a:srgbClr val="F26B43"/>
          </p15:clr>
        </p15:guide>
        <p15:guide id="34" pos="2712">
          <p15:clr>
            <a:srgbClr val="F26B43"/>
          </p15:clr>
        </p15:guide>
        <p15:guide id="35" pos="3792">
          <p15:clr>
            <a:srgbClr val="F26B43"/>
          </p15:clr>
        </p15:guide>
        <p15:guide id="36" pos="4968">
          <p15:clr>
            <a:srgbClr val="F26B43"/>
          </p15:clr>
        </p15:guide>
        <p15:guide id="37" pos="3864">
          <p15:clr>
            <a:srgbClr val="F26B43"/>
          </p15:clr>
        </p15:guide>
        <p15:guide id="38" pos="5040">
          <p15:clr>
            <a:srgbClr val="F26B43"/>
          </p15:clr>
        </p15:guide>
        <p15:guide id="39" pos="6144">
          <p15:clr>
            <a:srgbClr val="F26B43"/>
          </p15:clr>
        </p15:guide>
        <p15:guide id="40" pos="6216">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507432"/>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5" name="Footer Placeholder 4">
            <a:extLst>
              <a:ext uri="{FF2B5EF4-FFF2-40B4-BE49-F238E27FC236}">
                <a16:creationId xmlns:a16="http://schemas.microsoft.com/office/drawing/2014/main" id="{771C3853-B766-4422-BD2B-65A999523B3C}"/>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6" name="Slide Number Placeholder 5">
            <a:extLst>
              <a:ext uri="{FF2B5EF4-FFF2-40B4-BE49-F238E27FC236}">
                <a16:creationId xmlns:a16="http://schemas.microsoft.com/office/drawing/2014/main" id="{6AB66A86-D476-4B82-BD63-F20B61D610B4}"/>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grpSp>
        <p:nvGrpSpPr>
          <p:cNvPr id="8" name="GRID" hidden="1">
            <a:extLst>
              <a:ext uri="{FF2B5EF4-FFF2-40B4-BE49-F238E27FC236}">
                <a16:creationId xmlns:a16="http://schemas.microsoft.com/office/drawing/2014/main" id="{DC680CE1-0152-A9B3-81CD-D7469FA1F45A}"/>
              </a:ext>
            </a:extLst>
          </p:cNvPr>
          <p:cNvGrpSpPr/>
          <p:nvPr userDrawn="1"/>
        </p:nvGrpSpPr>
        <p:grpSpPr>
          <a:xfrm>
            <a:off x="0" y="0"/>
            <a:ext cx="12192000" cy="6858000"/>
            <a:chOff x="0" y="0"/>
            <a:chExt cx="12192000" cy="6858000"/>
          </a:xfrm>
        </p:grpSpPr>
        <p:cxnSp>
          <p:nvCxnSpPr>
            <p:cNvPr id="34" name="Straight Connector 33">
              <a:extLst>
                <a:ext uri="{FF2B5EF4-FFF2-40B4-BE49-F238E27FC236}">
                  <a16:creationId xmlns:a16="http://schemas.microsoft.com/office/drawing/2014/main" id="{EC200297-0A98-8AE6-0A6D-1E94168949AD}"/>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DB67385F-35A7-D130-3418-F10389C4DA2C}"/>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267D3EBB-08E2-F629-C15C-01FFE854237A}"/>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0B0575A-A62C-DD17-309D-939A56D19DE3}"/>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63683606-CB61-C6BA-6231-0DDAC12DAA3F}"/>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6D7F8F7-78EA-CF8E-936E-24D3BE64C25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AE92743C-307F-4DF1-E323-373054232889}"/>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4EB12845-B0B6-7190-8BB0-C44E534A0A28}"/>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8CAD91D-3198-B853-C80C-06A279FD8380}"/>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A891F7E7-7233-E9C2-DCAE-8BDAFD1EF1EC}"/>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EC4A88CB-CBE2-BB9D-F215-64570BA1A652}"/>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3F19CBE1-1EA4-F3E9-D97C-4AEF7FB670CF}"/>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92A85532-B597-C610-F029-1F7358412171}"/>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C4B174D4-016F-F483-58FA-EF7C0C19EA1E}"/>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F2B9D32E-5FAA-1D00-01D3-48532F725B73}"/>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0C5C16BC-B2B8-8FDB-F751-289A977C6DD3}"/>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79E8EC1A-46FD-FA1D-BD66-CAF96087431B}"/>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81D50D9E-9095-1E3C-A327-8DB08232695D}"/>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732E05B0-B89C-7A35-7B9F-87436CAAECDD}"/>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6168F935-7ACB-51CC-B910-483594E554A0}"/>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1D414F4F-471B-FF12-D8F0-2FCDF7D92C61}"/>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6BF9E40C-6C1C-4347-7221-7FADE472373D}"/>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7989C83A-C592-83A4-9EEC-A45519E2DD1C}"/>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74010B14-7365-C624-AD5D-7716A529DD51}"/>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90D09495-38C3-CD54-01F7-8CA84A2BADCC}"/>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7DDC5C14-1638-B786-B582-AA49DF1E2EF7}"/>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1BB542A2-9D2C-B85F-9EE0-D025871A1A79}"/>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D3151646-8A9D-A7F8-0D55-BAD73A5CEA67}"/>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E15D6A62-F74D-1AB4-0563-28AB9E4C41C0}"/>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F1D2D649-FE0F-B760-4ABC-1267AF89D67E}"/>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8E7004DF-B401-F6C7-29C3-72E415127EF1}"/>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15DE4F3B-28F2-9012-C048-527C3DDA0C22}"/>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571DC2F5-239C-94AE-5EA4-42459ABDE2CD}"/>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A923C781-4CFD-7715-1126-27F71BFFC7F6}"/>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78" name=".64 square" hidden="1">
            <a:extLst>
              <a:ext uri="{FF2B5EF4-FFF2-40B4-BE49-F238E27FC236}">
                <a16:creationId xmlns:a16="http://schemas.microsoft.com/office/drawing/2014/main" id="{403C4AD3-10A9-A760-C8F5-BC5E03CF0436}"/>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79" name=".32 square" hidden="1">
            <a:extLst>
              <a:ext uri="{FF2B5EF4-FFF2-40B4-BE49-F238E27FC236}">
                <a16:creationId xmlns:a16="http://schemas.microsoft.com/office/drawing/2014/main" id="{7FD4C3F5-136F-FDBD-9FA6-2F1C679D8021}"/>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1694084769"/>
      </p:ext>
    </p:extLst>
  </p:cSld>
  <p:clrMap bg1="lt1" tx1="dk1" bg2="lt2" tx2="dk2" accent1="accent1" accent2="accent2" accent3="accent3" accent4="accent4" accent5="accent5" accent6="accent6" hlink="hlink" folHlink="folHlink"/>
  <p:sldLayoutIdLst>
    <p:sldLayoutId id="2147484133" r:id="rId1"/>
    <p:sldLayoutId id="2147484134" r:id="rId2"/>
    <p:sldLayoutId id="2147484135" r:id="rId3"/>
    <p:sldLayoutId id="2147484136" r:id="rId4"/>
    <p:sldLayoutId id="2147484137" r:id="rId5"/>
    <p:sldLayoutId id="2147484138" r:id="rId6"/>
    <p:sldLayoutId id="2147484139" r:id="rId7"/>
    <p:sldLayoutId id="2147484140" r:id="rId8"/>
    <p:sldLayoutId id="2147484141" r:id="rId9"/>
    <p:sldLayoutId id="2147484142" r:id="rId10"/>
    <p:sldLayoutId id="2147484143" r:id="rId11"/>
    <p:sldLayoutId id="2147484144" r:id="rId12"/>
    <p:sldLayoutId id="2147484145" r:id="rId13"/>
    <p:sldLayoutId id="2147484146" r:id="rId14"/>
    <p:sldLayoutId id="2147484147" r:id="rId15"/>
    <p:sldLayoutId id="2147484148" r:id="rId16"/>
    <p:sldLayoutId id="2147484149" r:id="rId17"/>
    <p:sldLayoutId id="2147484150" r:id="rId18"/>
    <p:sldLayoutId id="2147484151" r:id="rId19"/>
    <p:sldLayoutId id="2147484152" r:id="rId20"/>
    <p:sldLayoutId id="2147484153" r:id="rId21"/>
    <p:sldLayoutId id="2147484154" r:id="rId22"/>
    <p:sldLayoutId id="2147484155" r:id="rId23"/>
    <p:sldLayoutId id="2147484156" r:id="rId24"/>
    <p:sldLayoutId id="2147484157" r:id="rId25"/>
    <p:sldLayoutId id="2147484158" r:id="rId26"/>
    <p:sldLayoutId id="2147484159" r:id="rId27"/>
    <p:sldLayoutId id="2147484160" r:id="rId28"/>
    <p:sldLayoutId id="2147484161" r:id="rId29"/>
    <p:sldLayoutId id="2147484162" r:id="rId30"/>
  </p:sldLayoutIdLst>
  <p:transition>
    <p:fade/>
  </p:transition>
  <p:hf hdr="0" dt="0"/>
  <p:txStyles>
    <p:title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pos="1464">
          <p15:clr>
            <a:srgbClr val="F26B43"/>
          </p15:clr>
        </p15:guide>
        <p15:guide id="32" pos="1536">
          <p15:clr>
            <a:srgbClr val="F26B43"/>
          </p15:clr>
        </p15:guide>
        <p15:guide id="33" pos="2640">
          <p15:clr>
            <a:srgbClr val="F26B43"/>
          </p15:clr>
        </p15:guide>
        <p15:guide id="34" pos="2712">
          <p15:clr>
            <a:srgbClr val="F26B43"/>
          </p15:clr>
        </p15:guide>
        <p15:guide id="35" pos="3792">
          <p15:clr>
            <a:srgbClr val="F26B43"/>
          </p15:clr>
        </p15:guide>
        <p15:guide id="36" pos="4968">
          <p15:clr>
            <a:srgbClr val="F26B43"/>
          </p15:clr>
        </p15:guide>
        <p15:guide id="37" pos="3864">
          <p15:clr>
            <a:srgbClr val="F26B43"/>
          </p15:clr>
        </p15:guide>
        <p15:guide id="38" pos="5040">
          <p15:clr>
            <a:srgbClr val="F26B43"/>
          </p15:clr>
        </p15:guide>
        <p15:guide id="39" pos="6144">
          <p15:clr>
            <a:srgbClr val="F26B43"/>
          </p15:clr>
        </p15:guide>
        <p15:guide id="40" pos="621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2.xml"/></Relationships>
</file>

<file path=ppt/slides/_rels/slide20.xml.rels><?xml version="1.0" encoding="UTF-8" standalone="yes"?>
<Relationships xmlns="http://schemas.openxmlformats.org/package/2006/relationships"><Relationship Id="rId8" Type="http://schemas.openxmlformats.org/officeDocument/2006/relationships/hyperlink" Target="https://aka.ms/agentops-accelerator" TargetMode="External"/><Relationship Id="rId3" Type="http://schemas.openxmlformats.org/officeDocument/2006/relationships/hyperlink" Target="https://learn.microsoft.com/azure/ai-foundry/agents/concepts/development-lifecycle" TargetMode="External"/><Relationship Id="rId7" Type="http://schemas.openxmlformats.org/officeDocument/2006/relationships/hyperlink" Target="https://github.com/azure/agentops" TargetMode="External"/><Relationship Id="rId2" Type="http://schemas.openxmlformats.org/officeDocument/2006/relationships/notesSlide" Target="../notesSlides/notesSlide20.xml"/><Relationship Id="rId1" Type="http://schemas.openxmlformats.org/officeDocument/2006/relationships/slideLayout" Target="../slideLayouts/slideLayout22.xml"/><Relationship Id="rId6" Type="http://schemas.openxmlformats.org/officeDocument/2006/relationships/hyperlink" Target="https://learn.microsoft.com/azure/foundry/how-to/evaluate-generative-ai-app" TargetMode="External"/><Relationship Id="rId5" Type="http://schemas.openxmlformats.org/officeDocument/2006/relationships/hyperlink" Target="https://learn.microsoft.com/azure/ai-foundry/concepts/evaluation-approach-gen-ai" TargetMode="External"/><Relationship Id="rId4" Type="http://schemas.openxmlformats.org/officeDocument/2006/relationships/hyperlink" Target="https://learn.microsoft.com/azure/foundry/agents/concepts/development-lifecycle"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3318975"/>
            <a:ext cx="9050130" cy="2031325"/>
          </a:xfrm>
        </p:spPr>
        <p:txBody>
          <a:bodyPr/>
          <a:lstStyle/>
          <a:p>
            <a:r>
              <a:rPr lang="en-US"/>
              <a:t>Module 3.4B - AgentOps: Ship</a:t>
            </a:r>
            <a:endParaRPr dirty="0"/>
          </a:p>
        </p:txBody>
      </p:sp>
      <p:sp>
        <p:nvSpPr>
          <p:cNvPr id="3" name="Text Placeholder 2"/>
          <p:cNvSpPr>
            <a:spLocks noGrp="1"/>
          </p:cNvSpPr>
          <p:nvPr>
            <p:ph type="body" sz="quarter" idx="12"/>
          </p:nvPr>
        </p:nvSpPr>
        <p:spPr>
          <a:xfrm>
            <a:off x="582042" y="5634620"/>
            <a:ext cx="10398192" cy="215444"/>
          </a:xfrm>
        </p:spPr>
        <p:txBody>
          <a:bodyPr/>
          <a:lstStyle/>
          <a:p>
            <a:r>
              <a:rPr lang="en-US" sz="1400"/>
              <a:t>AI Governance Workshop | AgentOps on Microsoft Foundry - Technical Perspective</a:t>
            </a:r>
            <a:endParaRPr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365760"/>
            <a:ext cx="7315200" cy="731520"/>
          </a:xfrm>
          <a:prstGeom prst="rect">
            <a:avLst/>
          </a:prstGeom>
          <a:noFill/>
        </p:spPr>
        <p:txBody>
          <a:bodyPr wrap="square" anchor="t"/>
          <a:lstStyle/>
          <a:p>
            <a:pPr algn="l">
              <a:defRPr sz="2800" b="1">
                <a:solidFill>
                  <a:srgbClr val="243A5E"/>
                </a:solidFill>
                <a:latin typeface="Segoe UI Semibold"/>
              </a:defRPr>
            </a:pPr>
            <a:r>
              <a:t>Conditions and terms of use</a:t>
            </a:r>
          </a:p>
        </p:txBody>
      </p:sp>
      <p:sp>
        <p:nvSpPr>
          <p:cNvPr id="3" name="Rectangle 2"/>
          <p:cNvSpPr/>
          <p:nvPr/>
        </p:nvSpPr>
        <p:spPr>
          <a:xfrm>
            <a:off x="640080" y="1645920"/>
            <a:ext cx="10881360" cy="4114800"/>
          </a:xfrm>
          <a:prstGeom prst="rect">
            <a:avLst/>
          </a:prstGeom>
          <a:solidFill>
            <a:srgbClr val="FFFFFF"/>
          </a:solidFill>
          <a:ln w="1270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2011680"/>
            <a:ext cx="9966960" cy="3474720"/>
          </a:xfrm>
          <a:prstGeom prst="rect">
            <a:avLst/>
          </a:prstGeom>
          <a:noFill/>
        </p:spPr>
        <p:txBody>
          <a:bodyPr wrap="square" anchor="t"/>
          <a:lstStyle/>
          <a:p>
            <a:pPr algn="l">
              <a:defRPr sz="1000" b="0">
                <a:solidFill>
                  <a:srgbClr val="000000"/>
                </a:solidFill>
                <a:latin typeface="Segoe UI"/>
              </a:defRPr>
            </a:pPr>
            <a:r>
              <a:t>© Microsoft Corporation. All rights reserved.</a:t>
            </a:r>
            <a:br/>
            <a:br/>
            <a:r>
              <a:t>You may use these training materials solely for your personal internal reference and non-commercial purposes. You may not distribute, transmit, resell or otherwise make these training materials available to any other person or party without express permission from Microsoft Corporation. URL’s or other internet website references in the training materials may change without notice. Unless otherwise noted, any companies, organizations, domain names, e-mail addresses, people, places and events depicted in the training materials are for illustration only and are fictitious. No real association is intended or inferred. THESE TRAINING MATERIALS ARE PROVIDED "AS IS"; MICROSOFT MAKES NO WARRANTIES, EXPRESS OR IMPLIED IN THESE TRAINING MATERIALS</a:t>
            </a:r>
          </a:p>
        </p:txBody>
      </p:sp>
      <p:sp>
        <p:nvSpPr>
          <p:cNvPr id="5" name="Rectangle 4"/>
          <p:cNvSpPr/>
          <p:nvPr/>
        </p:nvSpPr>
        <p:spPr>
          <a:xfrm>
            <a:off x="0" y="6537960"/>
            <a:ext cx="12191695" cy="32004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114800" y="6172200"/>
            <a:ext cx="3931920" cy="320040"/>
          </a:xfrm>
          <a:prstGeom prst="rect">
            <a:avLst/>
          </a:prstGeom>
          <a:noFill/>
        </p:spPr>
        <p:txBody>
          <a:bodyPr wrap="square" anchor="t"/>
          <a:lstStyle/>
          <a:p>
            <a:pPr algn="ctr">
              <a:defRPr sz="800" b="0">
                <a:solidFill>
                  <a:srgbClr val="737373"/>
                </a:solidFill>
                <a:latin typeface="Segoe UI"/>
              </a:defRPr>
            </a:pPr>
            <a:r>
              <a:t>Microsoft Confidential</a:t>
            </a:r>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C4651FB-38CC-F7DD-9119-AB5E1BE7D31B}"/>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CBCE0170-F856-052D-F533-C4B4894ABF94}"/>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3</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94BB852D-1769-0E89-C016-E0D2185760F9}"/>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86DCA8F9-319C-F320-425B-73DAF5524A3D}"/>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Learning outcomes in this module</a:t>
            </a:r>
            <a:endParaRPr lang="en-US" sz="2400" b="1" dirty="0" err="1">
              <a:solidFill>
                <a:srgbClr val="243A5E"/>
              </a:solidFill>
              <a:latin typeface="Segoe UI" panose="020B0502040204020203" pitchFamily="34" charset="0"/>
            </a:endParaRPr>
          </a:p>
        </p:txBody>
      </p:sp>
      <p:sp>
        <p:nvSpPr>
          <p:cNvPr id="6" name="Oval 5">
            <a:extLst>
              <a:ext uri="{FF2B5EF4-FFF2-40B4-BE49-F238E27FC236}">
                <a16:creationId xmlns:a16="http://schemas.microsoft.com/office/drawing/2014/main" id="{C97ADCD2-D388-7365-C527-A234FBC20469}"/>
              </a:ext>
            </a:extLst>
          </p:cNvPr>
          <p:cNvSpPr/>
          <p:nvPr/>
        </p:nvSpPr>
        <p:spPr bwMode="auto">
          <a:xfrm>
            <a:off x="838200" y="1422400"/>
            <a:ext cx="457200" cy="457200"/>
          </a:xfrm>
          <a:prstGeom prst="ellipse">
            <a:avLst/>
          </a:prstGeom>
          <a:solidFill>
            <a:srgbClr val="E8F2F8"/>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7" name="TextBox 6">
            <a:extLst>
              <a:ext uri="{FF2B5EF4-FFF2-40B4-BE49-F238E27FC236}">
                <a16:creationId xmlns:a16="http://schemas.microsoft.com/office/drawing/2014/main" id="{AB858FFB-D4C9-DEDA-6E6F-73CA13849C4B}"/>
              </a:ext>
            </a:extLst>
          </p:cNvPr>
          <p:cNvSpPr txBox="1"/>
          <p:nvPr/>
        </p:nvSpPr>
        <p:spPr>
          <a:xfrm>
            <a:off x="838200" y="1511300"/>
            <a:ext cx="457200" cy="307777"/>
          </a:xfrm>
          <a:prstGeom prst="rect">
            <a:avLst/>
          </a:prstGeom>
          <a:noFill/>
        </p:spPr>
        <p:txBody>
          <a:bodyPr vert="horz" wrap="square" lIns="0" tIns="0" rIns="0" bIns="0" rtlCol="0">
            <a:noAutofit/>
          </a:bodyPr>
          <a:lstStyle/>
          <a:p>
            <a:pPr algn="ctr"/>
            <a:r>
              <a:rPr lang="en-US" sz="1400" b="1">
                <a:solidFill>
                  <a:srgbClr val="0078D4"/>
                </a:solidFill>
                <a:latin typeface="Segoe UI" panose="020B0502040204020203" pitchFamily="34" charset="0"/>
              </a:rPr>
              <a:t>1</a:t>
            </a:r>
            <a:endParaRPr lang="en-US" sz="1400" b="1" dirty="0" err="1">
              <a:solidFill>
                <a:srgbClr val="0078D4"/>
              </a:solidFill>
              <a:latin typeface="Segoe UI" panose="020B0502040204020203" pitchFamily="34" charset="0"/>
            </a:endParaRPr>
          </a:p>
        </p:txBody>
      </p:sp>
      <p:sp>
        <p:nvSpPr>
          <p:cNvPr id="8" name="TextBox 7">
            <a:extLst>
              <a:ext uri="{FF2B5EF4-FFF2-40B4-BE49-F238E27FC236}">
                <a16:creationId xmlns:a16="http://schemas.microsoft.com/office/drawing/2014/main" id="{5024B319-0DDF-52A3-05BD-7A1FB29F2D54}"/>
              </a:ext>
            </a:extLst>
          </p:cNvPr>
          <p:cNvSpPr txBox="1"/>
          <p:nvPr/>
        </p:nvSpPr>
        <p:spPr>
          <a:xfrm>
            <a:off x="1574800" y="1473200"/>
            <a:ext cx="9321800" cy="307777"/>
          </a:xfrm>
          <a:prstGeom prst="rect">
            <a:avLst/>
          </a:prstGeom>
          <a:noFill/>
        </p:spPr>
        <p:txBody>
          <a:bodyPr vert="horz" wrap="square" lIns="0" tIns="0" rIns="0" bIns="0" rtlCol="0">
            <a:noAutofit/>
          </a:bodyPr>
          <a:lstStyle/>
          <a:p>
            <a:r>
              <a:rPr lang="en-US" sz="1600">
                <a:solidFill>
                  <a:srgbClr val="303132"/>
                </a:solidFill>
                <a:latin typeface="Segoe UI" panose="020B0502040204020203" pitchFamily="34" charset="0"/>
              </a:rPr>
              <a:t>AgentOps foundations and production readiness</a:t>
            </a:r>
            <a:endParaRPr lang="en-US" sz="1600" dirty="0" err="1">
              <a:solidFill>
                <a:srgbClr val="303132"/>
              </a:solidFill>
              <a:latin typeface="Segoe UI" panose="020B0502040204020203" pitchFamily="34" charset="0"/>
            </a:endParaRPr>
          </a:p>
        </p:txBody>
      </p:sp>
      <p:sp>
        <p:nvSpPr>
          <p:cNvPr id="9" name="Rectangle 8">
            <a:extLst>
              <a:ext uri="{FF2B5EF4-FFF2-40B4-BE49-F238E27FC236}">
                <a16:creationId xmlns:a16="http://schemas.microsoft.com/office/drawing/2014/main" id="{484E63A2-94BB-85E0-6322-367824576732}"/>
              </a:ext>
            </a:extLst>
          </p:cNvPr>
          <p:cNvSpPr/>
          <p:nvPr/>
        </p:nvSpPr>
        <p:spPr bwMode="auto">
          <a:xfrm>
            <a:off x="1574800" y="1968500"/>
            <a:ext cx="9321800" cy="12700"/>
          </a:xfrm>
          <a:prstGeom prst="rect">
            <a:avLst/>
          </a:prstGeom>
          <a:solidFill>
            <a:srgbClr val="E5E5E5"/>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en-US" sz="2000">
                <a:solidFill>
                  <a:srgbClr val="FFFFFF"/>
                </a:solidFill>
                <a:ea typeface="Segoe UI" pitchFamily="34" charset="0"/>
                <a:cs typeface="Segoe UI" pitchFamily="34" charset="0"/>
              </a:rPr>
              <a:t>Connect AgentOps foundations to production readiness</a:t>
            </a:r>
            <a:endParaRPr lang="en-US" sz="2000" dirty="0" err="1">
              <a:solidFill>
                <a:srgbClr val="FFFFFF"/>
              </a:solidFill>
              <a:ea typeface="Segoe UI" pitchFamily="34" charset="0"/>
              <a:cs typeface="Segoe UI" pitchFamily="34" charset="0"/>
            </a:endParaRPr>
          </a:p>
        </p:txBody>
      </p:sp>
      <p:sp>
        <p:nvSpPr>
          <p:cNvPr id="10" name="Oval 9">
            <a:extLst>
              <a:ext uri="{FF2B5EF4-FFF2-40B4-BE49-F238E27FC236}">
                <a16:creationId xmlns:a16="http://schemas.microsoft.com/office/drawing/2014/main" id="{895EECDF-BDCF-007B-6B9F-0B7B73A704E7}"/>
              </a:ext>
            </a:extLst>
          </p:cNvPr>
          <p:cNvSpPr/>
          <p:nvPr/>
        </p:nvSpPr>
        <p:spPr bwMode="auto">
          <a:xfrm>
            <a:off x="838200" y="2209800"/>
            <a:ext cx="457200" cy="457200"/>
          </a:xfrm>
          <a:prstGeom prst="ellipse">
            <a:avLst/>
          </a:prstGeom>
          <a:solidFill>
            <a:srgbClr val="E8F2F8"/>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1" name="TextBox 10">
            <a:extLst>
              <a:ext uri="{FF2B5EF4-FFF2-40B4-BE49-F238E27FC236}">
                <a16:creationId xmlns:a16="http://schemas.microsoft.com/office/drawing/2014/main" id="{359C6483-A012-7301-0975-01BCC3F5F191}"/>
              </a:ext>
            </a:extLst>
          </p:cNvPr>
          <p:cNvSpPr txBox="1"/>
          <p:nvPr/>
        </p:nvSpPr>
        <p:spPr>
          <a:xfrm>
            <a:off x="838200" y="2298700"/>
            <a:ext cx="457200" cy="307777"/>
          </a:xfrm>
          <a:prstGeom prst="rect">
            <a:avLst/>
          </a:prstGeom>
          <a:noFill/>
        </p:spPr>
        <p:txBody>
          <a:bodyPr vert="horz" wrap="square" lIns="0" tIns="0" rIns="0" bIns="0" rtlCol="0">
            <a:noAutofit/>
          </a:bodyPr>
          <a:lstStyle/>
          <a:p>
            <a:pPr algn="ctr"/>
            <a:r>
              <a:rPr lang="en-US" sz="1400" b="1">
                <a:solidFill>
                  <a:srgbClr val="0078D4"/>
                </a:solidFill>
                <a:latin typeface="Segoe UI" panose="020B0502040204020203" pitchFamily="34" charset="0"/>
              </a:rPr>
              <a:t>2</a:t>
            </a:r>
            <a:endParaRPr lang="en-US" sz="1400" b="1" dirty="0" err="1">
              <a:solidFill>
                <a:srgbClr val="0078D4"/>
              </a:solidFill>
              <a:latin typeface="Segoe UI" panose="020B0502040204020203" pitchFamily="34" charset="0"/>
            </a:endParaRPr>
          </a:p>
        </p:txBody>
      </p:sp>
      <p:sp>
        <p:nvSpPr>
          <p:cNvPr id="12" name="TextBox 11">
            <a:extLst>
              <a:ext uri="{FF2B5EF4-FFF2-40B4-BE49-F238E27FC236}">
                <a16:creationId xmlns:a16="http://schemas.microsoft.com/office/drawing/2014/main" id="{FEFC7279-4895-66AF-82C1-22E69029C879}"/>
              </a:ext>
            </a:extLst>
          </p:cNvPr>
          <p:cNvSpPr txBox="1"/>
          <p:nvPr/>
        </p:nvSpPr>
        <p:spPr>
          <a:xfrm>
            <a:off x="1574800" y="2260600"/>
            <a:ext cx="9321800" cy="307777"/>
          </a:xfrm>
          <a:prstGeom prst="rect">
            <a:avLst/>
          </a:prstGeom>
          <a:noFill/>
        </p:spPr>
        <p:txBody>
          <a:bodyPr vert="horz" wrap="square" lIns="0" tIns="0" rIns="0" bIns="0" rtlCol="0">
            <a:noAutofit/>
          </a:bodyPr>
          <a:lstStyle/>
          <a:p>
            <a:r>
              <a:rPr lang="en-US" sz="1600">
                <a:solidFill>
                  <a:srgbClr val="303132"/>
                </a:solidFill>
                <a:latin typeface="Segoe UI" panose="020B0502040204020203" pitchFamily="34" charset="0"/>
              </a:rPr>
              <a:t>CI/CD gates for agentic AI</a:t>
            </a:r>
            <a:endParaRPr lang="en-US" sz="1600" dirty="0" err="1">
              <a:solidFill>
                <a:srgbClr val="303132"/>
              </a:solidFill>
              <a:latin typeface="Segoe UI" panose="020B0502040204020203" pitchFamily="34" charset="0"/>
            </a:endParaRPr>
          </a:p>
        </p:txBody>
      </p:sp>
      <p:sp>
        <p:nvSpPr>
          <p:cNvPr id="13" name="Rectangle 12">
            <a:extLst>
              <a:ext uri="{FF2B5EF4-FFF2-40B4-BE49-F238E27FC236}">
                <a16:creationId xmlns:a16="http://schemas.microsoft.com/office/drawing/2014/main" id="{104B3F86-8BB0-9EF1-F8EC-BDA583769A54}"/>
              </a:ext>
            </a:extLst>
          </p:cNvPr>
          <p:cNvSpPr/>
          <p:nvPr/>
        </p:nvSpPr>
        <p:spPr bwMode="auto">
          <a:xfrm>
            <a:off x="1574800" y="2755900"/>
            <a:ext cx="9321800" cy="12700"/>
          </a:xfrm>
          <a:prstGeom prst="rect">
            <a:avLst/>
          </a:prstGeom>
          <a:solidFill>
            <a:srgbClr val="E5E5E5"/>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en-US" sz="2000">
                <a:solidFill>
                  <a:srgbClr val="FFFFFF"/>
                </a:solidFill>
                <a:ea typeface="Segoe UI" pitchFamily="34" charset="0"/>
                <a:cs typeface="Segoe UI" pitchFamily="34" charset="0"/>
              </a:rPr>
              <a:t>Explain CI/CD gates for agentic AI</a:t>
            </a:r>
            <a:endParaRPr lang="en-US" sz="2000" dirty="0" err="1">
              <a:solidFill>
                <a:srgbClr val="FFFFFF"/>
              </a:solidFill>
              <a:ea typeface="Segoe UI" pitchFamily="34" charset="0"/>
              <a:cs typeface="Segoe UI" pitchFamily="34" charset="0"/>
            </a:endParaRPr>
          </a:p>
        </p:txBody>
      </p:sp>
      <p:sp>
        <p:nvSpPr>
          <p:cNvPr id="14" name="Oval 13">
            <a:extLst>
              <a:ext uri="{FF2B5EF4-FFF2-40B4-BE49-F238E27FC236}">
                <a16:creationId xmlns:a16="http://schemas.microsoft.com/office/drawing/2014/main" id="{8A3FF70E-D351-89C2-A551-379089284DCC}"/>
              </a:ext>
            </a:extLst>
          </p:cNvPr>
          <p:cNvSpPr/>
          <p:nvPr/>
        </p:nvSpPr>
        <p:spPr bwMode="auto">
          <a:xfrm>
            <a:off x="838200" y="2997200"/>
            <a:ext cx="457200" cy="457200"/>
          </a:xfrm>
          <a:prstGeom prst="ellipse">
            <a:avLst/>
          </a:prstGeom>
          <a:solidFill>
            <a:srgbClr val="E8F2F8"/>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TextBox 14">
            <a:extLst>
              <a:ext uri="{FF2B5EF4-FFF2-40B4-BE49-F238E27FC236}">
                <a16:creationId xmlns:a16="http://schemas.microsoft.com/office/drawing/2014/main" id="{CD73D3B9-3A0B-A2D8-C64D-626B8C935FC2}"/>
              </a:ext>
            </a:extLst>
          </p:cNvPr>
          <p:cNvSpPr txBox="1"/>
          <p:nvPr/>
        </p:nvSpPr>
        <p:spPr>
          <a:xfrm>
            <a:off x="838200" y="3086100"/>
            <a:ext cx="457200" cy="307777"/>
          </a:xfrm>
          <a:prstGeom prst="rect">
            <a:avLst/>
          </a:prstGeom>
          <a:noFill/>
        </p:spPr>
        <p:txBody>
          <a:bodyPr vert="horz" wrap="square" lIns="0" tIns="0" rIns="0" bIns="0" rtlCol="0">
            <a:noAutofit/>
          </a:bodyPr>
          <a:lstStyle/>
          <a:p>
            <a:pPr algn="ctr"/>
            <a:r>
              <a:rPr lang="en-US" sz="1400" b="1">
                <a:solidFill>
                  <a:srgbClr val="0078D4"/>
                </a:solidFill>
                <a:latin typeface="Segoe UI" panose="020B0502040204020203" pitchFamily="34" charset="0"/>
              </a:rPr>
              <a:t>3</a:t>
            </a:r>
            <a:endParaRPr lang="en-US" sz="1400" b="1" dirty="0" err="1">
              <a:solidFill>
                <a:srgbClr val="0078D4"/>
              </a:solidFill>
              <a:latin typeface="Segoe UI" panose="020B0502040204020203" pitchFamily="34" charset="0"/>
            </a:endParaRPr>
          </a:p>
        </p:txBody>
      </p:sp>
      <p:sp>
        <p:nvSpPr>
          <p:cNvPr id="16" name="TextBox 15">
            <a:extLst>
              <a:ext uri="{FF2B5EF4-FFF2-40B4-BE49-F238E27FC236}">
                <a16:creationId xmlns:a16="http://schemas.microsoft.com/office/drawing/2014/main" id="{69835B00-2C45-67B9-6D2B-A004BDE1C3F8}"/>
              </a:ext>
            </a:extLst>
          </p:cNvPr>
          <p:cNvSpPr txBox="1"/>
          <p:nvPr/>
        </p:nvSpPr>
        <p:spPr>
          <a:xfrm>
            <a:off x="1574800" y="3048000"/>
            <a:ext cx="9321800" cy="307777"/>
          </a:xfrm>
          <a:prstGeom prst="rect">
            <a:avLst/>
          </a:prstGeom>
          <a:noFill/>
        </p:spPr>
        <p:txBody>
          <a:bodyPr vert="horz" wrap="square" lIns="0" tIns="0" rIns="0" bIns="0" rtlCol="0">
            <a:noAutofit/>
          </a:bodyPr>
          <a:lstStyle/>
          <a:p>
            <a:r>
              <a:rPr lang="en-US" sz="1600">
                <a:solidFill>
                  <a:srgbClr val="303132"/>
                </a:solidFill>
                <a:latin typeface="Segoe UI" panose="020B0502040204020203" pitchFamily="34" charset="0"/>
              </a:rPr>
              <a:t>Release evidence and approval policy</a:t>
            </a:r>
            <a:endParaRPr lang="en-US" sz="1600" dirty="0" err="1">
              <a:solidFill>
                <a:srgbClr val="303132"/>
              </a:solidFill>
              <a:latin typeface="Segoe UI" panose="020B0502040204020203" pitchFamily="34" charset="0"/>
            </a:endParaRPr>
          </a:p>
        </p:txBody>
      </p:sp>
      <p:sp>
        <p:nvSpPr>
          <p:cNvPr id="17" name="Rectangle 16">
            <a:extLst>
              <a:ext uri="{FF2B5EF4-FFF2-40B4-BE49-F238E27FC236}">
                <a16:creationId xmlns:a16="http://schemas.microsoft.com/office/drawing/2014/main" id="{29DF2907-5EEF-B1B6-A741-6FF3F3F70484}"/>
              </a:ext>
            </a:extLst>
          </p:cNvPr>
          <p:cNvSpPr/>
          <p:nvPr/>
        </p:nvSpPr>
        <p:spPr bwMode="auto">
          <a:xfrm>
            <a:off x="1574800" y="3543300"/>
            <a:ext cx="9321800" cy="12700"/>
          </a:xfrm>
          <a:prstGeom prst="rect">
            <a:avLst/>
          </a:prstGeom>
          <a:solidFill>
            <a:srgbClr val="E5E5E5"/>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en-US" sz="2000">
                <a:solidFill>
                  <a:srgbClr val="FFFFFF"/>
                </a:solidFill>
                <a:ea typeface="Segoe UI" pitchFamily="34" charset="0"/>
                <a:cs typeface="Segoe UI" pitchFamily="34" charset="0"/>
              </a:rPr>
              <a:t>Review release evidence and approval policy</a:t>
            </a:r>
            <a:endParaRPr lang="en-US" sz="2000" dirty="0" err="1">
              <a:solidFill>
                <a:srgbClr val="FFFFFF"/>
              </a:solidFill>
              <a:ea typeface="Segoe UI" pitchFamily="34" charset="0"/>
              <a:cs typeface="Segoe UI" pitchFamily="34" charset="0"/>
            </a:endParaRPr>
          </a:p>
        </p:txBody>
      </p:sp>
      <p:sp>
        <p:nvSpPr>
          <p:cNvPr id="18" name="Oval 17">
            <a:extLst>
              <a:ext uri="{FF2B5EF4-FFF2-40B4-BE49-F238E27FC236}">
                <a16:creationId xmlns:a16="http://schemas.microsoft.com/office/drawing/2014/main" id="{ABB88567-E6B8-1348-06DE-634BDC69628E}"/>
              </a:ext>
            </a:extLst>
          </p:cNvPr>
          <p:cNvSpPr/>
          <p:nvPr/>
        </p:nvSpPr>
        <p:spPr bwMode="auto">
          <a:xfrm>
            <a:off x="838200" y="3784600"/>
            <a:ext cx="457200" cy="457200"/>
          </a:xfrm>
          <a:prstGeom prst="ellipse">
            <a:avLst/>
          </a:prstGeom>
          <a:solidFill>
            <a:srgbClr val="E8F2F8"/>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TextBox 18">
            <a:extLst>
              <a:ext uri="{FF2B5EF4-FFF2-40B4-BE49-F238E27FC236}">
                <a16:creationId xmlns:a16="http://schemas.microsoft.com/office/drawing/2014/main" id="{4C4CAF0F-4805-0C8A-C3BF-EDA2039A09E9}"/>
              </a:ext>
            </a:extLst>
          </p:cNvPr>
          <p:cNvSpPr txBox="1"/>
          <p:nvPr/>
        </p:nvSpPr>
        <p:spPr>
          <a:xfrm>
            <a:off x="838200" y="3873500"/>
            <a:ext cx="457200" cy="307777"/>
          </a:xfrm>
          <a:prstGeom prst="rect">
            <a:avLst/>
          </a:prstGeom>
          <a:noFill/>
        </p:spPr>
        <p:txBody>
          <a:bodyPr vert="horz" wrap="square" lIns="0" tIns="0" rIns="0" bIns="0" rtlCol="0">
            <a:noAutofit/>
          </a:bodyPr>
          <a:lstStyle/>
          <a:p>
            <a:pPr algn="ctr"/>
            <a:r>
              <a:rPr lang="en-US" sz="1400" b="1">
                <a:solidFill>
                  <a:srgbClr val="0078D4"/>
                </a:solidFill>
                <a:latin typeface="Segoe UI" panose="020B0502040204020203" pitchFamily="34" charset="0"/>
              </a:rPr>
              <a:t>4</a:t>
            </a:r>
            <a:endParaRPr lang="en-US" sz="1400" b="1" dirty="0" err="1">
              <a:solidFill>
                <a:srgbClr val="0078D4"/>
              </a:solidFill>
              <a:latin typeface="Segoe UI" panose="020B0502040204020203" pitchFamily="34" charset="0"/>
            </a:endParaRPr>
          </a:p>
        </p:txBody>
      </p:sp>
      <p:sp>
        <p:nvSpPr>
          <p:cNvPr id="20" name="TextBox 19">
            <a:extLst>
              <a:ext uri="{FF2B5EF4-FFF2-40B4-BE49-F238E27FC236}">
                <a16:creationId xmlns:a16="http://schemas.microsoft.com/office/drawing/2014/main" id="{7836BAF4-557F-7B47-B55E-E0D53F673F7C}"/>
              </a:ext>
            </a:extLst>
          </p:cNvPr>
          <p:cNvSpPr txBox="1"/>
          <p:nvPr/>
        </p:nvSpPr>
        <p:spPr>
          <a:xfrm>
            <a:off x="1574800" y="3835400"/>
            <a:ext cx="9321800" cy="307777"/>
          </a:xfrm>
          <a:prstGeom prst="rect">
            <a:avLst/>
          </a:prstGeom>
          <a:noFill/>
        </p:spPr>
        <p:txBody>
          <a:bodyPr vert="horz" wrap="square" lIns="0" tIns="0" rIns="0" bIns="0" rtlCol="0">
            <a:noAutofit/>
          </a:bodyPr>
          <a:lstStyle/>
          <a:p>
            <a:r>
              <a:rPr lang="en-US" sz="1600">
                <a:solidFill>
                  <a:srgbClr val="303132"/>
                </a:solidFill>
                <a:latin typeface="Segoe UI" panose="020B0502040204020203" pitchFamily="34" charset="0"/>
              </a:rPr>
              <a:t>Environment promotion and canary rollout</a:t>
            </a:r>
            <a:endParaRPr lang="en-US" sz="1600" dirty="0" err="1">
              <a:solidFill>
                <a:srgbClr val="303132"/>
              </a:solidFill>
              <a:latin typeface="Segoe UI" panose="020B0502040204020203" pitchFamily="34" charset="0"/>
            </a:endParaRPr>
          </a:p>
        </p:txBody>
      </p:sp>
      <p:sp>
        <p:nvSpPr>
          <p:cNvPr id="21" name="Rectangle 20">
            <a:extLst>
              <a:ext uri="{FF2B5EF4-FFF2-40B4-BE49-F238E27FC236}">
                <a16:creationId xmlns:a16="http://schemas.microsoft.com/office/drawing/2014/main" id="{1519543D-4B65-9470-0E8D-174BACC670EF}"/>
              </a:ext>
            </a:extLst>
          </p:cNvPr>
          <p:cNvSpPr/>
          <p:nvPr/>
        </p:nvSpPr>
        <p:spPr bwMode="auto">
          <a:xfrm>
            <a:off x="1574800" y="4330700"/>
            <a:ext cx="9321800" cy="12700"/>
          </a:xfrm>
          <a:prstGeom prst="rect">
            <a:avLst/>
          </a:prstGeom>
          <a:solidFill>
            <a:srgbClr val="E5E5E5"/>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en-US" sz="2000">
                <a:solidFill>
                  <a:srgbClr val="FFFFFF"/>
                </a:solidFill>
                <a:ea typeface="Segoe UI" pitchFamily="34" charset="0"/>
                <a:cs typeface="Segoe UI" pitchFamily="34" charset="0"/>
              </a:rPr>
              <a:t>Describe environment promotion and canary rollout</a:t>
            </a:r>
            <a:endParaRPr lang="en-US" sz="2000" dirty="0" err="1">
              <a:solidFill>
                <a:srgbClr val="FFFFFF"/>
              </a:solidFill>
              <a:ea typeface="Segoe UI" pitchFamily="34" charset="0"/>
              <a:cs typeface="Segoe UI" pitchFamily="34" charset="0"/>
            </a:endParaRPr>
          </a:p>
        </p:txBody>
      </p:sp>
      <p:sp>
        <p:nvSpPr>
          <p:cNvPr id="22" name="Oval 21">
            <a:extLst>
              <a:ext uri="{FF2B5EF4-FFF2-40B4-BE49-F238E27FC236}">
                <a16:creationId xmlns:a16="http://schemas.microsoft.com/office/drawing/2014/main" id="{6416EBCF-E1B5-1DB9-A6B8-CD85772F3DA2}"/>
              </a:ext>
            </a:extLst>
          </p:cNvPr>
          <p:cNvSpPr/>
          <p:nvPr/>
        </p:nvSpPr>
        <p:spPr bwMode="auto">
          <a:xfrm>
            <a:off x="838200" y="4572000"/>
            <a:ext cx="457200" cy="457200"/>
          </a:xfrm>
          <a:prstGeom prst="ellipse">
            <a:avLst/>
          </a:prstGeom>
          <a:solidFill>
            <a:srgbClr val="E8F2F8"/>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3" name="TextBox 22">
            <a:extLst>
              <a:ext uri="{FF2B5EF4-FFF2-40B4-BE49-F238E27FC236}">
                <a16:creationId xmlns:a16="http://schemas.microsoft.com/office/drawing/2014/main" id="{69A12BDC-5C94-ADCE-5B01-1108FE11AB09}"/>
              </a:ext>
            </a:extLst>
          </p:cNvPr>
          <p:cNvSpPr txBox="1"/>
          <p:nvPr/>
        </p:nvSpPr>
        <p:spPr>
          <a:xfrm>
            <a:off x="838200" y="4660900"/>
            <a:ext cx="457200" cy="307777"/>
          </a:xfrm>
          <a:prstGeom prst="rect">
            <a:avLst/>
          </a:prstGeom>
          <a:noFill/>
        </p:spPr>
        <p:txBody>
          <a:bodyPr vert="horz" wrap="square" lIns="0" tIns="0" rIns="0" bIns="0" rtlCol="0">
            <a:noAutofit/>
          </a:bodyPr>
          <a:lstStyle/>
          <a:p>
            <a:pPr algn="ctr"/>
            <a:r>
              <a:rPr lang="en-US" sz="1400" b="1">
                <a:solidFill>
                  <a:srgbClr val="0078D4"/>
                </a:solidFill>
                <a:latin typeface="Segoe UI" panose="020B0502040204020203" pitchFamily="34" charset="0"/>
              </a:rPr>
              <a:t>5</a:t>
            </a:r>
            <a:endParaRPr lang="en-US" sz="1400" b="1" dirty="0" err="1">
              <a:solidFill>
                <a:srgbClr val="0078D4"/>
              </a:solidFill>
              <a:latin typeface="Segoe UI" panose="020B0502040204020203" pitchFamily="34" charset="0"/>
            </a:endParaRPr>
          </a:p>
        </p:txBody>
      </p:sp>
      <p:sp>
        <p:nvSpPr>
          <p:cNvPr id="24" name="TextBox 23">
            <a:extLst>
              <a:ext uri="{FF2B5EF4-FFF2-40B4-BE49-F238E27FC236}">
                <a16:creationId xmlns:a16="http://schemas.microsoft.com/office/drawing/2014/main" id="{552665F9-7BCA-7FCD-2A4F-175D94559900}"/>
              </a:ext>
            </a:extLst>
          </p:cNvPr>
          <p:cNvSpPr txBox="1"/>
          <p:nvPr/>
        </p:nvSpPr>
        <p:spPr>
          <a:xfrm>
            <a:off x="1574800" y="4622800"/>
            <a:ext cx="9321800" cy="307777"/>
          </a:xfrm>
          <a:prstGeom prst="rect">
            <a:avLst/>
          </a:prstGeom>
          <a:noFill/>
        </p:spPr>
        <p:txBody>
          <a:bodyPr vert="horz" wrap="square" lIns="0" tIns="0" rIns="0" bIns="0" rtlCol="0">
            <a:noAutofit/>
          </a:bodyPr>
          <a:lstStyle/>
          <a:p>
            <a:r>
              <a:rPr lang="en-US" sz="1600">
                <a:solidFill>
                  <a:srgbClr val="303132"/>
                </a:solidFill>
                <a:latin typeface="Segoe UI" panose="020B0502040204020203" pitchFamily="34" charset="0"/>
              </a:rPr>
              <a:t>Demo, participant next steps, and discussion</a:t>
            </a:r>
            <a:endParaRPr lang="en-US" sz="1600" dirty="0" err="1">
              <a:solidFill>
                <a:srgbClr val="303132"/>
              </a:solidFill>
              <a:latin typeface="Segoe UI" panose="020B0502040204020203" pitchFamily="34" charset="0"/>
            </a:endParaRPr>
          </a:p>
        </p:txBody>
      </p:sp>
      <p:sp>
        <p:nvSpPr>
          <p:cNvPr id="25" name="Rectangle 24">
            <a:extLst>
              <a:ext uri="{FF2B5EF4-FFF2-40B4-BE49-F238E27FC236}">
                <a16:creationId xmlns:a16="http://schemas.microsoft.com/office/drawing/2014/main" id="{C6D0AF8E-2763-6C67-9A20-24F8FA48217C}"/>
              </a:ext>
            </a:extLst>
          </p:cNvPr>
          <p:cNvSpPr/>
          <p:nvPr/>
        </p:nvSpPr>
        <p:spPr bwMode="auto">
          <a:xfrm>
            <a:off x="1574800" y="5118100"/>
            <a:ext cx="9321800" cy="12700"/>
          </a:xfrm>
          <a:prstGeom prst="rect">
            <a:avLst/>
          </a:prstGeom>
          <a:solidFill>
            <a:srgbClr val="E5E5E5"/>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en-US" sz="2000">
                <a:solidFill>
                  <a:srgbClr val="FFFFFF"/>
                </a:solidFill>
                <a:ea typeface="Segoe UI" pitchFamily="34" charset="0"/>
                <a:cs typeface="Segoe UI" pitchFamily="34" charset="0"/>
              </a:rPr>
              <a:t>Produce a sample release checklist through the lab or demo</a:t>
            </a:r>
            <a:endParaRPr lang="en-US" sz="2000" dirty="0" err="1">
              <a:solidFill>
                <a:srgbClr val="FFFFFF"/>
              </a:solidFill>
              <a:ea typeface="Segoe UI" pitchFamily="34" charset="0"/>
              <a:cs typeface="Segoe UI" pitchFamily="34" charset="0"/>
            </a:endParaRPr>
          </a:p>
        </p:txBody>
      </p:sp>
    </p:spTree>
    <p:extLst>
      <p:ext uri="{BB962C8B-B14F-4D97-AF65-F5344CB8AC3E}">
        <p14:creationId xmlns:p14="http://schemas.microsoft.com/office/powerpoint/2010/main" val="1458043180"/>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43A5E"/>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91661D0-9A8D-CDDA-2A2E-3A5B6EA53E25}"/>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D56C892E-7774-DCF7-01DC-EBB705223624}"/>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4</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
        <p:nvSpPr>
          <p:cNvPr id="4" name="TextBox 3">
            <a:extLst>
              <a:ext uri="{FF2B5EF4-FFF2-40B4-BE49-F238E27FC236}">
                <a16:creationId xmlns:a16="http://schemas.microsoft.com/office/drawing/2014/main" id="{91579851-9284-49B5-94F7-B8FFAC7528ED}"/>
              </a:ext>
            </a:extLst>
          </p:cNvPr>
          <p:cNvSpPr txBox="1"/>
          <p:nvPr/>
        </p:nvSpPr>
        <p:spPr>
          <a:xfrm>
            <a:off x="660400" y="2616200"/>
            <a:ext cx="10871200" cy="307777"/>
          </a:xfrm>
          <a:prstGeom prst="rect">
            <a:avLst/>
          </a:prstGeom>
          <a:noFill/>
        </p:spPr>
        <p:txBody>
          <a:bodyPr vert="horz" wrap="square" lIns="0" tIns="0" rIns="0" bIns="0" rtlCol="0">
            <a:noAutofit/>
          </a:bodyPr>
          <a:lstStyle/>
          <a:p>
            <a:r>
              <a:rPr lang="en-US" sz="3100">
                <a:solidFill>
                  <a:srgbClr val="FFFFFF"/>
                </a:solidFill>
                <a:latin typeface="Segoe UI" panose="020B0502040204020203" pitchFamily="34" charset="0"/>
              </a:rPr>
              <a:t>AgentOps Foundations</a:t>
            </a:r>
            <a:endParaRPr lang="en-US" sz="3100" dirty="0" err="1">
              <a:solidFill>
                <a:srgbClr val="FFFFFF"/>
              </a:solidFill>
              <a:latin typeface="Segoe UI" panose="020B0502040204020203" pitchFamily="34" charset="0"/>
            </a:endParaRPr>
          </a:p>
        </p:txBody>
      </p:sp>
      <p:sp>
        <p:nvSpPr>
          <p:cNvPr id="5" name="TextBox 4">
            <a:extLst>
              <a:ext uri="{FF2B5EF4-FFF2-40B4-BE49-F238E27FC236}">
                <a16:creationId xmlns:a16="http://schemas.microsoft.com/office/drawing/2014/main" id="{13F344EF-75E2-5141-AB8E-EB667E3F2F77}"/>
              </a:ext>
            </a:extLst>
          </p:cNvPr>
          <p:cNvSpPr txBox="1"/>
          <p:nvPr/>
        </p:nvSpPr>
        <p:spPr>
          <a:xfrm>
            <a:off x="660400" y="3403600"/>
            <a:ext cx="10871200" cy="307777"/>
          </a:xfrm>
          <a:prstGeom prst="rect">
            <a:avLst/>
          </a:prstGeom>
          <a:noFill/>
        </p:spPr>
        <p:txBody>
          <a:bodyPr vert="horz" wrap="square" lIns="0" tIns="0" rIns="0" bIns="0" rtlCol="0">
            <a:noAutofit/>
          </a:bodyPr>
          <a:lstStyle/>
          <a:p>
            <a:r>
              <a:rPr lang="en-US" sz="1400">
                <a:solidFill>
                  <a:srgbClr val="F0E4D6"/>
                </a:solidFill>
                <a:latin typeface="Segoe UI" panose="020B0502040204020203" pitchFamily="34" charset="0"/>
              </a:rPr>
              <a:t>Why AI operations need a new discipline</a:t>
            </a:r>
            <a:endParaRPr lang="en-US" sz="1400" dirty="0" err="1">
              <a:solidFill>
                <a:srgbClr val="F0E4D6"/>
              </a:solidFill>
              <a:latin typeface="Segoe UI" panose="020B0502040204020203" pitchFamily="34" charset="0"/>
            </a:endParaRPr>
          </a:p>
        </p:txBody>
      </p:sp>
      <p:sp>
        <p:nvSpPr>
          <p:cNvPr id="6" name="Rectangle 5">
            <a:extLst>
              <a:ext uri="{FF2B5EF4-FFF2-40B4-BE49-F238E27FC236}">
                <a16:creationId xmlns:a16="http://schemas.microsoft.com/office/drawing/2014/main" id="{03683457-F5A7-23DB-4BAB-7171970D8EBB}"/>
              </a:ext>
            </a:extLst>
          </p:cNvPr>
          <p:cNvSpPr/>
          <p:nvPr/>
        </p:nvSpPr>
        <p:spPr bwMode="auto">
          <a:xfrm>
            <a:off x="660400" y="5943600"/>
            <a:ext cx="10871200" cy="12700"/>
          </a:xfrm>
          <a:prstGeom prst="rect">
            <a:avLst/>
          </a:prstGeom>
          <a:solidFill>
            <a:srgbClr val="FFFFFF">
              <a:alpha val="55000"/>
            </a:srgbClr>
          </a:solidFill>
          <a:ln w="9525" cap="flat" cmpd="sng" algn="ctr">
            <a:no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Tree>
    <p:extLst>
      <p:ext uri="{BB962C8B-B14F-4D97-AF65-F5344CB8AC3E}">
        <p14:creationId xmlns:p14="http://schemas.microsoft.com/office/powerpoint/2010/main" val="273928908"/>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2238EDB9-82EB-602A-54F1-AF75739D4B79}"/>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356A845F-6A3E-6B3E-41F8-3C505C915CB4}"/>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603A0003-22BD-32A6-A8AA-47A6D66FD888}"/>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B11753A3-7CB0-FF18-3161-D8E719219934}"/>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The production gap</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6A397CCF-C311-1212-A511-841D86EBAD8C}"/>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The bottleneck moved from building the first demo to proving the next version is safe to release.</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69698CAD-1286-634E-29BC-802AA19E0F54}"/>
              </a:ext>
            </a:extLst>
          </p:cNvPr>
          <p:cNvSpPr/>
          <p:nvPr/>
        </p:nvSpPr>
        <p:spPr bwMode="auto">
          <a:xfrm>
            <a:off x="660400" y="1422400"/>
            <a:ext cx="5207000" cy="4368800"/>
          </a:xfrm>
          <a:prstGeom prst="roundRect">
            <a:avLst/>
          </a:prstGeom>
          <a:solidFill>
            <a:srgbClr val="FDEBEB"/>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Rectangle: Rounded Corners 7">
            <a:extLst>
              <a:ext uri="{FF2B5EF4-FFF2-40B4-BE49-F238E27FC236}">
                <a16:creationId xmlns:a16="http://schemas.microsoft.com/office/drawing/2014/main" id="{1F86713F-BA86-BB63-30AE-C734F127C6F2}"/>
              </a:ext>
            </a:extLst>
          </p:cNvPr>
          <p:cNvSpPr/>
          <p:nvPr/>
        </p:nvSpPr>
        <p:spPr bwMode="auto">
          <a:xfrm>
            <a:off x="6324600" y="1422400"/>
            <a:ext cx="5207000" cy="4368800"/>
          </a:xfrm>
          <a:prstGeom prst="roundRect">
            <a:avLst/>
          </a:prstGeom>
          <a:solidFill>
            <a:srgbClr val="EDF8ED"/>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9" name="Left Card Header Base">
            <a:extLst>
              <a:ext uri="{FF2B5EF4-FFF2-40B4-BE49-F238E27FC236}">
                <a16:creationId xmlns:a16="http://schemas.microsoft.com/office/drawing/2014/main" id="{B23E8A23-4E4A-DEEA-133E-9473EDB8A11C}"/>
              </a:ext>
            </a:extLst>
          </p:cNvPr>
          <p:cNvSpPr/>
          <p:nvPr/>
        </p:nvSpPr>
        <p:spPr bwMode="auto">
          <a:xfrm>
            <a:off x="660400" y="1422400"/>
            <a:ext cx="5207000" cy="609600"/>
          </a:xfrm>
          <a:prstGeom prst="roundRect">
            <a:avLst/>
          </a:prstGeom>
          <a:solidFill>
            <a:srgbClr val="C4192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0" name="Right Card Header Base">
            <a:extLst>
              <a:ext uri="{FF2B5EF4-FFF2-40B4-BE49-F238E27FC236}">
                <a16:creationId xmlns:a16="http://schemas.microsoft.com/office/drawing/2014/main" id="{BE54F32F-8E1D-8B0A-A10C-97176C17CA11}"/>
              </a:ext>
            </a:extLst>
          </p:cNvPr>
          <p:cNvSpPr/>
          <p:nvPr/>
        </p:nvSpPr>
        <p:spPr bwMode="auto">
          <a:xfrm>
            <a:off x="6324600" y="1422400"/>
            <a:ext cx="5207000" cy="609600"/>
          </a:xfrm>
          <a:prstGeom prst="round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3" name="Oval 12">
            <a:extLst>
              <a:ext uri="{FF2B5EF4-FFF2-40B4-BE49-F238E27FC236}">
                <a16:creationId xmlns:a16="http://schemas.microsoft.com/office/drawing/2014/main" id="{58DBC881-6DA1-3DEA-D637-B77931EB79FD}"/>
              </a:ext>
            </a:extLst>
          </p:cNvPr>
          <p:cNvSpPr/>
          <p:nvPr/>
        </p:nvSpPr>
        <p:spPr bwMode="auto">
          <a:xfrm>
            <a:off x="977900" y="2413000"/>
            <a:ext cx="127000" cy="127000"/>
          </a:xfrm>
          <a:prstGeom prst="ellipse">
            <a:avLst/>
          </a:prstGeom>
          <a:solidFill>
            <a:srgbClr val="C4192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4" name="TextBox 13">
            <a:extLst>
              <a:ext uri="{FF2B5EF4-FFF2-40B4-BE49-F238E27FC236}">
                <a16:creationId xmlns:a16="http://schemas.microsoft.com/office/drawing/2014/main" id="{7C533C7D-E0D0-D5F5-87FC-28B8A3065A10}"/>
              </a:ext>
            </a:extLst>
          </p:cNvPr>
          <p:cNvSpPr txBox="1"/>
          <p:nvPr/>
        </p:nvSpPr>
        <p:spPr>
          <a:xfrm>
            <a:off x="1244600" y="23241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A prompt and model return useful answers</a:t>
            </a:r>
            <a:endParaRPr lang="en-US" sz="1400" dirty="0" err="1">
              <a:solidFill>
                <a:srgbClr val="303132"/>
              </a:solidFill>
              <a:latin typeface="Segoe UI" panose="020B0502040204020203" pitchFamily="34" charset="0"/>
            </a:endParaRPr>
          </a:p>
        </p:txBody>
      </p:sp>
      <p:sp>
        <p:nvSpPr>
          <p:cNvPr id="15" name="Oval 14">
            <a:extLst>
              <a:ext uri="{FF2B5EF4-FFF2-40B4-BE49-F238E27FC236}">
                <a16:creationId xmlns:a16="http://schemas.microsoft.com/office/drawing/2014/main" id="{0BA4247D-0E28-30D3-C5AA-F146F85BBD7D}"/>
              </a:ext>
            </a:extLst>
          </p:cNvPr>
          <p:cNvSpPr/>
          <p:nvPr/>
        </p:nvSpPr>
        <p:spPr bwMode="auto">
          <a:xfrm>
            <a:off x="977900" y="3022600"/>
            <a:ext cx="127000" cy="127000"/>
          </a:xfrm>
          <a:prstGeom prst="ellipse">
            <a:avLst/>
          </a:prstGeom>
          <a:solidFill>
            <a:srgbClr val="C4192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6" name="TextBox 15">
            <a:extLst>
              <a:ext uri="{FF2B5EF4-FFF2-40B4-BE49-F238E27FC236}">
                <a16:creationId xmlns:a16="http://schemas.microsoft.com/office/drawing/2014/main" id="{C064843F-540A-1A1E-C747-9DECB8479580}"/>
              </a:ext>
            </a:extLst>
          </p:cNvPr>
          <p:cNvSpPr txBox="1"/>
          <p:nvPr/>
        </p:nvSpPr>
        <p:spPr>
          <a:xfrm>
            <a:off x="1244600" y="29337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Manual testing covers the happy path</a:t>
            </a:r>
            <a:endParaRPr lang="en-US" sz="1400" dirty="0" err="1">
              <a:solidFill>
                <a:srgbClr val="303132"/>
              </a:solidFill>
              <a:latin typeface="Segoe UI" panose="020B0502040204020203" pitchFamily="34" charset="0"/>
            </a:endParaRPr>
          </a:p>
        </p:txBody>
      </p:sp>
      <p:sp>
        <p:nvSpPr>
          <p:cNvPr id="17" name="Oval 16">
            <a:extLst>
              <a:ext uri="{FF2B5EF4-FFF2-40B4-BE49-F238E27FC236}">
                <a16:creationId xmlns:a16="http://schemas.microsoft.com/office/drawing/2014/main" id="{8A76D56D-F511-0B36-012C-D6B5047734B2}"/>
              </a:ext>
            </a:extLst>
          </p:cNvPr>
          <p:cNvSpPr/>
          <p:nvPr/>
        </p:nvSpPr>
        <p:spPr bwMode="auto">
          <a:xfrm>
            <a:off x="977900" y="3632200"/>
            <a:ext cx="127000" cy="127000"/>
          </a:xfrm>
          <a:prstGeom prst="ellipse">
            <a:avLst/>
          </a:prstGeom>
          <a:solidFill>
            <a:srgbClr val="C4192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8" name="TextBox 17">
            <a:extLst>
              <a:ext uri="{FF2B5EF4-FFF2-40B4-BE49-F238E27FC236}">
                <a16:creationId xmlns:a16="http://schemas.microsoft.com/office/drawing/2014/main" id="{12AAFEB3-0E7D-D94E-43A9-7686F1A91F23}"/>
              </a:ext>
            </a:extLst>
          </p:cNvPr>
          <p:cNvSpPr txBox="1"/>
          <p:nvPr/>
        </p:nvSpPr>
        <p:spPr>
          <a:xfrm>
            <a:off x="1244600" y="35433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A small team can debug by inspection</a:t>
            </a:r>
            <a:endParaRPr lang="en-US" sz="1400" dirty="0" err="1">
              <a:solidFill>
                <a:srgbClr val="303132"/>
              </a:solidFill>
              <a:latin typeface="Segoe UI" panose="020B0502040204020203" pitchFamily="34" charset="0"/>
            </a:endParaRPr>
          </a:p>
        </p:txBody>
      </p:sp>
      <p:sp>
        <p:nvSpPr>
          <p:cNvPr id="19" name="Oval 18">
            <a:extLst>
              <a:ext uri="{FF2B5EF4-FFF2-40B4-BE49-F238E27FC236}">
                <a16:creationId xmlns:a16="http://schemas.microsoft.com/office/drawing/2014/main" id="{980D4294-3117-E256-B103-E81D0FFCB404}"/>
              </a:ext>
            </a:extLst>
          </p:cNvPr>
          <p:cNvSpPr/>
          <p:nvPr/>
        </p:nvSpPr>
        <p:spPr bwMode="auto">
          <a:xfrm>
            <a:off x="977900" y="4241800"/>
            <a:ext cx="127000" cy="127000"/>
          </a:xfrm>
          <a:prstGeom prst="ellipse">
            <a:avLst/>
          </a:prstGeom>
          <a:solidFill>
            <a:srgbClr val="C4192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46892B80-F62F-C013-6B41-396EC07E6B98}"/>
              </a:ext>
            </a:extLst>
          </p:cNvPr>
          <p:cNvSpPr txBox="1"/>
          <p:nvPr/>
        </p:nvSpPr>
        <p:spPr>
          <a:xfrm>
            <a:off x="1244600" y="41529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Changes are made without release evidence</a:t>
            </a:r>
            <a:endParaRPr lang="en-US" sz="1400" dirty="0" err="1">
              <a:solidFill>
                <a:srgbClr val="303132"/>
              </a:solidFill>
              <a:latin typeface="Segoe UI" panose="020B0502040204020203" pitchFamily="34" charset="0"/>
            </a:endParaRPr>
          </a:p>
        </p:txBody>
      </p:sp>
      <p:sp>
        <p:nvSpPr>
          <p:cNvPr id="21" name="Oval 20">
            <a:extLst>
              <a:ext uri="{FF2B5EF4-FFF2-40B4-BE49-F238E27FC236}">
                <a16:creationId xmlns:a16="http://schemas.microsoft.com/office/drawing/2014/main" id="{BC336585-7AA4-B8F3-F0DD-CF4330FF3008}"/>
              </a:ext>
            </a:extLst>
          </p:cNvPr>
          <p:cNvSpPr/>
          <p:nvPr/>
        </p:nvSpPr>
        <p:spPr bwMode="auto">
          <a:xfrm>
            <a:off x="6642100" y="2413000"/>
            <a:ext cx="127000" cy="127000"/>
          </a:xfrm>
          <a:prstGeom prst="ellipse">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2" name="TextBox 21">
            <a:extLst>
              <a:ext uri="{FF2B5EF4-FFF2-40B4-BE49-F238E27FC236}">
                <a16:creationId xmlns:a16="http://schemas.microsoft.com/office/drawing/2014/main" id="{9D69D462-0788-1A92-78AE-A6CBBC936F4E}"/>
              </a:ext>
            </a:extLst>
          </p:cNvPr>
          <p:cNvSpPr txBox="1"/>
          <p:nvPr/>
        </p:nvSpPr>
        <p:spPr>
          <a:xfrm>
            <a:off x="6908800" y="23241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Quality and safety thresholds are explicit</a:t>
            </a:r>
            <a:endParaRPr lang="en-US" sz="1400" dirty="0" err="1">
              <a:solidFill>
                <a:srgbClr val="303132"/>
              </a:solidFill>
              <a:latin typeface="Segoe UI" panose="020B0502040204020203" pitchFamily="34" charset="0"/>
            </a:endParaRPr>
          </a:p>
        </p:txBody>
      </p:sp>
      <p:sp>
        <p:nvSpPr>
          <p:cNvPr id="23" name="Oval 22">
            <a:extLst>
              <a:ext uri="{FF2B5EF4-FFF2-40B4-BE49-F238E27FC236}">
                <a16:creationId xmlns:a16="http://schemas.microsoft.com/office/drawing/2014/main" id="{AF36AC7C-0801-2F7F-CE89-C04A743CF103}"/>
              </a:ext>
            </a:extLst>
          </p:cNvPr>
          <p:cNvSpPr/>
          <p:nvPr/>
        </p:nvSpPr>
        <p:spPr bwMode="auto">
          <a:xfrm>
            <a:off x="6642100" y="3022600"/>
            <a:ext cx="127000" cy="127000"/>
          </a:xfrm>
          <a:prstGeom prst="ellipse">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4" name="TextBox 23">
            <a:extLst>
              <a:ext uri="{FF2B5EF4-FFF2-40B4-BE49-F238E27FC236}">
                <a16:creationId xmlns:a16="http://schemas.microsoft.com/office/drawing/2014/main" id="{797137E9-5544-4DCD-1F38-7F35CEDDACBC}"/>
              </a:ext>
            </a:extLst>
          </p:cNvPr>
          <p:cNvSpPr txBox="1"/>
          <p:nvPr/>
        </p:nvSpPr>
        <p:spPr>
          <a:xfrm>
            <a:off x="6908800" y="29337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Tool calls and side effects are controlled</a:t>
            </a:r>
            <a:endParaRPr lang="en-US" sz="1400" dirty="0" err="1">
              <a:solidFill>
                <a:srgbClr val="303132"/>
              </a:solidFill>
              <a:latin typeface="Segoe UI" panose="020B0502040204020203" pitchFamily="34" charset="0"/>
            </a:endParaRPr>
          </a:p>
        </p:txBody>
      </p:sp>
      <p:sp>
        <p:nvSpPr>
          <p:cNvPr id="25" name="Oval 24">
            <a:extLst>
              <a:ext uri="{FF2B5EF4-FFF2-40B4-BE49-F238E27FC236}">
                <a16:creationId xmlns:a16="http://schemas.microsoft.com/office/drawing/2014/main" id="{D1EC2BB8-579D-34A3-FA80-B4227C978A9B}"/>
              </a:ext>
            </a:extLst>
          </p:cNvPr>
          <p:cNvSpPr/>
          <p:nvPr/>
        </p:nvSpPr>
        <p:spPr bwMode="auto">
          <a:xfrm>
            <a:off x="6642100" y="3632200"/>
            <a:ext cx="127000" cy="127000"/>
          </a:xfrm>
          <a:prstGeom prst="ellipse">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6" name="TextBox 25">
            <a:extLst>
              <a:ext uri="{FF2B5EF4-FFF2-40B4-BE49-F238E27FC236}">
                <a16:creationId xmlns:a16="http://schemas.microsoft.com/office/drawing/2014/main" id="{86152976-88EF-CD52-C05C-81DD3107F179}"/>
              </a:ext>
            </a:extLst>
          </p:cNvPr>
          <p:cNvSpPr txBox="1"/>
          <p:nvPr/>
        </p:nvSpPr>
        <p:spPr>
          <a:xfrm>
            <a:off x="6908800" y="35433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Every release is traceable to evidence</a:t>
            </a:r>
            <a:endParaRPr lang="en-US" sz="1400" dirty="0" err="1">
              <a:solidFill>
                <a:srgbClr val="303132"/>
              </a:solidFill>
              <a:latin typeface="Segoe UI" panose="020B0502040204020203" pitchFamily="34" charset="0"/>
            </a:endParaRPr>
          </a:p>
        </p:txBody>
      </p:sp>
      <p:sp>
        <p:nvSpPr>
          <p:cNvPr id="27" name="Oval 26">
            <a:extLst>
              <a:ext uri="{FF2B5EF4-FFF2-40B4-BE49-F238E27FC236}">
                <a16:creationId xmlns:a16="http://schemas.microsoft.com/office/drawing/2014/main" id="{E473A081-3DCB-0926-B692-76E7F7F1D59B}"/>
              </a:ext>
            </a:extLst>
          </p:cNvPr>
          <p:cNvSpPr/>
          <p:nvPr/>
        </p:nvSpPr>
        <p:spPr bwMode="auto">
          <a:xfrm>
            <a:off x="6642100" y="4241800"/>
            <a:ext cx="127000" cy="127000"/>
          </a:xfrm>
          <a:prstGeom prst="ellipse">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8" name="TextBox 27">
            <a:extLst>
              <a:ext uri="{FF2B5EF4-FFF2-40B4-BE49-F238E27FC236}">
                <a16:creationId xmlns:a16="http://schemas.microsoft.com/office/drawing/2014/main" id="{CE0AF699-05D1-D3CD-BDB6-8F00644AFC61}"/>
              </a:ext>
            </a:extLst>
          </p:cNvPr>
          <p:cNvSpPr txBox="1"/>
          <p:nvPr/>
        </p:nvSpPr>
        <p:spPr>
          <a:xfrm>
            <a:off x="6908800" y="41529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Owners can diagnose and contain failures</a:t>
            </a:r>
            <a:endParaRPr lang="en-US" sz="1400" dirty="0" err="1">
              <a:solidFill>
                <a:srgbClr val="303132"/>
              </a:solidFill>
              <a:latin typeface="Segoe UI" panose="020B0502040204020203" pitchFamily="34" charset="0"/>
            </a:endParaRPr>
          </a:p>
        </p:txBody>
      </p:sp>
      <p:sp>
        <p:nvSpPr>
          <p:cNvPr id="29" name="Left Card Header Base Square Edge">
            <a:extLst>
              <a:ext uri="{FF2B5EF4-FFF2-40B4-BE49-F238E27FC236}">
                <a16:creationId xmlns:a16="http://schemas.microsoft.com/office/drawing/2014/main" id="{85D6381E-C2A1-938C-BE9F-5C0B5326308F}"/>
              </a:ext>
            </a:extLst>
          </p:cNvPr>
          <p:cNvSpPr/>
          <p:nvPr/>
        </p:nvSpPr>
        <p:spPr bwMode="auto">
          <a:xfrm>
            <a:off x="660400" y="1727200"/>
            <a:ext cx="5207000" cy="304800"/>
          </a:xfrm>
          <a:prstGeom prst="rect">
            <a:avLst/>
          </a:prstGeom>
          <a:solidFill>
            <a:srgbClr val="C4192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1" name="TextBox 10">
            <a:extLst>
              <a:ext uri="{FF2B5EF4-FFF2-40B4-BE49-F238E27FC236}">
                <a16:creationId xmlns:a16="http://schemas.microsoft.com/office/drawing/2014/main" id="{FACC0127-483B-F12C-DAFB-A0BBE0E375B5}"/>
              </a:ext>
            </a:extLst>
          </p:cNvPr>
          <p:cNvSpPr txBox="1"/>
          <p:nvPr/>
        </p:nvSpPr>
        <p:spPr>
          <a:xfrm>
            <a:off x="965200" y="1587500"/>
            <a:ext cx="4597400" cy="307777"/>
          </a:xfrm>
          <a:prstGeom prst="rect">
            <a:avLst/>
          </a:prstGeom>
          <a:noFill/>
        </p:spPr>
        <p:txBody>
          <a:bodyPr vert="horz" wrap="square" lIns="0" tIns="0" rIns="0" bIns="0" rtlCol="0">
            <a:noAutofit/>
          </a:bodyPr>
          <a:lstStyle/>
          <a:p>
            <a:r>
              <a:rPr lang="en-US" b="1">
                <a:solidFill>
                  <a:srgbClr val="FFFFFF"/>
                </a:solidFill>
                <a:latin typeface="Segoe UI" panose="020B0502040204020203" pitchFamily="34" charset="0"/>
              </a:rPr>
              <a:t>A prototype can work</a:t>
            </a:r>
            <a:endParaRPr lang="en-US" b="1" dirty="0" err="1">
              <a:solidFill>
                <a:srgbClr val="FFFFFF"/>
              </a:solidFill>
              <a:latin typeface="Segoe UI" panose="020B0502040204020203" pitchFamily="34" charset="0"/>
            </a:endParaRPr>
          </a:p>
        </p:txBody>
      </p:sp>
      <p:sp>
        <p:nvSpPr>
          <p:cNvPr id="30" name="Right Card Header Base Square Edge">
            <a:extLst>
              <a:ext uri="{FF2B5EF4-FFF2-40B4-BE49-F238E27FC236}">
                <a16:creationId xmlns:a16="http://schemas.microsoft.com/office/drawing/2014/main" id="{15B9491C-59D8-B4C9-4997-84E5945B8E3C}"/>
              </a:ext>
            </a:extLst>
          </p:cNvPr>
          <p:cNvSpPr/>
          <p:nvPr/>
        </p:nvSpPr>
        <p:spPr bwMode="auto">
          <a:xfrm>
            <a:off x="6324600" y="1727200"/>
            <a:ext cx="5207000" cy="304800"/>
          </a:xfrm>
          <a:prstGeom prst="rect">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2" name="TextBox 11">
            <a:extLst>
              <a:ext uri="{FF2B5EF4-FFF2-40B4-BE49-F238E27FC236}">
                <a16:creationId xmlns:a16="http://schemas.microsoft.com/office/drawing/2014/main" id="{70950248-07A1-1B96-0D9D-46EE269777BC}"/>
              </a:ext>
            </a:extLst>
          </p:cNvPr>
          <p:cNvSpPr txBox="1"/>
          <p:nvPr/>
        </p:nvSpPr>
        <p:spPr>
          <a:xfrm>
            <a:off x="6629400" y="1587500"/>
            <a:ext cx="4597400" cy="307777"/>
          </a:xfrm>
          <a:prstGeom prst="rect">
            <a:avLst/>
          </a:prstGeom>
          <a:noFill/>
        </p:spPr>
        <p:txBody>
          <a:bodyPr vert="horz" wrap="square" lIns="0" tIns="0" rIns="0" bIns="0" rtlCol="0">
            <a:noAutofit/>
          </a:bodyPr>
          <a:lstStyle/>
          <a:p>
            <a:r>
              <a:rPr lang="en-US" b="1">
                <a:solidFill>
                  <a:srgbClr val="FFFFFF"/>
                </a:solidFill>
                <a:latin typeface="Segoe UI" panose="020B0502040204020203" pitchFamily="34" charset="0"/>
              </a:rPr>
              <a:t>Production needs proof</a:t>
            </a:r>
            <a:endParaRPr lang="en-US" b="1" dirty="0" err="1">
              <a:solidFill>
                <a:srgbClr val="FFFFFF"/>
              </a:solidFill>
              <a:latin typeface="Segoe UI" panose="020B0502040204020203" pitchFamily="34" charset="0"/>
            </a:endParaRPr>
          </a:p>
        </p:txBody>
      </p:sp>
    </p:spTree>
    <p:extLst>
      <p:ext uri="{BB962C8B-B14F-4D97-AF65-F5344CB8AC3E}">
        <p14:creationId xmlns:p14="http://schemas.microsoft.com/office/powerpoint/2010/main" val="3480629154"/>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7170D5D-8B0D-D217-252E-311BB3A25F1C}"/>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73C9F68A-0B20-800A-62A6-B1FF16E8FE3C}"/>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6</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226E4548-A02D-55C1-DA28-84518FB81E40}"/>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3F03613C-ED12-8E27-4F0D-39E74ACBF4CC}"/>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Building blocks of a production agent</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EAA9879B-943B-456C-15C4-6BF67770D274}"/>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Each tier adds components and operational complexity.</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6E44E82E-41E4-B7E2-19EB-C640598DC640}"/>
              </a:ext>
            </a:extLst>
          </p:cNvPr>
          <p:cNvSpPr/>
          <p:nvPr/>
        </p:nvSpPr>
        <p:spPr bwMode="auto">
          <a:xfrm>
            <a:off x="660400" y="1549400"/>
            <a:ext cx="3471333" cy="1714500"/>
          </a:xfrm>
          <a:prstGeom prst="roundRect">
            <a:avLst/>
          </a:prstGeom>
          <a:solidFill>
            <a:srgbClr val="E8F2F8"/>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Rectangle: Rounded Corners 7">
            <a:extLst>
              <a:ext uri="{FF2B5EF4-FFF2-40B4-BE49-F238E27FC236}">
                <a16:creationId xmlns:a16="http://schemas.microsoft.com/office/drawing/2014/main" id="{935A866E-A58C-B8FC-5B0C-A9A0A992A120}"/>
              </a:ext>
            </a:extLst>
          </p:cNvPr>
          <p:cNvSpPr/>
          <p:nvPr/>
        </p:nvSpPr>
        <p:spPr bwMode="auto">
          <a:xfrm>
            <a:off x="660400" y="1549400"/>
            <a:ext cx="3471333" cy="609600"/>
          </a:xfrm>
          <a:prstGeom prst="round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9" name="Rectangle 8">
            <a:extLst>
              <a:ext uri="{FF2B5EF4-FFF2-40B4-BE49-F238E27FC236}">
                <a16:creationId xmlns:a16="http://schemas.microsoft.com/office/drawing/2014/main" id="{24525462-7370-DAF1-EA88-93F997FBCC43}"/>
              </a:ext>
            </a:extLst>
          </p:cNvPr>
          <p:cNvSpPr/>
          <p:nvPr/>
        </p:nvSpPr>
        <p:spPr bwMode="auto">
          <a:xfrm>
            <a:off x="660400" y="1854200"/>
            <a:ext cx="3471333" cy="304800"/>
          </a:xfrm>
          <a:prstGeom prst="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0" name="TextBox 9">
            <a:extLst>
              <a:ext uri="{FF2B5EF4-FFF2-40B4-BE49-F238E27FC236}">
                <a16:creationId xmlns:a16="http://schemas.microsoft.com/office/drawing/2014/main" id="{A8E05CF6-3483-B60A-DDD3-45EF67B198B7}"/>
              </a:ext>
            </a:extLst>
          </p:cNvPr>
          <p:cNvSpPr txBox="1"/>
          <p:nvPr/>
        </p:nvSpPr>
        <p:spPr>
          <a:xfrm>
            <a:off x="863600" y="17145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Prompts</a:t>
            </a:r>
            <a:endParaRPr lang="en-US" sz="1600" b="1" dirty="0" err="1">
              <a:solidFill>
                <a:srgbClr val="FFFFFF"/>
              </a:solidFill>
              <a:latin typeface="Segoe UI" panose="020B0502040204020203" pitchFamily="34" charset="0"/>
            </a:endParaRPr>
          </a:p>
        </p:txBody>
      </p:sp>
      <p:sp>
        <p:nvSpPr>
          <p:cNvPr id="11" name="TextBox 10">
            <a:extLst>
              <a:ext uri="{FF2B5EF4-FFF2-40B4-BE49-F238E27FC236}">
                <a16:creationId xmlns:a16="http://schemas.microsoft.com/office/drawing/2014/main" id="{A9D77764-051A-D61A-1AA3-F498DCD9360E}"/>
              </a:ext>
            </a:extLst>
          </p:cNvPr>
          <p:cNvSpPr txBox="1"/>
          <p:nvPr/>
        </p:nvSpPr>
        <p:spPr>
          <a:xfrm>
            <a:off x="863600" y="23495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System prompt, model, versioning, quality evaluation, and cost.</a:t>
            </a:r>
            <a:endParaRPr lang="en-US" sz="1400" dirty="0" err="1">
              <a:solidFill>
                <a:srgbClr val="303132"/>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8912B4CB-059F-982D-08F4-750B197E92FE}"/>
              </a:ext>
            </a:extLst>
          </p:cNvPr>
          <p:cNvSpPr/>
          <p:nvPr/>
        </p:nvSpPr>
        <p:spPr bwMode="auto">
          <a:xfrm>
            <a:off x="4360333" y="1549400"/>
            <a:ext cx="3471334" cy="1714500"/>
          </a:xfrm>
          <a:prstGeom prst="roundRect">
            <a:avLst/>
          </a:prstGeom>
          <a:solidFill>
            <a:srgbClr val="EDF8ED"/>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3" name="Rectangle: Rounded Corners 12">
            <a:extLst>
              <a:ext uri="{FF2B5EF4-FFF2-40B4-BE49-F238E27FC236}">
                <a16:creationId xmlns:a16="http://schemas.microsoft.com/office/drawing/2014/main" id="{BFD0ABE9-DC42-3AB8-9396-22A5BF3DF7F3}"/>
              </a:ext>
            </a:extLst>
          </p:cNvPr>
          <p:cNvSpPr/>
          <p:nvPr/>
        </p:nvSpPr>
        <p:spPr bwMode="auto">
          <a:xfrm>
            <a:off x="4360333" y="1549400"/>
            <a:ext cx="3471334" cy="609600"/>
          </a:xfrm>
          <a:prstGeom prst="round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4" name="Rectangle 13">
            <a:extLst>
              <a:ext uri="{FF2B5EF4-FFF2-40B4-BE49-F238E27FC236}">
                <a16:creationId xmlns:a16="http://schemas.microsoft.com/office/drawing/2014/main" id="{B4553D2F-2FE1-CA24-2976-B0045F8B20EF}"/>
              </a:ext>
            </a:extLst>
          </p:cNvPr>
          <p:cNvSpPr/>
          <p:nvPr/>
        </p:nvSpPr>
        <p:spPr bwMode="auto">
          <a:xfrm>
            <a:off x="4360333" y="1854200"/>
            <a:ext cx="3471334" cy="304800"/>
          </a:xfrm>
          <a:prstGeom prst="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TextBox 14">
            <a:extLst>
              <a:ext uri="{FF2B5EF4-FFF2-40B4-BE49-F238E27FC236}">
                <a16:creationId xmlns:a16="http://schemas.microsoft.com/office/drawing/2014/main" id="{0AD2380E-5C43-7535-18E2-D0E6EC5EBD65}"/>
              </a:ext>
            </a:extLst>
          </p:cNvPr>
          <p:cNvSpPr txBox="1"/>
          <p:nvPr/>
        </p:nvSpPr>
        <p:spPr>
          <a:xfrm>
            <a:off x="4563533" y="17145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RAG</a:t>
            </a:r>
            <a:endParaRPr lang="en-US" sz="1600" b="1" dirty="0" err="1">
              <a:solidFill>
                <a:srgbClr val="FFFFFF"/>
              </a:solidFill>
              <a:latin typeface="Segoe UI" panose="020B0502040204020203" pitchFamily="34" charset="0"/>
            </a:endParaRPr>
          </a:p>
        </p:txBody>
      </p:sp>
      <p:sp>
        <p:nvSpPr>
          <p:cNvPr id="16" name="TextBox 15">
            <a:extLst>
              <a:ext uri="{FF2B5EF4-FFF2-40B4-BE49-F238E27FC236}">
                <a16:creationId xmlns:a16="http://schemas.microsoft.com/office/drawing/2014/main" id="{B009AD82-AA8E-2957-7801-5B98E1ADBACC}"/>
              </a:ext>
            </a:extLst>
          </p:cNvPr>
          <p:cNvSpPr txBox="1"/>
          <p:nvPr/>
        </p:nvSpPr>
        <p:spPr>
          <a:xfrm>
            <a:off x="4563533" y="23495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Knowledge sources, freshness, permissions, and groundedness.</a:t>
            </a:r>
            <a:endParaRPr lang="en-US" sz="1400" dirty="0" err="1">
              <a:solidFill>
                <a:srgbClr val="303132"/>
              </a:solidFill>
              <a:latin typeface="Segoe UI" panose="020B0502040204020203" pitchFamily="34" charset="0"/>
            </a:endParaRPr>
          </a:p>
        </p:txBody>
      </p:sp>
      <p:sp>
        <p:nvSpPr>
          <p:cNvPr id="17" name="Rectangle: Rounded Corners 16">
            <a:extLst>
              <a:ext uri="{FF2B5EF4-FFF2-40B4-BE49-F238E27FC236}">
                <a16:creationId xmlns:a16="http://schemas.microsoft.com/office/drawing/2014/main" id="{118C1EB0-ECEE-CE70-7E3B-D87081CA96A5}"/>
              </a:ext>
            </a:extLst>
          </p:cNvPr>
          <p:cNvSpPr/>
          <p:nvPr/>
        </p:nvSpPr>
        <p:spPr bwMode="auto">
          <a:xfrm>
            <a:off x="8060267" y="1549400"/>
            <a:ext cx="3471333" cy="1714500"/>
          </a:xfrm>
          <a:prstGeom prst="roundRect">
            <a:avLst/>
          </a:prstGeom>
          <a:solidFill>
            <a:srgbClr val="FCF3E9"/>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8" name="Rectangle: Rounded Corners 17">
            <a:extLst>
              <a:ext uri="{FF2B5EF4-FFF2-40B4-BE49-F238E27FC236}">
                <a16:creationId xmlns:a16="http://schemas.microsoft.com/office/drawing/2014/main" id="{9BAF5C37-CF56-D8F2-0309-D649B5445135}"/>
              </a:ext>
            </a:extLst>
          </p:cNvPr>
          <p:cNvSpPr/>
          <p:nvPr/>
        </p:nvSpPr>
        <p:spPr bwMode="auto">
          <a:xfrm>
            <a:off x="8060267" y="1549400"/>
            <a:ext cx="3471333" cy="609600"/>
          </a:xfrm>
          <a:prstGeom prst="roundRect">
            <a:avLst/>
          </a:prstGeom>
          <a:solidFill>
            <a:srgbClr val="D83B0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BD70816E-37A8-5F1E-9880-F0A129F3A2BF}"/>
              </a:ext>
            </a:extLst>
          </p:cNvPr>
          <p:cNvSpPr/>
          <p:nvPr/>
        </p:nvSpPr>
        <p:spPr bwMode="auto">
          <a:xfrm>
            <a:off x="8060267" y="1854200"/>
            <a:ext cx="3471333" cy="304800"/>
          </a:xfrm>
          <a:prstGeom prst="rect">
            <a:avLst/>
          </a:prstGeom>
          <a:solidFill>
            <a:srgbClr val="D83B0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09EF1176-491E-DD38-CEBE-1BBB0DE01687}"/>
              </a:ext>
            </a:extLst>
          </p:cNvPr>
          <p:cNvSpPr txBox="1"/>
          <p:nvPr/>
        </p:nvSpPr>
        <p:spPr>
          <a:xfrm>
            <a:off x="8263467" y="17145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Tools</a:t>
            </a:r>
            <a:endParaRPr lang="en-US" sz="16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EB66148E-C19B-E493-B16C-B894C66A2923}"/>
              </a:ext>
            </a:extLst>
          </p:cNvPr>
          <p:cNvSpPr txBox="1"/>
          <p:nvPr/>
        </p:nvSpPr>
        <p:spPr>
          <a:xfrm>
            <a:off x="8263467" y="23495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MCP servers, guardrails, authentication, side effects, and failure modes.</a:t>
            </a:r>
            <a:endParaRPr lang="en-US" sz="1400" dirty="0" err="1">
              <a:solidFill>
                <a:srgbClr val="303132"/>
              </a:solidFill>
              <a:latin typeface="Segoe UI" panose="020B0502040204020203" pitchFamily="34" charset="0"/>
            </a:endParaRPr>
          </a:p>
        </p:txBody>
      </p:sp>
      <p:sp>
        <p:nvSpPr>
          <p:cNvPr id="22" name="Rectangle: Rounded Corners 21">
            <a:extLst>
              <a:ext uri="{FF2B5EF4-FFF2-40B4-BE49-F238E27FC236}">
                <a16:creationId xmlns:a16="http://schemas.microsoft.com/office/drawing/2014/main" id="{A7DB4CCE-086B-222E-6934-7B04D4B3CCB5}"/>
              </a:ext>
            </a:extLst>
          </p:cNvPr>
          <p:cNvSpPr/>
          <p:nvPr/>
        </p:nvSpPr>
        <p:spPr bwMode="auto">
          <a:xfrm>
            <a:off x="2510367" y="3517900"/>
            <a:ext cx="3471333" cy="1714500"/>
          </a:xfrm>
          <a:prstGeom prst="roundRect">
            <a:avLst/>
          </a:prstGeom>
          <a:solidFill>
            <a:srgbClr val="F8EFF5"/>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3" name="Rectangle: Rounded Corners 22">
            <a:extLst>
              <a:ext uri="{FF2B5EF4-FFF2-40B4-BE49-F238E27FC236}">
                <a16:creationId xmlns:a16="http://schemas.microsoft.com/office/drawing/2014/main" id="{EBBAA67E-DE49-5CAD-88C4-9504285C1D9A}"/>
              </a:ext>
            </a:extLst>
          </p:cNvPr>
          <p:cNvSpPr/>
          <p:nvPr/>
        </p:nvSpPr>
        <p:spPr bwMode="auto">
          <a:xfrm>
            <a:off x="2510367" y="3517900"/>
            <a:ext cx="3471333" cy="609600"/>
          </a:xfrm>
          <a:prstGeom prst="round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4" name="Rectangle 23">
            <a:extLst>
              <a:ext uri="{FF2B5EF4-FFF2-40B4-BE49-F238E27FC236}">
                <a16:creationId xmlns:a16="http://schemas.microsoft.com/office/drawing/2014/main" id="{36B329B4-93DA-BB2F-AF9C-F4F68569DBDD}"/>
              </a:ext>
            </a:extLst>
          </p:cNvPr>
          <p:cNvSpPr/>
          <p:nvPr/>
        </p:nvSpPr>
        <p:spPr bwMode="auto">
          <a:xfrm>
            <a:off x="2510367" y="3822700"/>
            <a:ext cx="3471333" cy="304800"/>
          </a:xfrm>
          <a:prstGeom prst="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5" name="TextBox 24">
            <a:extLst>
              <a:ext uri="{FF2B5EF4-FFF2-40B4-BE49-F238E27FC236}">
                <a16:creationId xmlns:a16="http://schemas.microsoft.com/office/drawing/2014/main" id="{DF0E11A6-D068-E561-4346-66AEAA0CB085}"/>
              </a:ext>
            </a:extLst>
          </p:cNvPr>
          <p:cNvSpPr txBox="1"/>
          <p:nvPr/>
        </p:nvSpPr>
        <p:spPr>
          <a:xfrm>
            <a:off x="2713567" y="36830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Autonomy</a:t>
            </a:r>
            <a:endParaRPr lang="en-US" sz="1600" b="1" dirty="0" err="1">
              <a:solidFill>
                <a:srgbClr val="FFFFFF"/>
              </a:solidFill>
              <a:latin typeface="Segoe UI" panose="020B0502040204020203" pitchFamily="34" charset="0"/>
            </a:endParaRPr>
          </a:p>
        </p:txBody>
      </p:sp>
      <p:sp>
        <p:nvSpPr>
          <p:cNvPr id="26" name="TextBox 25">
            <a:extLst>
              <a:ext uri="{FF2B5EF4-FFF2-40B4-BE49-F238E27FC236}">
                <a16:creationId xmlns:a16="http://schemas.microsoft.com/office/drawing/2014/main" id="{4DFB6A4A-386D-78E5-04EC-23AA72F974C8}"/>
              </a:ext>
            </a:extLst>
          </p:cNvPr>
          <p:cNvSpPr txBox="1"/>
          <p:nvPr/>
        </p:nvSpPr>
        <p:spPr>
          <a:xfrm>
            <a:off x="2713567" y="43180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Memory, orchestration, approval points, traces, and loop prevention.</a:t>
            </a:r>
            <a:endParaRPr lang="en-US" sz="1400" dirty="0" err="1">
              <a:solidFill>
                <a:srgbClr val="303132"/>
              </a:solidFill>
              <a:latin typeface="Segoe UI" panose="020B0502040204020203" pitchFamily="34" charset="0"/>
            </a:endParaRPr>
          </a:p>
        </p:txBody>
      </p:sp>
      <p:sp>
        <p:nvSpPr>
          <p:cNvPr id="27" name="Rectangle: Rounded Corners 26">
            <a:extLst>
              <a:ext uri="{FF2B5EF4-FFF2-40B4-BE49-F238E27FC236}">
                <a16:creationId xmlns:a16="http://schemas.microsoft.com/office/drawing/2014/main" id="{1E5AEC17-25EC-28AB-B623-DC42E0E9C77D}"/>
              </a:ext>
            </a:extLst>
          </p:cNvPr>
          <p:cNvSpPr/>
          <p:nvPr/>
        </p:nvSpPr>
        <p:spPr bwMode="auto">
          <a:xfrm>
            <a:off x="6210300" y="3517900"/>
            <a:ext cx="3471334" cy="1714500"/>
          </a:xfrm>
          <a:prstGeom prst="roundRect">
            <a:avLst/>
          </a:prstGeom>
          <a:solidFill>
            <a:srgbClr val="F5F5F5"/>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8" name="Rectangle: Rounded Corners 27">
            <a:extLst>
              <a:ext uri="{FF2B5EF4-FFF2-40B4-BE49-F238E27FC236}">
                <a16:creationId xmlns:a16="http://schemas.microsoft.com/office/drawing/2014/main" id="{604A4BBD-1B5F-C09C-A212-89AF760D05D4}"/>
              </a:ext>
            </a:extLst>
          </p:cNvPr>
          <p:cNvSpPr/>
          <p:nvPr/>
        </p:nvSpPr>
        <p:spPr bwMode="auto">
          <a:xfrm>
            <a:off x="6210300" y="3517900"/>
            <a:ext cx="3471334" cy="609600"/>
          </a:xfrm>
          <a:prstGeom prst="roundRect">
            <a:avLst/>
          </a:prstGeom>
          <a:solidFill>
            <a:srgbClr val="243A5E"/>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9" name="Rectangle 28">
            <a:extLst>
              <a:ext uri="{FF2B5EF4-FFF2-40B4-BE49-F238E27FC236}">
                <a16:creationId xmlns:a16="http://schemas.microsoft.com/office/drawing/2014/main" id="{20EAF1BA-6309-66C3-01AF-F197C72FD9DA}"/>
              </a:ext>
            </a:extLst>
          </p:cNvPr>
          <p:cNvSpPr/>
          <p:nvPr/>
        </p:nvSpPr>
        <p:spPr bwMode="auto">
          <a:xfrm>
            <a:off x="6210300" y="3822700"/>
            <a:ext cx="3471334" cy="304800"/>
          </a:xfrm>
          <a:prstGeom prst="rect">
            <a:avLst/>
          </a:prstGeom>
          <a:solidFill>
            <a:srgbClr val="243A5E"/>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30" name="TextBox 29">
            <a:extLst>
              <a:ext uri="{FF2B5EF4-FFF2-40B4-BE49-F238E27FC236}">
                <a16:creationId xmlns:a16="http://schemas.microsoft.com/office/drawing/2014/main" id="{CF211690-8B97-7D6F-E4EF-FE29C92D9AE5}"/>
              </a:ext>
            </a:extLst>
          </p:cNvPr>
          <p:cNvSpPr txBox="1"/>
          <p:nvPr/>
        </p:nvSpPr>
        <p:spPr>
          <a:xfrm>
            <a:off x="6413500" y="36830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Multi-agent</a:t>
            </a:r>
            <a:endParaRPr lang="en-US" sz="1600" b="1" dirty="0" err="1">
              <a:solidFill>
                <a:srgbClr val="FFFFFF"/>
              </a:solidFill>
              <a:latin typeface="Segoe UI" panose="020B0502040204020203" pitchFamily="34" charset="0"/>
            </a:endParaRPr>
          </a:p>
        </p:txBody>
      </p:sp>
      <p:sp>
        <p:nvSpPr>
          <p:cNvPr id="31" name="TextBox 30">
            <a:extLst>
              <a:ext uri="{FF2B5EF4-FFF2-40B4-BE49-F238E27FC236}">
                <a16:creationId xmlns:a16="http://schemas.microsoft.com/office/drawing/2014/main" id="{0A813A2F-7F0B-95B3-490A-211A057D0974}"/>
              </a:ext>
            </a:extLst>
          </p:cNvPr>
          <p:cNvSpPr txBox="1"/>
          <p:nvPr/>
        </p:nvSpPr>
        <p:spPr>
          <a:xfrm>
            <a:off x="6413500" y="43180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Orchestrators, sub-agents, coordination, emergent behavior, and cost spikes.</a:t>
            </a:r>
            <a:endParaRPr lang="en-US" sz="1400" dirty="0" err="1">
              <a:solidFill>
                <a:srgbClr val="303132"/>
              </a:solidFill>
              <a:latin typeface="Segoe UI" panose="020B0502040204020203" pitchFamily="34" charset="0"/>
            </a:endParaRPr>
          </a:p>
        </p:txBody>
      </p:sp>
    </p:spTree>
    <p:extLst>
      <p:ext uri="{BB962C8B-B14F-4D97-AF65-F5344CB8AC3E}">
        <p14:creationId xmlns:p14="http://schemas.microsoft.com/office/powerpoint/2010/main" val="203856455"/>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E39256A-2BEC-BE2F-9052-7663B8295137}"/>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7BEE0C71-3804-D182-F888-90ACD64FC2B5}"/>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7</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0638BEAE-D17C-8931-9A8F-AAC793FF3A09}"/>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E89AF397-E680-52B1-5F4F-5AA667202832}"/>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Microsoft Foundry is the control plane</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2C97399A-8473-E18A-5425-673E20ABDEBE}"/>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AgentOps connects Foundry signals to release decisions and post-deployment action.</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386D56D5-3F84-FF3E-E81E-64B14A5EA5DC}"/>
              </a:ext>
            </a:extLst>
          </p:cNvPr>
          <p:cNvSpPr/>
          <p:nvPr/>
        </p:nvSpPr>
        <p:spPr bwMode="auto">
          <a:xfrm>
            <a:off x="660400" y="2006600"/>
            <a:ext cx="3471333" cy="2286000"/>
          </a:xfrm>
          <a:prstGeom prst="roundRect">
            <a:avLst/>
          </a:prstGeom>
          <a:solidFill>
            <a:srgbClr val="E8F2F8"/>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Rectangle: Rounded Corners 7">
            <a:extLst>
              <a:ext uri="{FF2B5EF4-FFF2-40B4-BE49-F238E27FC236}">
                <a16:creationId xmlns:a16="http://schemas.microsoft.com/office/drawing/2014/main" id="{E87C8A79-2BAE-E3C8-5689-CA9501025A07}"/>
              </a:ext>
            </a:extLst>
          </p:cNvPr>
          <p:cNvSpPr/>
          <p:nvPr/>
        </p:nvSpPr>
        <p:spPr bwMode="auto">
          <a:xfrm>
            <a:off x="660400" y="2006600"/>
            <a:ext cx="3471333" cy="609600"/>
          </a:xfrm>
          <a:prstGeom prst="round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9" name="Rectangle 8">
            <a:extLst>
              <a:ext uri="{FF2B5EF4-FFF2-40B4-BE49-F238E27FC236}">
                <a16:creationId xmlns:a16="http://schemas.microsoft.com/office/drawing/2014/main" id="{6157D3A3-5E6E-174F-6F40-7F9FCD617027}"/>
              </a:ext>
            </a:extLst>
          </p:cNvPr>
          <p:cNvSpPr/>
          <p:nvPr/>
        </p:nvSpPr>
        <p:spPr bwMode="auto">
          <a:xfrm>
            <a:off x="660400" y="2311400"/>
            <a:ext cx="3471333" cy="304800"/>
          </a:xfrm>
          <a:prstGeom prst="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0" name="TextBox 9">
            <a:extLst>
              <a:ext uri="{FF2B5EF4-FFF2-40B4-BE49-F238E27FC236}">
                <a16:creationId xmlns:a16="http://schemas.microsoft.com/office/drawing/2014/main" id="{CAA15519-62F5-87B2-048A-27EC71A5B350}"/>
              </a:ext>
            </a:extLst>
          </p:cNvPr>
          <p:cNvSpPr txBox="1"/>
          <p:nvPr/>
        </p:nvSpPr>
        <p:spPr>
          <a:xfrm>
            <a:off x="863600" y="21717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Surfaces</a:t>
            </a:r>
            <a:endParaRPr lang="en-US" sz="1600" b="1" dirty="0" err="1">
              <a:solidFill>
                <a:srgbClr val="FFFFFF"/>
              </a:solidFill>
              <a:latin typeface="Segoe UI" panose="020B0502040204020203" pitchFamily="34" charset="0"/>
            </a:endParaRPr>
          </a:p>
        </p:txBody>
      </p:sp>
      <p:sp>
        <p:nvSpPr>
          <p:cNvPr id="11" name="TextBox 10">
            <a:extLst>
              <a:ext uri="{FF2B5EF4-FFF2-40B4-BE49-F238E27FC236}">
                <a16:creationId xmlns:a16="http://schemas.microsoft.com/office/drawing/2014/main" id="{487E004E-62B1-3C9B-79D8-088F4C6B93C8}"/>
              </a:ext>
            </a:extLst>
          </p:cNvPr>
          <p:cNvSpPr txBox="1"/>
          <p:nvPr/>
        </p:nvSpPr>
        <p:spPr>
          <a:xfrm>
            <a:off x="863600" y="28067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Portal, SDK, Azure CLI and REST, plus GitHub Actions.</a:t>
            </a:r>
            <a:endParaRPr lang="en-US" sz="1400" dirty="0" err="1">
              <a:solidFill>
                <a:srgbClr val="303132"/>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FEEED291-8CAA-6A39-83D5-E0D20B15584D}"/>
              </a:ext>
            </a:extLst>
          </p:cNvPr>
          <p:cNvSpPr/>
          <p:nvPr/>
        </p:nvSpPr>
        <p:spPr bwMode="auto">
          <a:xfrm>
            <a:off x="4360333" y="2006600"/>
            <a:ext cx="3471334" cy="2286000"/>
          </a:xfrm>
          <a:prstGeom prst="roundRect">
            <a:avLst/>
          </a:prstGeom>
          <a:solidFill>
            <a:srgbClr val="F8EFF5"/>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3" name="Rectangle: Rounded Corners 12">
            <a:extLst>
              <a:ext uri="{FF2B5EF4-FFF2-40B4-BE49-F238E27FC236}">
                <a16:creationId xmlns:a16="http://schemas.microsoft.com/office/drawing/2014/main" id="{0D7E75F6-BE3D-926F-4E48-1E1F9E7E21AC}"/>
              </a:ext>
            </a:extLst>
          </p:cNvPr>
          <p:cNvSpPr/>
          <p:nvPr/>
        </p:nvSpPr>
        <p:spPr bwMode="auto">
          <a:xfrm>
            <a:off x="4360333" y="2006600"/>
            <a:ext cx="3471334" cy="609600"/>
          </a:xfrm>
          <a:prstGeom prst="round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4" name="Rectangle 13">
            <a:extLst>
              <a:ext uri="{FF2B5EF4-FFF2-40B4-BE49-F238E27FC236}">
                <a16:creationId xmlns:a16="http://schemas.microsoft.com/office/drawing/2014/main" id="{BA9C20D7-4EB6-BD28-ADE4-07D410A52ED4}"/>
              </a:ext>
            </a:extLst>
          </p:cNvPr>
          <p:cNvSpPr/>
          <p:nvPr/>
        </p:nvSpPr>
        <p:spPr bwMode="auto">
          <a:xfrm>
            <a:off x="4360333" y="2311400"/>
            <a:ext cx="3471334" cy="304800"/>
          </a:xfrm>
          <a:prstGeom prst="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TextBox 14">
            <a:extLst>
              <a:ext uri="{FF2B5EF4-FFF2-40B4-BE49-F238E27FC236}">
                <a16:creationId xmlns:a16="http://schemas.microsoft.com/office/drawing/2014/main" id="{1BA1DEA7-4400-1189-7931-29170AFD2492}"/>
              </a:ext>
            </a:extLst>
          </p:cNvPr>
          <p:cNvSpPr txBox="1"/>
          <p:nvPr/>
        </p:nvSpPr>
        <p:spPr>
          <a:xfrm>
            <a:off x="4563533" y="21717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Capabilities</a:t>
            </a:r>
            <a:endParaRPr lang="en-US" sz="1600" b="1" dirty="0" err="1">
              <a:solidFill>
                <a:srgbClr val="FFFFFF"/>
              </a:solidFill>
              <a:latin typeface="Segoe UI" panose="020B0502040204020203" pitchFamily="34" charset="0"/>
            </a:endParaRPr>
          </a:p>
        </p:txBody>
      </p:sp>
      <p:sp>
        <p:nvSpPr>
          <p:cNvPr id="16" name="TextBox 15">
            <a:extLst>
              <a:ext uri="{FF2B5EF4-FFF2-40B4-BE49-F238E27FC236}">
                <a16:creationId xmlns:a16="http://schemas.microsoft.com/office/drawing/2014/main" id="{DBA22F42-7DCF-D481-6DF0-EED3459F4A29}"/>
              </a:ext>
            </a:extLst>
          </p:cNvPr>
          <p:cNvSpPr txBox="1"/>
          <p:nvPr/>
        </p:nvSpPr>
        <p:spPr>
          <a:xfrm>
            <a:off x="4563533" y="28067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Agent versions, evaluators, red teaming, tracing, and Content Safety.</a:t>
            </a:r>
            <a:endParaRPr lang="en-US" sz="1400" dirty="0" err="1">
              <a:solidFill>
                <a:srgbClr val="303132"/>
              </a:solidFill>
              <a:latin typeface="Segoe UI" panose="020B0502040204020203" pitchFamily="34" charset="0"/>
            </a:endParaRPr>
          </a:p>
        </p:txBody>
      </p:sp>
      <p:sp>
        <p:nvSpPr>
          <p:cNvPr id="17" name="Rectangle: Rounded Corners 16">
            <a:extLst>
              <a:ext uri="{FF2B5EF4-FFF2-40B4-BE49-F238E27FC236}">
                <a16:creationId xmlns:a16="http://schemas.microsoft.com/office/drawing/2014/main" id="{97226E8A-6234-0CDD-1DC1-82CFE1115F2F}"/>
              </a:ext>
            </a:extLst>
          </p:cNvPr>
          <p:cNvSpPr/>
          <p:nvPr/>
        </p:nvSpPr>
        <p:spPr bwMode="auto">
          <a:xfrm>
            <a:off x="8060267" y="2006600"/>
            <a:ext cx="3471333" cy="2286000"/>
          </a:xfrm>
          <a:prstGeom prst="roundRect">
            <a:avLst/>
          </a:prstGeom>
          <a:solidFill>
            <a:srgbClr val="EDF8ED"/>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8" name="Rectangle: Rounded Corners 17">
            <a:extLst>
              <a:ext uri="{FF2B5EF4-FFF2-40B4-BE49-F238E27FC236}">
                <a16:creationId xmlns:a16="http://schemas.microsoft.com/office/drawing/2014/main" id="{C51D214A-672C-D3D1-AA2C-DA465CC0B389}"/>
              </a:ext>
            </a:extLst>
          </p:cNvPr>
          <p:cNvSpPr/>
          <p:nvPr/>
        </p:nvSpPr>
        <p:spPr bwMode="auto">
          <a:xfrm>
            <a:off x="8060267" y="2006600"/>
            <a:ext cx="3471333" cy="609600"/>
          </a:xfrm>
          <a:prstGeom prst="round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E1C45C28-1FC4-3F97-DE57-6466F1F551C7}"/>
              </a:ext>
            </a:extLst>
          </p:cNvPr>
          <p:cNvSpPr/>
          <p:nvPr/>
        </p:nvSpPr>
        <p:spPr bwMode="auto">
          <a:xfrm>
            <a:off x="8060267" y="2311400"/>
            <a:ext cx="3471333" cy="304800"/>
          </a:xfrm>
          <a:prstGeom prst="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518EEA93-E6C2-98E8-3B0C-09BAB6FAA9E3}"/>
              </a:ext>
            </a:extLst>
          </p:cNvPr>
          <p:cNvSpPr txBox="1"/>
          <p:nvPr/>
        </p:nvSpPr>
        <p:spPr>
          <a:xfrm>
            <a:off x="8263467" y="21717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Runtime</a:t>
            </a:r>
            <a:endParaRPr lang="en-US" sz="16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F1DAC091-51A8-2B69-8692-EAA5D6AE49A7}"/>
              </a:ext>
            </a:extLst>
          </p:cNvPr>
          <p:cNvSpPr txBox="1"/>
          <p:nvPr/>
        </p:nvSpPr>
        <p:spPr>
          <a:xfrm>
            <a:off x="8263467" y="28067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Foundry projects, model deployments, tools, App Insights, and Log Analytics.</a:t>
            </a:r>
            <a:endParaRPr lang="en-US" sz="1400" dirty="0" err="1">
              <a:solidFill>
                <a:srgbClr val="303132"/>
              </a:solidFill>
              <a:latin typeface="Segoe UI" panose="020B0502040204020203" pitchFamily="34" charset="0"/>
            </a:endParaRPr>
          </a:p>
        </p:txBody>
      </p:sp>
    </p:spTree>
    <p:extLst>
      <p:ext uri="{BB962C8B-B14F-4D97-AF65-F5344CB8AC3E}">
        <p14:creationId xmlns:p14="http://schemas.microsoft.com/office/powerpoint/2010/main" val="2507985039"/>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46CEDCC-97BE-01D1-4F98-F0491D942C27}"/>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6410FAC4-7BEA-FB8C-0236-E1FAB3471CB6}"/>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8</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14AB93F2-F8EA-6EAC-AA8D-281CA58733B7}"/>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AA3117F7-B184-7443-87B4-F66CBF8A5C8F}"/>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Production readiness checklist</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AEE8FE96-FE65-CEC2-719B-5637CDAE29FE}"/>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Turn "I think it works" into "we have evidence for this release."</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42151AA7-7E4A-9D5D-D790-AD5959CCD42B}"/>
              </a:ext>
            </a:extLst>
          </p:cNvPr>
          <p:cNvSpPr/>
          <p:nvPr/>
        </p:nvSpPr>
        <p:spPr bwMode="auto">
          <a:xfrm>
            <a:off x="660400" y="1549400"/>
            <a:ext cx="3471333" cy="1714500"/>
          </a:xfrm>
          <a:prstGeom prst="roundRect">
            <a:avLst/>
          </a:prstGeom>
          <a:solidFill>
            <a:srgbClr val="E8F2F8"/>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Rectangle: Rounded Corners 7">
            <a:extLst>
              <a:ext uri="{FF2B5EF4-FFF2-40B4-BE49-F238E27FC236}">
                <a16:creationId xmlns:a16="http://schemas.microsoft.com/office/drawing/2014/main" id="{EC033494-4711-4A27-8935-C06C1BB08E7B}"/>
              </a:ext>
            </a:extLst>
          </p:cNvPr>
          <p:cNvSpPr/>
          <p:nvPr/>
        </p:nvSpPr>
        <p:spPr bwMode="auto">
          <a:xfrm>
            <a:off x="660400" y="1549400"/>
            <a:ext cx="3471333" cy="609600"/>
          </a:xfrm>
          <a:prstGeom prst="round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9" name="Rectangle 8">
            <a:extLst>
              <a:ext uri="{FF2B5EF4-FFF2-40B4-BE49-F238E27FC236}">
                <a16:creationId xmlns:a16="http://schemas.microsoft.com/office/drawing/2014/main" id="{C965B25A-C028-9716-6DEC-E1535B1C7818}"/>
              </a:ext>
            </a:extLst>
          </p:cNvPr>
          <p:cNvSpPr/>
          <p:nvPr/>
        </p:nvSpPr>
        <p:spPr bwMode="auto">
          <a:xfrm>
            <a:off x="660400" y="1854200"/>
            <a:ext cx="3471333" cy="304800"/>
          </a:xfrm>
          <a:prstGeom prst="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0" name="TextBox 9">
            <a:extLst>
              <a:ext uri="{FF2B5EF4-FFF2-40B4-BE49-F238E27FC236}">
                <a16:creationId xmlns:a16="http://schemas.microsoft.com/office/drawing/2014/main" id="{E3236468-99AD-644A-E298-85D96E4B9436}"/>
              </a:ext>
            </a:extLst>
          </p:cNvPr>
          <p:cNvSpPr txBox="1"/>
          <p:nvPr/>
        </p:nvSpPr>
        <p:spPr>
          <a:xfrm>
            <a:off x="863600" y="17145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Target</a:t>
            </a:r>
            <a:endParaRPr lang="en-US" sz="1600" b="1" dirty="0" err="1">
              <a:solidFill>
                <a:srgbClr val="FFFFFF"/>
              </a:solidFill>
              <a:latin typeface="Segoe UI" panose="020B0502040204020203" pitchFamily="34" charset="0"/>
            </a:endParaRPr>
          </a:p>
        </p:txBody>
      </p:sp>
      <p:sp>
        <p:nvSpPr>
          <p:cNvPr id="11" name="TextBox 10">
            <a:extLst>
              <a:ext uri="{FF2B5EF4-FFF2-40B4-BE49-F238E27FC236}">
                <a16:creationId xmlns:a16="http://schemas.microsoft.com/office/drawing/2014/main" id="{449E709F-5057-80B2-8091-A72B128A1AD4}"/>
              </a:ext>
            </a:extLst>
          </p:cNvPr>
          <p:cNvSpPr txBox="1"/>
          <p:nvPr/>
        </p:nvSpPr>
        <p:spPr>
          <a:xfrm>
            <a:off x="863600" y="23495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The production target and agent version are explicit.</a:t>
            </a:r>
            <a:endParaRPr lang="en-US" sz="1400" dirty="0" err="1">
              <a:solidFill>
                <a:srgbClr val="303132"/>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9AE958C0-23B7-FF09-342F-C1ECDA2E1BAA}"/>
              </a:ext>
            </a:extLst>
          </p:cNvPr>
          <p:cNvSpPr/>
          <p:nvPr/>
        </p:nvSpPr>
        <p:spPr bwMode="auto">
          <a:xfrm>
            <a:off x="4360333" y="1549400"/>
            <a:ext cx="3471334" cy="1714500"/>
          </a:xfrm>
          <a:prstGeom prst="roundRect">
            <a:avLst/>
          </a:prstGeom>
          <a:solidFill>
            <a:srgbClr val="EDF8ED"/>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3" name="Rectangle: Rounded Corners 12">
            <a:extLst>
              <a:ext uri="{FF2B5EF4-FFF2-40B4-BE49-F238E27FC236}">
                <a16:creationId xmlns:a16="http://schemas.microsoft.com/office/drawing/2014/main" id="{2BB52F40-9D87-C0C5-54C4-1C3FFAA668FF}"/>
              </a:ext>
            </a:extLst>
          </p:cNvPr>
          <p:cNvSpPr/>
          <p:nvPr/>
        </p:nvSpPr>
        <p:spPr bwMode="auto">
          <a:xfrm>
            <a:off x="4360333" y="1549400"/>
            <a:ext cx="3471334" cy="609600"/>
          </a:xfrm>
          <a:prstGeom prst="round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4" name="Rectangle 13">
            <a:extLst>
              <a:ext uri="{FF2B5EF4-FFF2-40B4-BE49-F238E27FC236}">
                <a16:creationId xmlns:a16="http://schemas.microsoft.com/office/drawing/2014/main" id="{67B0F28E-8D46-C493-70BE-08F13F08F9F5}"/>
              </a:ext>
            </a:extLst>
          </p:cNvPr>
          <p:cNvSpPr/>
          <p:nvPr/>
        </p:nvSpPr>
        <p:spPr bwMode="auto">
          <a:xfrm>
            <a:off x="4360333" y="1854200"/>
            <a:ext cx="3471334" cy="304800"/>
          </a:xfrm>
          <a:prstGeom prst="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TextBox 14">
            <a:extLst>
              <a:ext uri="{FF2B5EF4-FFF2-40B4-BE49-F238E27FC236}">
                <a16:creationId xmlns:a16="http://schemas.microsoft.com/office/drawing/2014/main" id="{10E601CD-7F68-F98C-0026-93DE84723E30}"/>
              </a:ext>
            </a:extLst>
          </p:cNvPr>
          <p:cNvSpPr txBox="1"/>
          <p:nvPr/>
        </p:nvSpPr>
        <p:spPr>
          <a:xfrm>
            <a:off x="4563533" y="17145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Evaluation</a:t>
            </a:r>
            <a:endParaRPr lang="en-US" sz="1600" b="1" dirty="0" err="1">
              <a:solidFill>
                <a:srgbClr val="FFFFFF"/>
              </a:solidFill>
              <a:latin typeface="Segoe UI" panose="020B0502040204020203" pitchFamily="34" charset="0"/>
            </a:endParaRPr>
          </a:p>
        </p:txBody>
      </p:sp>
      <p:sp>
        <p:nvSpPr>
          <p:cNvPr id="16" name="TextBox 15">
            <a:extLst>
              <a:ext uri="{FF2B5EF4-FFF2-40B4-BE49-F238E27FC236}">
                <a16:creationId xmlns:a16="http://schemas.microsoft.com/office/drawing/2014/main" id="{960A6351-3DC1-881F-0E7D-4FFE97414339}"/>
              </a:ext>
            </a:extLst>
          </p:cNvPr>
          <p:cNvSpPr txBox="1"/>
          <p:nvPr/>
        </p:nvSpPr>
        <p:spPr>
          <a:xfrm>
            <a:off x="4563533" y="23495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A representative dataset and release thresholds exist.</a:t>
            </a:r>
            <a:endParaRPr lang="en-US" sz="1400" dirty="0" err="1">
              <a:solidFill>
                <a:srgbClr val="303132"/>
              </a:solidFill>
              <a:latin typeface="Segoe UI" panose="020B0502040204020203" pitchFamily="34" charset="0"/>
            </a:endParaRPr>
          </a:p>
        </p:txBody>
      </p:sp>
      <p:sp>
        <p:nvSpPr>
          <p:cNvPr id="17" name="Rectangle: Rounded Corners 16">
            <a:extLst>
              <a:ext uri="{FF2B5EF4-FFF2-40B4-BE49-F238E27FC236}">
                <a16:creationId xmlns:a16="http://schemas.microsoft.com/office/drawing/2014/main" id="{CC8C662C-F2F4-27FF-5785-89859D7BA25A}"/>
              </a:ext>
            </a:extLst>
          </p:cNvPr>
          <p:cNvSpPr/>
          <p:nvPr/>
        </p:nvSpPr>
        <p:spPr bwMode="auto">
          <a:xfrm>
            <a:off x="8060267" y="1549400"/>
            <a:ext cx="3471333" cy="1714500"/>
          </a:xfrm>
          <a:prstGeom prst="roundRect">
            <a:avLst/>
          </a:prstGeom>
          <a:solidFill>
            <a:srgbClr val="FCF3E9"/>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8" name="Rectangle: Rounded Corners 17">
            <a:extLst>
              <a:ext uri="{FF2B5EF4-FFF2-40B4-BE49-F238E27FC236}">
                <a16:creationId xmlns:a16="http://schemas.microsoft.com/office/drawing/2014/main" id="{10F49313-DE93-9F17-FBD2-2E12E19DA98D}"/>
              </a:ext>
            </a:extLst>
          </p:cNvPr>
          <p:cNvSpPr/>
          <p:nvPr/>
        </p:nvSpPr>
        <p:spPr bwMode="auto">
          <a:xfrm>
            <a:off x="8060267" y="1549400"/>
            <a:ext cx="3471333" cy="609600"/>
          </a:xfrm>
          <a:prstGeom prst="roundRect">
            <a:avLst/>
          </a:prstGeom>
          <a:solidFill>
            <a:srgbClr val="D83B0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0DD36D8A-FAA6-E19D-797B-FB547FDCEFD3}"/>
              </a:ext>
            </a:extLst>
          </p:cNvPr>
          <p:cNvSpPr/>
          <p:nvPr/>
        </p:nvSpPr>
        <p:spPr bwMode="auto">
          <a:xfrm>
            <a:off x="8060267" y="1854200"/>
            <a:ext cx="3471333" cy="304800"/>
          </a:xfrm>
          <a:prstGeom prst="rect">
            <a:avLst/>
          </a:prstGeom>
          <a:solidFill>
            <a:srgbClr val="D83B0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BD46D02D-14C3-9929-E747-7C299B4C1365}"/>
              </a:ext>
            </a:extLst>
          </p:cNvPr>
          <p:cNvSpPr txBox="1"/>
          <p:nvPr/>
        </p:nvSpPr>
        <p:spPr>
          <a:xfrm>
            <a:off x="8263467" y="17145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Gates</a:t>
            </a:r>
            <a:endParaRPr lang="en-US" sz="16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9B19C58A-17CE-D239-1559-2F192C61912B}"/>
              </a:ext>
            </a:extLst>
          </p:cNvPr>
          <p:cNvSpPr txBox="1"/>
          <p:nvPr/>
        </p:nvSpPr>
        <p:spPr>
          <a:xfrm>
            <a:off x="8263467" y="23495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CI/CD blocks regressions and stores evidence.</a:t>
            </a:r>
            <a:endParaRPr lang="en-US" sz="1400" dirty="0" err="1">
              <a:solidFill>
                <a:srgbClr val="303132"/>
              </a:solidFill>
              <a:latin typeface="Segoe UI" panose="020B0502040204020203" pitchFamily="34" charset="0"/>
            </a:endParaRPr>
          </a:p>
        </p:txBody>
      </p:sp>
      <p:sp>
        <p:nvSpPr>
          <p:cNvPr id="22" name="Rectangle: Rounded Corners 21">
            <a:extLst>
              <a:ext uri="{FF2B5EF4-FFF2-40B4-BE49-F238E27FC236}">
                <a16:creationId xmlns:a16="http://schemas.microsoft.com/office/drawing/2014/main" id="{76A243FA-82BF-9B1C-9076-17074930523A}"/>
              </a:ext>
            </a:extLst>
          </p:cNvPr>
          <p:cNvSpPr/>
          <p:nvPr/>
        </p:nvSpPr>
        <p:spPr bwMode="auto">
          <a:xfrm>
            <a:off x="660400" y="3517900"/>
            <a:ext cx="3471333" cy="1714500"/>
          </a:xfrm>
          <a:prstGeom prst="roundRect">
            <a:avLst/>
          </a:prstGeom>
          <a:solidFill>
            <a:srgbClr val="F8EFF5"/>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3" name="Rectangle: Rounded Corners 22">
            <a:extLst>
              <a:ext uri="{FF2B5EF4-FFF2-40B4-BE49-F238E27FC236}">
                <a16:creationId xmlns:a16="http://schemas.microsoft.com/office/drawing/2014/main" id="{8E3B3B6A-AB14-AB9A-894A-8F4297876C63}"/>
              </a:ext>
            </a:extLst>
          </p:cNvPr>
          <p:cNvSpPr/>
          <p:nvPr/>
        </p:nvSpPr>
        <p:spPr bwMode="auto">
          <a:xfrm>
            <a:off x="660400" y="3517900"/>
            <a:ext cx="3471333" cy="609600"/>
          </a:xfrm>
          <a:prstGeom prst="round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4" name="Rectangle 23">
            <a:extLst>
              <a:ext uri="{FF2B5EF4-FFF2-40B4-BE49-F238E27FC236}">
                <a16:creationId xmlns:a16="http://schemas.microsoft.com/office/drawing/2014/main" id="{17804CF1-1B82-E055-A4F6-1BAF065B9859}"/>
              </a:ext>
            </a:extLst>
          </p:cNvPr>
          <p:cNvSpPr/>
          <p:nvPr/>
        </p:nvSpPr>
        <p:spPr bwMode="auto">
          <a:xfrm>
            <a:off x="660400" y="3822700"/>
            <a:ext cx="3471333" cy="304800"/>
          </a:xfrm>
          <a:prstGeom prst="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5" name="TextBox 24">
            <a:extLst>
              <a:ext uri="{FF2B5EF4-FFF2-40B4-BE49-F238E27FC236}">
                <a16:creationId xmlns:a16="http://schemas.microsoft.com/office/drawing/2014/main" id="{F95111C2-6912-A0C3-6BF3-DA66206DB241}"/>
              </a:ext>
            </a:extLst>
          </p:cNvPr>
          <p:cNvSpPr txBox="1"/>
          <p:nvPr/>
        </p:nvSpPr>
        <p:spPr>
          <a:xfrm>
            <a:off x="863600" y="36830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Telemetry</a:t>
            </a:r>
            <a:endParaRPr lang="en-US" sz="1600" b="1" dirty="0" err="1">
              <a:solidFill>
                <a:srgbClr val="FFFFFF"/>
              </a:solidFill>
              <a:latin typeface="Segoe UI" panose="020B0502040204020203" pitchFamily="34" charset="0"/>
            </a:endParaRPr>
          </a:p>
        </p:txBody>
      </p:sp>
      <p:sp>
        <p:nvSpPr>
          <p:cNvPr id="26" name="TextBox 25">
            <a:extLst>
              <a:ext uri="{FF2B5EF4-FFF2-40B4-BE49-F238E27FC236}">
                <a16:creationId xmlns:a16="http://schemas.microsoft.com/office/drawing/2014/main" id="{8FE9315F-D751-B228-B9AB-8A74780413A4}"/>
              </a:ext>
            </a:extLst>
          </p:cNvPr>
          <p:cNvSpPr txBox="1"/>
          <p:nvPr/>
        </p:nvSpPr>
        <p:spPr>
          <a:xfrm>
            <a:off x="863600" y="43180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Traces, metrics, logs, and release correlation are wired.</a:t>
            </a:r>
            <a:endParaRPr lang="en-US" sz="1400" dirty="0" err="1">
              <a:solidFill>
                <a:srgbClr val="303132"/>
              </a:solidFill>
              <a:latin typeface="Segoe UI" panose="020B0502040204020203" pitchFamily="34" charset="0"/>
            </a:endParaRPr>
          </a:p>
        </p:txBody>
      </p:sp>
      <p:sp>
        <p:nvSpPr>
          <p:cNvPr id="27" name="Rectangle: Rounded Corners 26">
            <a:extLst>
              <a:ext uri="{FF2B5EF4-FFF2-40B4-BE49-F238E27FC236}">
                <a16:creationId xmlns:a16="http://schemas.microsoft.com/office/drawing/2014/main" id="{3BC50425-E73E-DAFD-4069-845D3D65A774}"/>
              </a:ext>
            </a:extLst>
          </p:cNvPr>
          <p:cNvSpPr/>
          <p:nvPr/>
        </p:nvSpPr>
        <p:spPr bwMode="auto">
          <a:xfrm>
            <a:off x="4360333" y="3517900"/>
            <a:ext cx="3471334" cy="1714500"/>
          </a:xfrm>
          <a:prstGeom prst="roundRect">
            <a:avLst/>
          </a:prstGeom>
          <a:solidFill>
            <a:srgbClr val="FFEEEE"/>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8" name="Rectangle: Rounded Corners 27">
            <a:extLst>
              <a:ext uri="{FF2B5EF4-FFF2-40B4-BE49-F238E27FC236}">
                <a16:creationId xmlns:a16="http://schemas.microsoft.com/office/drawing/2014/main" id="{88CE59E8-3A4E-83B9-79B8-61B85B19DBC9}"/>
              </a:ext>
            </a:extLst>
          </p:cNvPr>
          <p:cNvSpPr/>
          <p:nvPr/>
        </p:nvSpPr>
        <p:spPr bwMode="auto">
          <a:xfrm>
            <a:off x="4360333" y="3517900"/>
            <a:ext cx="3471334" cy="609600"/>
          </a:xfrm>
          <a:prstGeom prst="roundRect">
            <a:avLst/>
          </a:prstGeom>
          <a:solidFill>
            <a:srgbClr val="C4192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9" name="Rectangle 28">
            <a:extLst>
              <a:ext uri="{FF2B5EF4-FFF2-40B4-BE49-F238E27FC236}">
                <a16:creationId xmlns:a16="http://schemas.microsoft.com/office/drawing/2014/main" id="{3D3BCC7A-55E1-4C61-E38B-D5F16EBD15EA}"/>
              </a:ext>
            </a:extLst>
          </p:cNvPr>
          <p:cNvSpPr/>
          <p:nvPr/>
        </p:nvSpPr>
        <p:spPr bwMode="auto">
          <a:xfrm>
            <a:off x="4360333" y="3822700"/>
            <a:ext cx="3471334" cy="304800"/>
          </a:xfrm>
          <a:prstGeom prst="rect">
            <a:avLst/>
          </a:prstGeom>
          <a:solidFill>
            <a:srgbClr val="C4192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30" name="TextBox 29">
            <a:extLst>
              <a:ext uri="{FF2B5EF4-FFF2-40B4-BE49-F238E27FC236}">
                <a16:creationId xmlns:a16="http://schemas.microsoft.com/office/drawing/2014/main" id="{083CDE98-3FED-F253-78B0-81B664A3AE2A}"/>
              </a:ext>
            </a:extLst>
          </p:cNvPr>
          <p:cNvSpPr txBox="1"/>
          <p:nvPr/>
        </p:nvSpPr>
        <p:spPr>
          <a:xfrm>
            <a:off x="4563533" y="36830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Safety</a:t>
            </a:r>
            <a:endParaRPr lang="en-US" sz="1600" b="1" dirty="0" err="1">
              <a:solidFill>
                <a:srgbClr val="FFFFFF"/>
              </a:solidFill>
              <a:latin typeface="Segoe UI" panose="020B0502040204020203" pitchFamily="34" charset="0"/>
            </a:endParaRPr>
          </a:p>
        </p:txBody>
      </p:sp>
      <p:sp>
        <p:nvSpPr>
          <p:cNvPr id="31" name="TextBox 30">
            <a:extLst>
              <a:ext uri="{FF2B5EF4-FFF2-40B4-BE49-F238E27FC236}">
                <a16:creationId xmlns:a16="http://schemas.microsoft.com/office/drawing/2014/main" id="{33BB277F-94AA-E31F-9A68-31CC970D5202}"/>
              </a:ext>
            </a:extLst>
          </p:cNvPr>
          <p:cNvSpPr txBox="1"/>
          <p:nvPr/>
        </p:nvSpPr>
        <p:spPr>
          <a:xfrm>
            <a:off x="4563533" y="43180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Safety tests and red-team findings are tracked.</a:t>
            </a:r>
            <a:endParaRPr lang="en-US" sz="1400" dirty="0" err="1">
              <a:solidFill>
                <a:srgbClr val="303132"/>
              </a:solidFill>
              <a:latin typeface="Segoe UI" panose="020B0502040204020203" pitchFamily="34" charset="0"/>
            </a:endParaRPr>
          </a:p>
        </p:txBody>
      </p:sp>
      <p:sp>
        <p:nvSpPr>
          <p:cNvPr id="32" name="Rectangle: Rounded Corners 31">
            <a:extLst>
              <a:ext uri="{FF2B5EF4-FFF2-40B4-BE49-F238E27FC236}">
                <a16:creationId xmlns:a16="http://schemas.microsoft.com/office/drawing/2014/main" id="{766EB0E4-D1AA-63EB-7F2A-2A3ECE0A0946}"/>
              </a:ext>
            </a:extLst>
          </p:cNvPr>
          <p:cNvSpPr/>
          <p:nvPr/>
        </p:nvSpPr>
        <p:spPr bwMode="auto">
          <a:xfrm>
            <a:off x="8060267" y="3517900"/>
            <a:ext cx="3471333" cy="1714500"/>
          </a:xfrm>
          <a:prstGeom prst="roundRect">
            <a:avLst/>
          </a:prstGeom>
          <a:solidFill>
            <a:srgbClr val="F5F5F5"/>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33" name="Rectangle: Rounded Corners 32">
            <a:extLst>
              <a:ext uri="{FF2B5EF4-FFF2-40B4-BE49-F238E27FC236}">
                <a16:creationId xmlns:a16="http://schemas.microsoft.com/office/drawing/2014/main" id="{7DD36719-3384-3ED4-B483-B6F0A32B9F70}"/>
              </a:ext>
            </a:extLst>
          </p:cNvPr>
          <p:cNvSpPr/>
          <p:nvPr/>
        </p:nvSpPr>
        <p:spPr bwMode="auto">
          <a:xfrm>
            <a:off x="8060267" y="3517900"/>
            <a:ext cx="3471333" cy="609600"/>
          </a:xfrm>
          <a:prstGeom prst="roundRect">
            <a:avLst/>
          </a:prstGeom>
          <a:solidFill>
            <a:srgbClr val="243A5E"/>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34" name="Rectangle 33">
            <a:extLst>
              <a:ext uri="{FF2B5EF4-FFF2-40B4-BE49-F238E27FC236}">
                <a16:creationId xmlns:a16="http://schemas.microsoft.com/office/drawing/2014/main" id="{0EAFCA50-B3D9-5375-0896-6768AAD6B9C2}"/>
              </a:ext>
            </a:extLst>
          </p:cNvPr>
          <p:cNvSpPr/>
          <p:nvPr/>
        </p:nvSpPr>
        <p:spPr bwMode="auto">
          <a:xfrm>
            <a:off x="8060267" y="3822700"/>
            <a:ext cx="3471333" cy="304800"/>
          </a:xfrm>
          <a:prstGeom prst="rect">
            <a:avLst/>
          </a:prstGeom>
          <a:solidFill>
            <a:srgbClr val="243A5E"/>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35" name="TextBox 34">
            <a:extLst>
              <a:ext uri="{FF2B5EF4-FFF2-40B4-BE49-F238E27FC236}">
                <a16:creationId xmlns:a16="http://schemas.microsoft.com/office/drawing/2014/main" id="{DC54DBED-872B-7FF5-2FFA-E14086740310}"/>
              </a:ext>
            </a:extLst>
          </p:cNvPr>
          <p:cNvSpPr txBox="1"/>
          <p:nvPr/>
        </p:nvSpPr>
        <p:spPr>
          <a:xfrm>
            <a:off x="8263467" y="36830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Ownership</a:t>
            </a:r>
            <a:endParaRPr lang="en-US" sz="1600" b="1" dirty="0" err="1">
              <a:solidFill>
                <a:srgbClr val="FFFFFF"/>
              </a:solidFill>
              <a:latin typeface="Segoe UI" panose="020B0502040204020203" pitchFamily="34" charset="0"/>
            </a:endParaRPr>
          </a:p>
        </p:txBody>
      </p:sp>
      <p:sp>
        <p:nvSpPr>
          <p:cNvPr id="36" name="TextBox 35">
            <a:extLst>
              <a:ext uri="{FF2B5EF4-FFF2-40B4-BE49-F238E27FC236}">
                <a16:creationId xmlns:a16="http://schemas.microsoft.com/office/drawing/2014/main" id="{C771D425-1E93-36AB-97C7-79C6C32912B8}"/>
              </a:ext>
            </a:extLst>
          </p:cNvPr>
          <p:cNvSpPr txBox="1"/>
          <p:nvPr/>
        </p:nvSpPr>
        <p:spPr>
          <a:xfrm>
            <a:off x="8263467" y="43180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Release evidence is reviewable and owners know how to respond.</a:t>
            </a:r>
            <a:endParaRPr lang="en-US" sz="1400" dirty="0" err="1">
              <a:solidFill>
                <a:srgbClr val="303132"/>
              </a:solidFill>
              <a:latin typeface="Segoe UI" panose="020B0502040204020203" pitchFamily="34" charset="0"/>
            </a:endParaRPr>
          </a:p>
        </p:txBody>
      </p:sp>
    </p:spTree>
    <p:extLst>
      <p:ext uri="{BB962C8B-B14F-4D97-AF65-F5344CB8AC3E}">
        <p14:creationId xmlns:p14="http://schemas.microsoft.com/office/powerpoint/2010/main" val="3557097468"/>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BFB5D4E-A424-1CE1-EA8D-77589C217C9A}"/>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CE1587FC-21DF-75C0-A9C9-0DAA7CD2C1B1}"/>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9</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0CA47682-1C3A-2A12-0CD9-8F9008DBB8DD}"/>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6AA229E7-01D5-4C53-1AD4-81EC9F31A976}"/>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AgentOps operating model</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14AA07BE-CE33-A058-3BE1-234EB966B6DC}"/>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Four practices create release evidence and operational confidence.</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8CB7FE19-05C7-4672-90D7-385BA4E07EDF}"/>
              </a:ext>
            </a:extLst>
          </p:cNvPr>
          <p:cNvSpPr/>
          <p:nvPr/>
        </p:nvSpPr>
        <p:spPr bwMode="auto">
          <a:xfrm>
            <a:off x="660400" y="2006600"/>
            <a:ext cx="2546350" cy="2286000"/>
          </a:xfrm>
          <a:prstGeom prst="roundRect">
            <a:avLst/>
          </a:prstGeom>
          <a:solidFill>
            <a:srgbClr val="E8F2F8"/>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Rectangle: Rounded Corners 7">
            <a:extLst>
              <a:ext uri="{FF2B5EF4-FFF2-40B4-BE49-F238E27FC236}">
                <a16:creationId xmlns:a16="http://schemas.microsoft.com/office/drawing/2014/main" id="{18EB7287-617B-F32C-5CF3-15537947251A}"/>
              </a:ext>
            </a:extLst>
          </p:cNvPr>
          <p:cNvSpPr/>
          <p:nvPr/>
        </p:nvSpPr>
        <p:spPr bwMode="auto">
          <a:xfrm>
            <a:off x="660400" y="2006600"/>
            <a:ext cx="2546350" cy="609600"/>
          </a:xfrm>
          <a:prstGeom prst="round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9" name="Rectangle 8">
            <a:extLst>
              <a:ext uri="{FF2B5EF4-FFF2-40B4-BE49-F238E27FC236}">
                <a16:creationId xmlns:a16="http://schemas.microsoft.com/office/drawing/2014/main" id="{93903F28-97B0-9499-340E-6CAB0474D495}"/>
              </a:ext>
            </a:extLst>
          </p:cNvPr>
          <p:cNvSpPr/>
          <p:nvPr/>
        </p:nvSpPr>
        <p:spPr bwMode="auto">
          <a:xfrm>
            <a:off x="660400" y="2311400"/>
            <a:ext cx="2546350" cy="304800"/>
          </a:xfrm>
          <a:prstGeom prst="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0" name="TextBox 9">
            <a:extLst>
              <a:ext uri="{FF2B5EF4-FFF2-40B4-BE49-F238E27FC236}">
                <a16:creationId xmlns:a16="http://schemas.microsoft.com/office/drawing/2014/main" id="{E76F987A-A402-0DF0-C3B3-4B523CE1C4D8}"/>
              </a:ext>
            </a:extLst>
          </p:cNvPr>
          <p:cNvSpPr txBox="1"/>
          <p:nvPr/>
        </p:nvSpPr>
        <p:spPr>
          <a:xfrm>
            <a:off x="863600" y="2171700"/>
            <a:ext cx="2139950"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Evaluate</a:t>
            </a:r>
            <a:endParaRPr lang="en-US" sz="1600" b="1" dirty="0" err="1">
              <a:solidFill>
                <a:srgbClr val="FFFFFF"/>
              </a:solidFill>
              <a:latin typeface="Segoe UI" panose="020B0502040204020203" pitchFamily="34" charset="0"/>
            </a:endParaRPr>
          </a:p>
        </p:txBody>
      </p:sp>
      <p:sp>
        <p:nvSpPr>
          <p:cNvPr id="11" name="TextBox 10">
            <a:extLst>
              <a:ext uri="{FF2B5EF4-FFF2-40B4-BE49-F238E27FC236}">
                <a16:creationId xmlns:a16="http://schemas.microsoft.com/office/drawing/2014/main" id="{076C852B-5A80-D6E8-861E-6D583616D101}"/>
              </a:ext>
            </a:extLst>
          </p:cNvPr>
          <p:cNvSpPr txBox="1"/>
          <p:nvPr/>
        </p:nvSpPr>
        <p:spPr>
          <a:xfrm>
            <a:off x="863600" y="2806700"/>
            <a:ext cx="213995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Golden datasets, rubrics, red teaming, and thresholds.</a:t>
            </a:r>
            <a:endParaRPr lang="en-US" sz="1400" dirty="0" err="1">
              <a:solidFill>
                <a:srgbClr val="303132"/>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7B4AC3A0-BCD0-71B6-10A8-399858CA275F}"/>
              </a:ext>
            </a:extLst>
          </p:cNvPr>
          <p:cNvSpPr/>
          <p:nvPr/>
        </p:nvSpPr>
        <p:spPr bwMode="auto">
          <a:xfrm>
            <a:off x="3435350" y="2006600"/>
            <a:ext cx="2546350" cy="2286000"/>
          </a:xfrm>
          <a:prstGeom prst="roundRect">
            <a:avLst/>
          </a:prstGeom>
          <a:solidFill>
            <a:srgbClr val="EDF8ED"/>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3" name="Rectangle: Rounded Corners 12">
            <a:extLst>
              <a:ext uri="{FF2B5EF4-FFF2-40B4-BE49-F238E27FC236}">
                <a16:creationId xmlns:a16="http://schemas.microsoft.com/office/drawing/2014/main" id="{B18682E5-80F3-CD8F-EFE4-B4D8241614BC}"/>
              </a:ext>
            </a:extLst>
          </p:cNvPr>
          <p:cNvSpPr/>
          <p:nvPr/>
        </p:nvSpPr>
        <p:spPr bwMode="auto">
          <a:xfrm>
            <a:off x="3435350" y="2006600"/>
            <a:ext cx="2546350" cy="609600"/>
          </a:xfrm>
          <a:prstGeom prst="round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4" name="Rectangle 13">
            <a:extLst>
              <a:ext uri="{FF2B5EF4-FFF2-40B4-BE49-F238E27FC236}">
                <a16:creationId xmlns:a16="http://schemas.microsoft.com/office/drawing/2014/main" id="{27FE3A6F-AD9D-B3C7-8D52-B8BBF2BE5DE7}"/>
              </a:ext>
            </a:extLst>
          </p:cNvPr>
          <p:cNvSpPr/>
          <p:nvPr/>
        </p:nvSpPr>
        <p:spPr bwMode="auto">
          <a:xfrm>
            <a:off x="3435350" y="2311400"/>
            <a:ext cx="2546350" cy="304800"/>
          </a:xfrm>
          <a:prstGeom prst="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TextBox 14">
            <a:extLst>
              <a:ext uri="{FF2B5EF4-FFF2-40B4-BE49-F238E27FC236}">
                <a16:creationId xmlns:a16="http://schemas.microsoft.com/office/drawing/2014/main" id="{B7E25C0C-DE60-09C3-677E-1DFC93DBE79D}"/>
              </a:ext>
            </a:extLst>
          </p:cNvPr>
          <p:cNvSpPr txBox="1"/>
          <p:nvPr/>
        </p:nvSpPr>
        <p:spPr>
          <a:xfrm>
            <a:off x="3638550" y="2171700"/>
            <a:ext cx="2139950"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Ship</a:t>
            </a:r>
            <a:endParaRPr lang="en-US" sz="1600" b="1" dirty="0" err="1">
              <a:solidFill>
                <a:srgbClr val="FFFFFF"/>
              </a:solidFill>
              <a:latin typeface="Segoe UI" panose="020B0502040204020203" pitchFamily="34" charset="0"/>
            </a:endParaRPr>
          </a:p>
        </p:txBody>
      </p:sp>
      <p:sp>
        <p:nvSpPr>
          <p:cNvPr id="16" name="TextBox 15">
            <a:extLst>
              <a:ext uri="{FF2B5EF4-FFF2-40B4-BE49-F238E27FC236}">
                <a16:creationId xmlns:a16="http://schemas.microsoft.com/office/drawing/2014/main" id="{83610274-63F2-B1BF-5F55-330F20D4D1ED}"/>
              </a:ext>
            </a:extLst>
          </p:cNvPr>
          <p:cNvSpPr txBox="1"/>
          <p:nvPr/>
        </p:nvSpPr>
        <p:spPr>
          <a:xfrm>
            <a:off x="3638550" y="2806700"/>
            <a:ext cx="213995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CI/CD gates, approvals, promotion, and canary rollout.</a:t>
            </a:r>
            <a:endParaRPr lang="en-US" sz="1400" dirty="0" err="1">
              <a:solidFill>
                <a:srgbClr val="303132"/>
              </a:solidFill>
              <a:latin typeface="Segoe UI" panose="020B0502040204020203" pitchFamily="34" charset="0"/>
            </a:endParaRPr>
          </a:p>
        </p:txBody>
      </p:sp>
      <p:sp>
        <p:nvSpPr>
          <p:cNvPr id="17" name="Rectangle: Rounded Corners 16">
            <a:extLst>
              <a:ext uri="{FF2B5EF4-FFF2-40B4-BE49-F238E27FC236}">
                <a16:creationId xmlns:a16="http://schemas.microsoft.com/office/drawing/2014/main" id="{BE5AAD85-8844-AC79-60C0-54211A972BFB}"/>
              </a:ext>
            </a:extLst>
          </p:cNvPr>
          <p:cNvSpPr/>
          <p:nvPr/>
        </p:nvSpPr>
        <p:spPr bwMode="auto">
          <a:xfrm>
            <a:off x="6210300" y="2006600"/>
            <a:ext cx="2546350" cy="2286000"/>
          </a:xfrm>
          <a:prstGeom prst="roundRect">
            <a:avLst/>
          </a:prstGeom>
          <a:solidFill>
            <a:srgbClr val="F8EFF5"/>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8" name="Rectangle: Rounded Corners 17">
            <a:extLst>
              <a:ext uri="{FF2B5EF4-FFF2-40B4-BE49-F238E27FC236}">
                <a16:creationId xmlns:a16="http://schemas.microsoft.com/office/drawing/2014/main" id="{0202676F-B9A3-F1EE-ABF7-E1FFB38CCCDB}"/>
              </a:ext>
            </a:extLst>
          </p:cNvPr>
          <p:cNvSpPr/>
          <p:nvPr/>
        </p:nvSpPr>
        <p:spPr bwMode="auto">
          <a:xfrm>
            <a:off x="6210300" y="2006600"/>
            <a:ext cx="2546350" cy="609600"/>
          </a:xfrm>
          <a:prstGeom prst="round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DAC5B324-D120-4BDA-B50C-636534E44CD6}"/>
              </a:ext>
            </a:extLst>
          </p:cNvPr>
          <p:cNvSpPr/>
          <p:nvPr/>
        </p:nvSpPr>
        <p:spPr bwMode="auto">
          <a:xfrm>
            <a:off x="6210300" y="2311400"/>
            <a:ext cx="2546350" cy="304800"/>
          </a:xfrm>
          <a:prstGeom prst="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A9283937-2C09-8A28-2A4B-5A2FB0672D1F}"/>
              </a:ext>
            </a:extLst>
          </p:cNvPr>
          <p:cNvSpPr txBox="1"/>
          <p:nvPr/>
        </p:nvSpPr>
        <p:spPr>
          <a:xfrm>
            <a:off x="6413500" y="2171700"/>
            <a:ext cx="2139950"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Observe</a:t>
            </a:r>
            <a:endParaRPr lang="en-US" sz="16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93D9D7B8-B36B-9B26-8125-B76B71198E4F}"/>
              </a:ext>
            </a:extLst>
          </p:cNvPr>
          <p:cNvSpPr txBox="1"/>
          <p:nvPr/>
        </p:nvSpPr>
        <p:spPr>
          <a:xfrm>
            <a:off x="6413500" y="2806700"/>
            <a:ext cx="213995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Traces, metrics, safety signals, feedback, cost, and latency.</a:t>
            </a:r>
            <a:endParaRPr lang="en-US" sz="1400" dirty="0" err="1">
              <a:solidFill>
                <a:srgbClr val="303132"/>
              </a:solidFill>
              <a:latin typeface="Segoe UI" panose="020B0502040204020203" pitchFamily="34" charset="0"/>
            </a:endParaRPr>
          </a:p>
        </p:txBody>
      </p:sp>
      <p:sp>
        <p:nvSpPr>
          <p:cNvPr id="22" name="Rectangle: Rounded Corners 21">
            <a:extLst>
              <a:ext uri="{FF2B5EF4-FFF2-40B4-BE49-F238E27FC236}">
                <a16:creationId xmlns:a16="http://schemas.microsoft.com/office/drawing/2014/main" id="{5222E520-2B7E-5A04-D5E8-952B7CAB227F}"/>
              </a:ext>
            </a:extLst>
          </p:cNvPr>
          <p:cNvSpPr/>
          <p:nvPr/>
        </p:nvSpPr>
        <p:spPr bwMode="auto">
          <a:xfrm>
            <a:off x="8985250" y="2006600"/>
            <a:ext cx="2546350" cy="2286000"/>
          </a:xfrm>
          <a:prstGeom prst="roundRect">
            <a:avLst/>
          </a:prstGeom>
          <a:solidFill>
            <a:srgbClr val="FCF3E9"/>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3" name="Rectangle: Rounded Corners 22">
            <a:extLst>
              <a:ext uri="{FF2B5EF4-FFF2-40B4-BE49-F238E27FC236}">
                <a16:creationId xmlns:a16="http://schemas.microsoft.com/office/drawing/2014/main" id="{EC1B898E-B29B-D66A-6261-0717C2158A48}"/>
              </a:ext>
            </a:extLst>
          </p:cNvPr>
          <p:cNvSpPr/>
          <p:nvPr/>
        </p:nvSpPr>
        <p:spPr bwMode="auto">
          <a:xfrm>
            <a:off x="8985250" y="2006600"/>
            <a:ext cx="2546350" cy="609600"/>
          </a:xfrm>
          <a:prstGeom prst="roundRect">
            <a:avLst/>
          </a:prstGeom>
          <a:solidFill>
            <a:srgbClr val="D83B0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4" name="Rectangle 23">
            <a:extLst>
              <a:ext uri="{FF2B5EF4-FFF2-40B4-BE49-F238E27FC236}">
                <a16:creationId xmlns:a16="http://schemas.microsoft.com/office/drawing/2014/main" id="{63E904C1-6FAD-A691-B743-E11E1D5F6CE3}"/>
              </a:ext>
            </a:extLst>
          </p:cNvPr>
          <p:cNvSpPr/>
          <p:nvPr/>
        </p:nvSpPr>
        <p:spPr bwMode="auto">
          <a:xfrm>
            <a:off x="8985250" y="2311400"/>
            <a:ext cx="2546350" cy="304800"/>
          </a:xfrm>
          <a:prstGeom prst="rect">
            <a:avLst/>
          </a:prstGeom>
          <a:solidFill>
            <a:srgbClr val="D83B0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5" name="TextBox 24">
            <a:extLst>
              <a:ext uri="{FF2B5EF4-FFF2-40B4-BE49-F238E27FC236}">
                <a16:creationId xmlns:a16="http://schemas.microsoft.com/office/drawing/2014/main" id="{BFA367BE-D5A3-A9EC-C9E6-01F87173D1B7}"/>
              </a:ext>
            </a:extLst>
          </p:cNvPr>
          <p:cNvSpPr txBox="1"/>
          <p:nvPr/>
        </p:nvSpPr>
        <p:spPr>
          <a:xfrm>
            <a:off x="9188450" y="2171700"/>
            <a:ext cx="2139950"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Operate</a:t>
            </a:r>
            <a:endParaRPr lang="en-US" sz="1600" b="1" dirty="0" err="1">
              <a:solidFill>
                <a:srgbClr val="FFFFFF"/>
              </a:solidFill>
              <a:latin typeface="Segoe UI" panose="020B0502040204020203" pitchFamily="34" charset="0"/>
            </a:endParaRPr>
          </a:p>
        </p:txBody>
      </p:sp>
      <p:sp>
        <p:nvSpPr>
          <p:cNvPr id="26" name="TextBox 25">
            <a:extLst>
              <a:ext uri="{FF2B5EF4-FFF2-40B4-BE49-F238E27FC236}">
                <a16:creationId xmlns:a16="http://schemas.microsoft.com/office/drawing/2014/main" id="{91B76FB6-51E2-FD17-CA81-8B2E7DC72D49}"/>
              </a:ext>
            </a:extLst>
          </p:cNvPr>
          <p:cNvSpPr txBox="1"/>
          <p:nvPr/>
        </p:nvSpPr>
        <p:spPr>
          <a:xfrm>
            <a:off x="9188450" y="2806700"/>
            <a:ext cx="213995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Incidents, runbooks, model lifecycle, cost, capacity, and improvement.</a:t>
            </a:r>
            <a:endParaRPr lang="en-US" sz="1400" dirty="0" err="1">
              <a:solidFill>
                <a:srgbClr val="303132"/>
              </a:solidFill>
              <a:latin typeface="Segoe UI" panose="020B0502040204020203" pitchFamily="34" charset="0"/>
            </a:endParaRPr>
          </a:p>
        </p:txBody>
      </p:sp>
    </p:spTree>
    <p:extLst>
      <p:ext uri="{BB962C8B-B14F-4D97-AF65-F5344CB8AC3E}">
        <p14:creationId xmlns:p14="http://schemas.microsoft.com/office/powerpoint/2010/main" val="4027894018"/>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F5D99B-AD36-9E2E-0ACA-DF81CE3D60E6}"/>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5F3C0E46-AD6B-219D-4649-33D3F9522FED}"/>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10</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B61A997D-67D9-27E6-36E9-B6F485C6D8AA}"/>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60F3C04D-194C-E729-C91A-60A4D5EA6A35}"/>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AgentOps maturity model</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8C42CF12-77B2-A759-0711-BB1ACD875288}"/>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Start by moving one production-candidate agent up one level.</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5CBF0922-7A83-C9D0-14F0-EDF2C7FEAD90}"/>
              </a:ext>
            </a:extLst>
          </p:cNvPr>
          <p:cNvSpPr/>
          <p:nvPr/>
        </p:nvSpPr>
        <p:spPr bwMode="auto">
          <a:xfrm>
            <a:off x="660400" y="2146300"/>
            <a:ext cx="2317750" cy="2032000"/>
          </a:xfrm>
          <a:prstGeom prst="roundRect">
            <a:avLst/>
          </a:prstGeom>
          <a:solidFill>
            <a:srgbClr val="0078D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TextBox 7">
            <a:extLst>
              <a:ext uri="{FF2B5EF4-FFF2-40B4-BE49-F238E27FC236}">
                <a16:creationId xmlns:a16="http://schemas.microsoft.com/office/drawing/2014/main" id="{F8115169-5F27-66B9-6439-FBBB8C3CF7DF}"/>
              </a:ext>
            </a:extLst>
          </p:cNvPr>
          <p:cNvSpPr txBox="1"/>
          <p:nvPr/>
        </p:nvSpPr>
        <p:spPr>
          <a:xfrm>
            <a:off x="812800" y="2451100"/>
            <a:ext cx="201295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Initial</a:t>
            </a:r>
            <a:endParaRPr lang="en-US" sz="1700" b="1" dirty="0" err="1">
              <a:solidFill>
                <a:srgbClr val="FFFFFF"/>
              </a:solidFill>
              <a:latin typeface="Segoe UI" panose="020B0502040204020203" pitchFamily="34" charset="0"/>
            </a:endParaRPr>
          </a:p>
        </p:txBody>
      </p:sp>
      <p:sp>
        <p:nvSpPr>
          <p:cNvPr id="9" name="TextBox 8">
            <a:extLst>
              <a:ext uri="{FF2B5EF4-FFF2-40B4-BE49-F238E27FC236}">
                <a16:creationId xmlns:a16="http://schemas.microsoft.com/office/drawing/2014/main" id="{D385D980-AABC-894D-7536-05985FCC46C1}"/>
              </a:ext>
            </a:extLst>
          </p:cNvPr>
          <p:cNvSpPr txBox="1"/>
          <p:nvPr/>
        </p:nvSpPr>
        <p:spPr>
          <a:xfrm>
            <a:off x="812800" y="2933700"/>
            <a:ext cx="201295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Ad hoc demos and scattered logs</a:t>
            </a:r>
            <a:endParaRPr lang="en-US" sz="1400" dirty="0" err="1">
              <a:solidFill>
                <a:srgbClr val="FFFFFF"/>
              </a:solidFill>
              <a:latin typeface="Segoe UI" panose="020B0502040204020203" pitchFamily="34" charset="0"/>
            </a:endParaRPr>
          </a:p>
        </p:txBody>
      </p:sp>
      <p:sp>
        <p:nvSpPr>
          <p:cNvPr id="10" name="Arrow: Right 9">
            <a:extLst>
              <a:ext uri="{FF2B5EF4-FFF2-40B4-BE49-F238E27FC236}">
                <a16:creationId xmlns:a16="http://schemas.microsoft.com/office/drawing/2014/main" id="{4F1392C7-0033-9894-F693-A1C09EDE2A7B}"/>
              </a:ext>
            </a:extLst>
          </p:cNvPr>
          <p:cNvSpPr/>
          <p:nvPr/>
        </p:nvSpPr>
        <p:spPr bwMode="auto">
          <a:xfrm>
            <a:off x="3067050" y="2997200"/>
            <a:ext cx="355600" cy="3302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1" name="Rectangle: Rounded Corners 10">
            <a:extLst>
              <a:ext uri="{FF2B5EF4-FFF2-40B4-BE49-F238E27FC236}">
                <a16:creationId xmlns:a16="http://schemas.microsoft.com/office/drawing/2014/main" id="{5E4E32ED-D129-4A28-8013-60F82DFBFDB2}"/>
              </a:ext>
            </a:extLst>
          </p:cNvPr>
          <p:cNvSpPr/>
          <p:nvPr/>
        </p:nvSpPr>
        <p:spPr bwMode="auto">
          <a:xfrm>
            <a:off x="3511550" y="2146300"/>
            <a:ext cx="2317750" cy="2032000"/>
          </a:xfrm>
          <a:prstGeom prst="roundRect">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2" name="TextBox 11">
            <a:extLst>
              <a:ext uri="{FF2B5EF4-FFF2-40B4-BE49-F238E27FC236}">
                <a16:creationId xmlns:a16="http://schemas.microsoft.com/office/drawing/2014/main" id="{E2A7352B-69EE-4D3B-3B88-47DAD430374F}"/>
              </a:ext>
            </a:extLst>
          </p:cNvPr>
          <p:cNvSpPr txBox="1"/>
          <p:nvPr/>
        </p:nvSpPr>
        <p:spPr>
          <a:xfrm>
            <a:off x="3663950" y="2451100"/>
            <a:ext cx="201295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Defined</a:t>
            </a:r>
            <a:endParaRPr lang="en-US" sz="1700" b="1" dirty="0" err="1">
              <a:solidFill>
                <a:srgbClr val="FFFFFF"/>
              </a:solidFill>
              <a:latin typeface="Segoe UI" panose="020B0502040204020203" pitchFamily="34" charset="0"/>
            </a:endParaRPr>
          </a:p>
        </p:txBody>
      </p:sp>
      <p:sp>
        <p:nvSpPr>
          <p:cNvPr id="13" name="TextBox 12">
            <a:extLst>
              <a:ext uri="{FF2B5EF4-FFF2-40B4-BE49-F238E27FC236}">
                <a16:creationId xmlns:a16="http://schemas.microsoft.com/office/drawing/2014/main" id="{21BCCB54-2965-C004-7E8D-13FC1EA5C701}"/>
              </a:ext>
            </a:extLst>
          </p:cNvPr>
          <p:cNvSpPr txBox="1"/>
          <p:nvPr/>
        </p:nvSpPr>
        <p:spPr>
          <a:xfrm>
            <a:off x="3663950" y="2933700"/>
            <a:ext cx="201295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Versioned assets and evaluation datasets</a:t>
            </a:r>
            <a:endParaRPr lang="en-US" sz="1400" dirty="0" err="1">
              <a:solidFill>
                <a:srgbClr val="FFFFFF"/>
              </a:solidFill>
              <a:latin typeface="Segoe UI" panose="020B0502040204020203" pitchFamily="34" charset="0"/>
            </a:endParaRPr>
          </a:p>
        </p:txBody>
      </p:sp>
      <p:sp>
        <p:nvSpPr>
          <p:cNvPr id="14" name="Arrow: Right 13">
            <a:extLst>
              <a:ext uri="{FF2B5EF4-FFF2-40B4-BE49-F238E27FC236}">
                <a16:creationId xmlns:a16="http://schemas.microsoft.com/office/drawing/2014/main" id="{B6C10425-8A2A-D4D0-C19A-199D45644B4C}"/>
              </a:ext>
            </a:extLst>
          </p:cNvPr>
          <p:cNvSpPr/>
          <p:nvPr/>
        </p:nvSpPr>
        <p:spPr bwMode="auto">
          <a:xfrm>
            <a:off x="5918200" y="2997200"/>
            <a:ext cx="355600" cy="3302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Rectangle: Rounded Corners 14">
            <a:extLst>
              <a:ext uri="{FF2B5EF4-FFF2-40B4-BE49-F238E27FC236}">
                <a16:creationId xmlns:a16="http://schemas.microsoft.com/office/drawing/2014/main" id="{BE22D149-E5D4-7B1B-64B8-CD6A3DF21D18}"/>
              </a:ext>
            </a:extLst>
          </p:cNvPr>
          <p:cNvSpPr/>
          <p:nvPr/>
        </p:nvSpPr>
        <p:spPr bwMode="auto">
          <a:xfrm>
            <a:off x="6362700" y="2146300"/>
            <a:ext cx="2317750" cy="2032000"/>
          </a:xfrm>
          <a:prstGeom prst="roundRect">
            <a:avLst/>
          </a:prstGeom>
          <a:solidFill>
            <a:srgbClr val="D83B0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6" name="TextBox 15">
            <a:extLst>
              <a:ext uri="{FF2B5EF4-FFF2-40B4-BE49-F238E27FC236}">
                <a16:creationId xmlns:a16="http://schemas.microsoft.com/office/drawing/2014/main" id="{C50499FC-7873-3CB5-5339-02256EAC4EE1}"/>
              </a:ext>
            </a:extLst>
          </p:cNvPr>
          <p:cNvSpPr txBox="1"/>
          <p:nvPr/>
        </p:nvSpPr>
        <p:spPr>
          <a:xfrm>
            <a:off x="6515100" y="2451100"/>
            <a:ext cx="201295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Managed</a:t>
            </a:r>
            <a:endParaRPr lang="en-US" sz="1700" b="1" dirty="0" err="1">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1F73F59C-3367-F632-1EC8-FF5582759AF4}"/>
              </a:ext>
            </a:extLst>
          </p:cNvPr>
          <p:cNvSpPr txBox="1"/>
          <p:nvPr/>
        </p:nvSpPr>
        <p:spPr>
          <a:xfrm>
            <a:off x="6515100" y="2933700"/>
            <a:ext cx="201295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Quality gates, continuous evaluation, and runbooks</a:t>
            </a:r>
            <a:endParaRPr lang="en-US" sz="1400" dirty="0" err="1">
              <a:solidFill>
                <a:srgbClr val="FFFFFF"/>
              </a:solidFill>
              <a:latin typeface="Segoe UI" panose="020B0502040204020203" pitchFamily="34" charset="0"/>
            </a:endParaRPr>
          </a:p>
        </p:txBody>
      </p:sp>
      <p:sp>
        <p:nvSpPr>
          <p:cNvPr id="18" name="Arrow: Right 17">
            <a:extLst>
              <a:ext uri="{FF2B5EF4-FFF2-40B4-BE49-F238E27FC236}">
                <a16:creationId xmlns:a16="http://schemas.microsoft.com/office/drawing/2014/main" id="{856AD7B0-8848-1D19-F205-69F66335B4F0}"/>
              </a:ext>
            </a:extLst>
          </p:cNvPr>
          <p:cNvSpPr/>
          <p:nvPr/>
        </p:nvSpPr>
        <p:spPr bwMode="auto">
          <a:xfrm>
            <a:off x="8769350" y="2997200"/>
            <a:ext cx="355600" cy="3302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Rectangle: Rounded Corners 18">
            <a:extLst>
              <a:ext uri="{FF2B5EF4-FFF2-40B4-BE49-F238E27FC236}">
                <a16:creationId xmlns:a16="http://schemas.microsoft.com/office/drawing/2014/main" id="{C77B2655-02F3-E7D1-5149-431E227514B6}"/>
              </a:ext>
            </a:extLst>
          </p:cNvPr>
          <p:cNvSpPr/>
          <p:nvPr/>
        </p:nvSpPr>
        <p:spPr bwMode="auto">
          <a:xfrm>
            <a:off x="9213850" y="2146300"/>
            <a:ext cx="2317750" cy="2032000"/>
          </a:xfrm>
          <a:prstGeom prst="roundRect">
            <a:avLst/>
          </a:prstGeom>
          <a:solidFill>
            <a:srgbClr val="5C2D9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9172B36B-2E9C-1B89-0864-6C4507BF3690}"/>
              </a:ext>
            </a:extLst>
          </p:cNvPr>
          <p:cNvSpPr txBox="1"/>
          <p:nvPr/>
        </p:nvSpPr>
        <p:spPr>
          <a:xfrm>
            <a:off x="9366250" y="2451100"/>
            <a:ext cx="201295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Optimized</a:t>
            </a:r>
            <a:endParaRPr lang="en-US" sz="17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8C57F355-BD56-2960-AF31-DDA85D83717D}"/>
              </a:ext>
            </a:extLst>
          </p:cNvPr>
          <p:cNvSpPr txBox="1"/>
          <p:nvPr/>
        </p:nvSpPr>
        <p:spPr>
          <a:xfrm>
            <a:off x="9366250" y="2933700"/>
            <a:ext cx="201295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Drift and cost guardrails, canary, and feedback loop</a:t>
            </a:r>
            <a:endParaRPr lang="en-US" sz="1400" dirty="0" err="1">
              <a:solidFill>
                <a:srgbClr val="FFFFFF"/>
              </a:solidFill>
              <a:latin typeface="Segoe UI" panose="020B0502040204020203" pitchFamily="34" charset="0"/>
            </a:endParaRPr>
          </a:p>
        </p:txBody>
      </p:sp>
    </p:spTree>
    <p:extLst>
      <p:ext uri="{BB962C8B-B14F-4D97-AF65-F5344CB8AC3E}">
        <p14:creationId xmlns:p14="http://schemas.microsoft.com/office/powerpoint/2010/main" val="80623847"/>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E2A2B139-C04F-6C4E-D40E-DC4935F73625}"/>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008D5090-E129-7D40-D0C8-3DCE6FAA2B7A}"/>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11</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E9C8AD3F-5C01-DF11-0A01-C4E0FC9996F5}"/>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B483C43D-93DF-7FF6-DB7A-7C355DCC4FAC}"/>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AgentOps reference architecture</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5D96C92B-4DB4-6E61-9C9D-C167186E61A3}"/>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The inner loop creates evidence; the outer loop promotes and operates the agent.</a:t>
            </a:r>
            <a:endParaRPr lang="en-US" sz="1400" dirty="0" err="1">
              <a:solidFill>
                <a:srgbClr val="777777"/>
              </a:solidFill>
              <a:latin typeface="Segoe UI" panose="020B0502040204020203" pitchFamily="34" charset="0"/>
            </a:endParaRPr>
          </a:p>
        </p:txBody>
      </p:sp>
      <p:pic>
        <p:nvPicPr>
          <p:cNvPr id="8" name="Picture 7">
            <a:extLst>
              <a:ext uri="{FF2B5EF4-FFF2-40B4-BE49-F238E27FC236}">
                <a16:creationId xmlns:a16="http://schemas.microsoft.com/office/drawing/2014/main" id="{719989D8-F982-8480-7881-86BFC670F0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9000" y="1511300"/>
            <a:ext cx="10414000" cy="4813300"/>
          </a:xfrm>
          <a:prstGeom prst="rect">
            <a:avLst/>
          </a:prstGeom>
        </p:spPr>
      </p:pic>
    </p:spTree>
    <p:extLst>
      <p:ext uri="{BB962C8B-B14F-4D97-AF65-F5344CB8AC3E}">
        <p14:creationId xmlns:p14="http://schemas.microsoft.com/office/powerpoint/2010/main" val="982177666"/>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243A5E"/>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7AC63B-632D-0894-8A33-96087A83ED96}"/>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C78F8133-DA06-8FE5-4777-A3DCBCA5FB60}"/>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12</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TextBox 3">
            <a:extLst>
              <a:ext uri="{FF2B5EF4-FFF2-40B4-BE49-F238E27FC236}">
                <a16:creationId xmlns:a16="http://schemas.microsoft.com/office/drawing/2014/main" id="{6CDE3783-623B-9FA9-1285-94E346DC6B43}"/>
              </a:ext>
            </a:extLst>
          </p:cNvPr>
          <p:cNvSpPr txBox="1"/>
          <p:nvPr/>
        </p:nvSpPr>
        <p:spPr>
          <a:xfrm>
            <a:off x="660400" y="2616200"/>
            <a:ext cx="10871200" cy="307777"/>
          </a:xfrm>
          <a:prstGeom prst="rect">
            <a:avLst/>
          </a:prstGeom>
          <a:noFill/>
        </p:spPr>
        <p:txBody>
          <a:bodyPr vert="horz" wrap="square" lIns="0" tIns="0" rIns="0" bIns="0" rtlCol="0">
            <a:noAutofit/>
          </a:bodyPr>
          <a:lstStyle/>
          <a:p>
            <a:r>
              <a:rPr lang="en-US" sz="3100">
                <a:solidFill>
                  <a:srgbClr val="FFFFFF"/>
                </a:solidFill>
                <a:latin typeface="Segoe UI" panose="020B0502040204020203" pitchFamily="34" charset="0"/>
              </a:rPr>
              <a:t>Ship</a:t>
            </a:r>
            <a:endParaRPr lang="en-US" sz="3100" dirty="0" err="1">
              <a:solidFill>
                <a:srgbClr val="FFFFFF"/>
              </a:solidFill>
              <a:latin typeface="Segoe UI" panose="020B0502040204020203" pitchFamily="34" charset="0"/>
            </a:endParaRPr>
          </a:p>
        </p:txBody>
      </p:sp>
      <p:sp>
        <p:nvSpPr>
          <p:cNvPr id="5" name="TextBox 4">
            <a:extLst>
              <a:ext uri="{FF2B5EF4-FFF2-40B4-BE49-F238E27FC236}">
                <a16:creationId xmlns:a16="http://schemas.microsoft.com/office/drawing/2014/main" id="{757056E2-97A0-64B9-8280-EBDB65D72338}"/>
              </a:ext>
            </a:extLst>
          </p:cNvPr>
          <p:cNvSpPr txBox="1"/>
          <p:nvPr/>
        </p:nvSpPr>
        <p:spPr>
          <a:xfrm>
            <a:off x="660400" y="3403600"/>
            <a:ext cx="10871200" cy="307777"/>
          </a:xfrm>
          <a:prstGeom prst="rect">
            <a:avLst/>
          </a:prstGeom>
          <a:noFill/>
        </p:spPr>
        <p:txBody>
          <a:bodyPr vert="horz" wrap="square" lIns="0" tIns="0" rIns="0" bIns="0" rtlCol="0">
            <a:noAutofit/>
          </a:bodyPr>
          <a:lstStyle/>
          <a:p>
            <a:r>
              <a:rPr lang="en-US" sz="1400">
                <a:solidFill>
                  <a:srgbClr val="F0E4D6"/>
                </a:solidFill>
                <a:latin typeface="Segoe UI" panose="020B0502040204020203" pitchFamily="34" charset="0"/>
              </a:rPr>
              <a:t>Gates that enforce release evidence</a:t>
            </a:r>
            <a:endParaRPr lang="en-US" sz="1400" dirty="0" err="1">
              <a:solidFill>
                <a:srgbClr val="F0E4D6"/>
              </a:solidFill>
              <a:latin typeface="Segoe UI" panose="020B0502040204020203" pitchFamily="34" charset="0"/>
            </a:endParaRPr>
          </a:p>
        </p:txBody>
      </p:sp>
      <p:sp>
        <p:nvSpPr>
          <p:cNvPr id="6" name="Rectangle 5">
            <a:extLst>
              <a:ext uri="{FF2B5EF4-FFF2-40B4-BE49-F238E27FC236}">
                <a16:creationId xmlns:a16="http://schemas.microsoft.com/office/drawing/2014/main" id="{41994F7F-5D86-532D-F281-133A2C48BA52}"/>
              </a:ext>
            </a:extLst>
          </p:cNvPr>
          <p:cNvSpPr/>
          <p:nvPr/>
        </p:nvSpPr>
        <p:spPr bwMode="auto">
          <a:xfrm>
            <a:off x="660400" y="5943600"/>
            <a:ext cx="10871200" cy="12700"/>
          </a:xfrm>
          <a:prstGeom prst="rect">
            <a:avLst/>
          </a:prstGeom>
          <a:solidFill>
            <a:srgbClr val="777777"/>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Tree>
    <p:extLst>
      <p:ext uri="{BB962C8B-B14F-4D97-AF65-F5344CB8AC3E}">
        <p14:creationId xmlns:p14="http://schemas.microsoft.com/office/powerpoint/2010/main" val="4181847018"/>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FB756AEB-67E5-11DE-40E4-6706FC5FF498}"/>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068E86D2-E6C9-BCE1-5850-9719FD438AC2}"/>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13</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D9A005FC-8450-91FE-6308-D2B72B7E2FA1}"/>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222FC109-F6DB-B92A-0EB7-1FE8D9169D11}"/>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CI/CD gates for agentic AI</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1538A63D-176E-7AFE-11A5-88FD531AA155}"/>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The strongest moment is a failed gate: the pipeline stops the regression before users experience it.</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D482C4EF-0510-A8E4-5600-BA6FF339937C}"/>
              </a:ext>
            </a:extLst>
          </p:cNvPr>
          <p:cNvSpPr/>
          <p:nvPr/>
        </p:nvSpPr>
        <p:spPr bwMode="auto">
          <a:xfrm>
            <a:off x="660400" y="2146300"/>
            <a:ext cx="2317750" cy="2032000"/>
          </a:xfrm>
          <a:prstGeom prst="roundRect">
            <a:avLst/>
          </a:prstGeom>
          <a:solidFill>
            <a:srgbClr val="0078D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TextBox 7">
            <a:extLst>
              <a:ext uri="{FF2B5EF4-FFF2-40B4-BE49-F238E27FC236}">
                <a16:creationId xmlns:a16="http://schemas.microsoft.com/office/drawing/2014/main" id="{8A3EEAA5-3835-3ED6-EBE0-1CF0A9CD9FAD}"/>
              </a:ext>
            </a:extLst>
          </p:cNvPr>
          <p:cNvSpPr txBox="1"/>
          <p:nvPr/>
        </p:nvSpPr>
        <p:spPr>
          <a:xfrm>
            <a:off x="812800" y="2451100"/>
            <a:ext cx="201295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Build</a:t>
            </a:r>
            <a:endParaRPr lang="en-US" sz="1700" b="1" dirty="0" err="1">
              <a:solidFill>
                <a:srgbClr val="FFFFFF"/>
              </a:solidFill>
              <a:latin typeface="Segoe UI" panose="020B0502040204020203" pitchFamily="34" charset="0"/>
            </a:endParaRPr>
          </a:p>
        </p:txBody>
      </p:sp>
      <p:sp>
        <p:nvSpPr>
          <p:cNvPr id="9" name="TextBox 8">
            <a:extLst>
              <a:ext uri="{FF2B5EF4-FFF2-40B4-BE49-F238E27FC236}">
                <a16:creationId xmlns:a16="http://schemas.microsoft.com/office/drawing/2014/main" id="{CABD5F26-02F8-3088-06DC-CC9AD55095D4}"/>
              </a:ext>
            </a:extLst>
          </p:cNvPr>
          <p:cNvSpPr txBox="1"/>
          <p:nvPr/>
        </p:nvSpPr>
        <p:spPr>
          <a:xfrm>
            <a:off x="812800" y="2933700"/>
            <a:ext cx="201295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Package the versioned agent, prompts, tools, and configuration</a:t>
            </a:r>
            <a:endParaRPr lang="en-US" sz="1400" dirty="0" err="1">
              <a:solidFill>
                <a:srgbClr val="FFFFFF"/>
              </a:solidFill>
              <a:latin typeface="Segoe UI" panose="020B0502040204020203" pitchFamily="34" charset="0"/>
            </a:endParaRPr>
          </a:p>
        </p:txBody>
      </p:sp>
      <p:sp>
        <p:nvSpPr>
          <p:cNvPr id="10" name="Arrow: Right 9">
            <a:extLst>
              <a:ext uri="{FF2B5EF4-FFF2-40B4-BE49-F238E27FC236}">
                <a16:creationId xmlns:a16="http://schemas.microsoft.com/office/drawing/2014/main" id="{D6783D27-81A9-DB29-19CF-C1D28B429EB6}"/>
              </a:ext>
            </a:extLst>
          </p:cNvPr>
          <p:cNvSpPr/>
          <p:nvPr/>
        </p:nvSpPr>
        <p:spPr bwMode="auto">
          <a:xfrm>
            <a:off x="3067050" y="2997200"/>
            <a:ext cx="355600" cy="3302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1" name="Rectangle: Rounded Corners 10">
            <a:extLst>
              <a:ext uri="{FF2B5EF4-FFF2-40B4-BE49-F238E27FC236}">
                <a16:creationId xmlns:a16="http://schemas.microsoft.com/office/drawing/2014/main" id="{740E6742-8BFF-6D61-B326-F9BCE2D3726F}"/>
              </a:ext>
            </a:extLst>
          </p:cNvPr>
          <p:cNvSpPr/>
          <p:nvPr/>
        </p:nvSpPr>
        <p:spPr bwMode="auto">
          <a:xfrm>
            <a:off x="3511550" y="2146300"/>
            <a:ext cx="2317750" cy="2032000"/>
          </a:xfrm>
          <a:prstGeom prst="roundRect">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2" name="TextBox 11">
            <a:extLst>
              <a:ext uri="{FF2B5EF4-FFF2-40B4-BE49-F238E27FC236}">
                <a16:creationId xmlns:a16="http://schemas.microsoft.com/office/drawing/2014/main" id="{95D72B29-9D12-926C-D06D-D1A846E96E92}"/>
              </a:ext>
            </a:extLst>
          </p:cNvPr>
          <p:cNvSpPr txBox="1"/>
          <p:nvPr/>
        </p:nvSpPr>
        <p:spPr>
          <a:xfrm>
            <a:off x="3663950" y="2451100"/>
            <a:ext cx="201295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Evaluate</a:t>
            </a:r>
            <a:endParaRPr lang="en-US" sz="1700" b="1" dirty="0" err="1">
              <a:solidFill>
                <a:srgbClr val="FFFFFF"/>
              </a:solidFill>
              <a:latin typeface="Segoe UI" panose="020B0502040204020203" pitchFamily="34" charset="0"/>
            </a:endParaRPr>
          </a:p>
        </p:txBody>
      </p:sp>
      <p:sp>
        <p:nvSpPr>
          <p:cNvPr id="13" name="TextBox 12">
            <a:extLst>
              <a:ext uri="{FF2B5EF4-FFF2-40B4-BE49-F238E27FC236}">
                <a16:creationId xmlns:a16="http://schemas.microsoft.com/office/drawing/2014/main" id="{E5DBC341-A236-851A-B582-535DE5378589}"/>
              </a:ext>
            </a:extLst>
          </p:cNvPr>
          <p:cNvSpPr txBox="1"/>
          <p:nvPr/>
        </p:nvSpPr>
        <p:spPr>
          <a:xfrm>
            <a:off x="3663950" y="2933700"/>
            <a:ext cx="201295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Run quality, safety, and integration checks</a:t>
            </a:r>
            <a:endParaRPr lang="en-US" sz="1400" dirty="0" err="1">
              <a:solidFill>
                <a:srgbClr val="FFFFFF"/>
              </a:solidFill>
              <a:latin typeface="Segoe UI" panose="020B0502040204020203" pitchFamily="34" charset="0"/>
            </a:endParaRPr>
          </a:p>
        </p:txBody>
      </p:sp>
      <p:sp>
        <p:nvSpPr>
          <p:cNvPr id="14" name="Arrow: Right 13">
            <a:extLst>
              <a:ext uri="{FF2B5EF4-FFF2-40B4-BE49-F238E27FC236}">
                <a16:creationId xmlns:a16="http://schemas.microsoft.com/office/drawing/2014/main" id="{E4FAB063-BB83-5E76-4462-51E4ABE7AD43}"/>
              </a:ext>
            </a:extLst>
          </p:cNvPr>
          <p:cNvSpPr/>
          <p:nvPr/>
        </p:nvSpPr>
        <p:spPr bwMode="auto">
          <a:xfrm>
            <a:off x="5918200" y="2997200"/>
            <a:ext cx="355600" cy="3302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Rectangle: Rounded Corners 14">
            <a:extLst>
              <a:ext uri="{FF2B5EF4-FFF2-40B4-BE49-F238E27FC236}">
                <a16:creationId xmlns:a16="http://schemas.microsoft.com/office/drawing/2014/main" id="{0C65E2C2-4556-CE16-9FA8-821186613A8A}"/>
              </a:ext>
            </a:extLst>
          </p:cNvPr>
          <p:cNvSpPr/>
          <p:nvPr/>
        </p:nvSpPr>
        <p:spPr bwMode="auto">
          <a:xfrm>
            <a:off x="6362700" y="2146300"/>
            <a:ext cx="2317750" cy="2032000"/>
          </a:xfrm>
          <a:prstGeom prst="roundRect">
            <a:avLst/>
          </a:prstGeom>
          <a:solidFill>
            <a:srgbClr val="D83B0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6" name="TextBox 15">
            <a:extLst>
              <a:ext uri="{FF2B5EF4-FFF2-40B4-BE49-F238E27FC236}">
                <a16:creationId xmlns:a16="http://schemas.microsoft.com/office/drawing/2014/main" id="{46081179-7569-FCC9-E228-EA698A82E020}"/>
              </a:ext>
            </a:extLst>
          </p:cNvPr>
          <p:cNvSpPr txBox="1"/>
          <p:nvPr/>
        </p:nvSpPr>
        <p:spPr>
          <a:xfrm>
            <a:off x="6515100" y="2451100"/>
            <a:ext cx="201295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Decide</a:t>
            </a:r>
            <a:endParaRPr lang="en-US" sz="1700" b="1" dirty="0" err="1">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6AB325C6-5548-2903-584D-15BD8FA51EEC}"/>
              </a:ext>
            </a:extLst>
          </p:cNvPr>
          <p:cNvSpPr txBox="1"/>
          <p:nvPr/>
        </p:nvSpPr>
        <p:spPr>
          <a:xfrm>
            <a:off x="6515100" y="2933700"/>
            <a:ext cx="201295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Apply thresholds and exception policy</a:t>
            </a:r>
            <a:endParaRPr lang="en-US" sz="1400" dirty="0" err="1">
              <a:solidFill>
                <a:srgbClr val="FFFFFF"/>
              </a:solidFill>
              <a:latin typeface="Segoe UI" panose="020B0502040204020203" pitchFamily="34" charset="0"/>
            </a:endParaRPr>
          </a:p>
        </p:txBody>
      </p:sp>
      <p:sp>
        <p:nvSpPr>
          <p:cNvPr id="18" name="Arrow: Right 17">
            <a:extLst>
              <a:ext uri="{FF2B5EF4-FFF2-40B4-BE49-F238E27FC236}">
                <a16:creationId xmlns:a16="http://schemas.microsoft.com/office/drawing/2014/main" id="{4BD3AB9F-56BC-30B3-D0E7-1800BC5E6FA7}"/>
              </a:ext>
            </a:extLst>
          </p:cNvPr>
          <p:cNvSpPr/>
          <p:nvPr/>
        </p:nvSpPr>
        <p:spPr bwMode="auto">
          <a:xfrm>
            <a:off x="8769350" y="2997200"/>
            <a:ext cx="355600" cy="3302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Rectangle: Rounded Corners 18">
            <a:extLst>
              <a:ext uri="{FF2B5EF4-FFF2-40B4-BE49-F238E27FC236}">
                <a16:creationId xmlns:a16="http://schemas.microsoft.com/office/drawing/2014/main" id="{5AF3FD75-944F-AF1D-0CDB-5231AE9C065E}"/>
              </a:ext>
            </a:extLst>
          </p:cNvPr>
          <p:cNvSpPr/>
          <p:nvPr/>
        </p:nvSpPr>
        <p:spPr bwMode="auto">
          <a:xfrm>
            <a:off x="9213850" y="2146300"/>
            <a:ext cx="2317750" cy="2032000"/>
          </a:xfrm>
          <a:prstGeom prst="roundRect">
            <a:avLst/>
          </a:prstGeom>
          <a:solidFill>
            <a:srgbClr val="5C2D9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439B625E-E1CE-3D9F-BE56-73A07C92CB65}"/>
              </a:ext>
            </a:extLst>
          </p:cNvPr>
          <p:cNvSpPr txBox="1"/>
          <p:nvPr/>
        </p:nvSpPr>
        <p:spPr>
          <a:xfrm>
            <a:off x="9366250" y="2451100"/>
            <a:ext cx="201295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Deploy</a:t>
            </a:r>
            <a:endParaRPr lang="en-US" sz="17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D45CF211-67CF-879B-35DE-ED5977424013}"/>
              </a:ext>
            </a:extLst>
          </p:cNvPr>
          <p:cNvSpPr txBox="1"/>
          <p:nvPr/>
        </p:nvSpPr>
        <p:spPr>
          <a:xfrm>
            <a:off x="9366250" y="2933700"/>
            <a:ext cx="201295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Promote only the approved candidate and evidence</a:t>
            </a:r>
            <a:endParaRPr lang="en-US" sz="1400" dirty="0" err="1">
              <a:solidFill>
                <a:srgbClr val="FFFFFF"/>
              </a:solidFill>
              <a:latin typeface="Segoe UI" panose="020B0502040204020203" pitchFamily="34" charset="0"/>
            </a:endParaRPr>
          </a:p>
        </p:txBody>
      </p:sp>
    </p:spTree>
    <p:extLst>
      <p:ext uri="{BB962C8B-B14F-4D97-AF65-F5344CB8AC3E}">
        <p14:creationId xmlns:p14="http://schemas.microsoft.com/office/powerpoint/2010/main" val="2317321815"/>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0C5CDD65-5579-C3CA-563F-13765EC52274}"/>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D5784385-C32D-8699-6320-BFA765A574B9}"/>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14</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B816C4A2-1930-E0A1-DD0E-8F5F3D4A17F4}"/>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584DD637-8E6C-6352-A6A8-7CA18FD5CB53}"/>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Three gate types</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B46E3BF7-1F94-CEEB-BF29-3A52DB29E633}"/>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Use each gate where it has the strongest leverage.</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16472748-8440-71A5-D9D7-246951166217}"/>
              </a:ext>
            </a:extLst>
          </p:cNvPr>
          <p:cNvSpPr/>
          <p:nvPr/>
        </p:nvSpPr>
        <p:spPr bwMode="auto">
          <a:xfrm>
            <a:off x="660400" y="2006600"/>
            <a:ext cx="3471333" cy="2286000"/>
          </a:xfrm>
          <a:prstGeom prst="roundRect">
            <a:avLst/>
          </a:prstGeom>
          <a:solidFill>
            <a:srgbClr val="E8F2F8"/>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Rectangle: Rounded Corners 7">
            <a:extLst>
              <a:ext uri="{FF2B5EF4-FFF2-40B4-BE49-F238E27FC236}">
                <a16:creationId xmlns:a16="http://schemas.microsoft.com/office/drawing/2014/main" id="{682DB583-CF5B-DE7C-6A2E-BF8A2374D500}"/>
              </a:ext>
            </a:extLst>
          </p:cNvPr>
          <p:cNvSpPr/>
          <p:nvPr/>
        </p:nvSpPr>
        <p:spPr bwMode="auto">
          <a:xfrm>
            <a:off x="660400" y="2006600"/>
            <a:ext cx="3471333" cy="609600"/>
          </a:xfrm>
          <a:prstGeom prst="round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9" name="Rectangle 8">
            <a:extLst>
              <a:ext uri="{FF2B5EF4-FFF2-40B4-BE49-F238E27FC236}">
                <a16:creationId xmlns:a16="http://schemas.microsoft.com/office/drawing/2014/main" id="{49BFF39F-4097-9B70-65A9-AA39DBE839E5}"/>
              </a:ext>
            </a:extLst>
          </p:cNvPr>
          <p:cNvSpPr/>
          <p:nvPr/>
        </p:nvSpPr>
        <p:spPr bwMode="auto">
          <a:xfrm>
            <a:off x="660400" y="2311400"/>
            <a:ext cx="3471333" cy="304800"/>
          </a:xfrm>
          <a:prstGeom prst="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0" name="TextBox 9">
            <a:extLst>
              <a:ext uri="{FF2B5EF4-FFF2-40B4-BE49-F238E27FC236}">
                <a16:creationId xmlns:a16="http://schemas.microsoft.com/office/drawing/2014/main" id="{053DDD80-AD32-9FF5-BD7A-7F00D1A52408}"/>
              </a:ext>
            </a:extLst>
          </p:cNvPr>
          <p:cNvSpPr txBox="1"/>
          <p:nvPr/>
        </p:nvSpPr>
        <p:spPr>
          <a:xfrm>
            <a:off x="863600" y="21717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Pull request gate</a:t>
            </a:r>
            <a:endParaRPr lang="en-US" sz="1600" b="1" dirty="0" err="1">
              <a:solidFill>
                <a:srgbClr val="FFFFFF"/>
              </a:solidFill>
              <a:latin typeface="Segoe UI" panose="020B0502040204020203" pitchFamily="34" charset="0"/>
            </a:endParaRPr>
          </a:p>
        </p:txBody>
      </p:sp>
      <p:sp>
        <p:nvSpPr>
          <p:cNvPr id="11" name="TextBox 10">
            <a:extLst>
              <a:ext uri="{FF2B5EF4-FFF2-40B4-BE49-F238E27FC236}">
                <a16:creationId xmlns:a16="http://schemas.microsoft.com/office/drawing/2014/main" id="{468D9EC0-1C22-DDE4-7D32-7235F09A97F3}"/>
              </a:ext>
            </a:extLst>
          </p:cNvPr>
          <p:cNvSpPr txBox="1"/>
          <p:nvPr/>
        </p:nvSpPr>
        <p:spPr>
          <a:xfrm>
            <a:off x="863600" y="28067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Blocks regressions before code, prompts, or agent configuration merge.</a:t>
            </a:r>
            <a:endParaRPr lang="en-US" sz="1400" dirty="0" err="1">
              <a:solidFill>
                <a:srgbClr val="303132"/>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E22D16B5-2A80-675F-F442-EC19ECB51729}"/>
              </a:ext>
            </a:extLst>
          </p:cNvPr>
          <p:cNvSpPr/>
          <p:nvPr/>
        </p:nvSpPr>
        <p:spPr bwMode="auto">
          <a:xfrm>
            <a:off x="4360333" y="2006600"/>
            <a:ext cx="3471334" cy="2286000"/>
          </a:xfrm>
          <a:prstGeom prst="roundRect">
            <a:avLst/>
          </a:prstGeom>
          <a:solidFill>
            <a:srgbClr val="EDF8ED"/>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3" name="Rectangle: Rounded Corners 12">
            <a:extLst>
              <a:ext uri="{FF2B5EF4-FFF2-40B4-BE49-F238E27FC236}">
                <a16:creationId xmlns:a16="http://schemas.microsoft.com/office/drawing/2014/main" id="{08E334BB-87CB-09B9-635A-7B740F0A3D2C}"/>
              </a:ext>
            </a:extLst>
          </p:cNvPr>
          <p:cNvSpPr/>
          <p:nvPr/>
        </p:nvSpPr>
        <p:spPr bwMode="auto">
          <a:xfrm>
            <a:off x="4360333" y="2006600"/>
            <a:ext cx="3471334" cy="609600"/>
          </a:xfrm>
          <a:prstGeom prst="round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4" name="Rectangle 13">
            <a:extLst>
              <a:ext uri="{FF2B5EF4-FFF2-40B4-BE49-F238E27FC236}">
                <a16:creationId xmlns:a16="http://schemas.microsoft.com/office/drawing/2014/main" id="{FE479FC7-DD77-C7B2-18CD-2AF11897B100}"/>
              </a:ext>
            </a:extLst>
          </p:cNvPr>
          <p:cNvSpPr/>
          <p:nvPr/>
        </p:nvSpPr>
        <p:spPr bwMode="auto">
          <a:xfrm>
            <a:off x="4360333" y="2311400"/>
            <a:ext cx="3471334" cy="304800"/>
          </a:xfrm>
          <a:prstGeom prst="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TextBox 14">
            <a:extLst>
              <a:ext uri="{FF2B5EF4-FFF2-40B4-BE49-F238E27FC236}">
                <a16:creationId xmlns:a16="http://schemas.microsoft.com/office/drawing/2014/main" id="{C9AE65B5-C7C1-F264-C576-8DD84D2C2996}"/>
              </a:ext>
            </a:extLst>
          </p:cNvPr>
          <p:cNvSpPr txBox="1"/>
          <p:nvPr/>
        </p:nvSpPr>
        <p:spPr>
          <a:xfrm>
            <a:off x="4563533" y="21717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Deployment gate</a:t>
            </a:r>
            <a:endParaRPr lang="en-US" sz="1600" b="1" dirty="0" err="1">
              <a:solidFill>
                <a:srgbClr val="FFFFFF"/>
              </a:solidFill>
              <a:latin typeface="Segoe UI" panose="020B0502040204020203" pitchFamily="34" charset="0"/>
            </a:endParaRPr>
          </a:p>
        </p:txBody>
      </p:sp>
      <p:sp>
        <p:nvSpPr>
          <p:cNvPr id="16" name="TextBox 15">
            <a:extLst>
              <a:ext uri="{FF2B5EF4-FFF2-40B4-BE49-F238E27FC236}">
                <a16:creationId xmlns:a16="http://schemas.microsoft.com/office/drawing/2014/main" id="{3822C247-EF34-0599-2366-FC79421EBF99}"/>
              </a:ext>
            </a:extLst>
          </p:cNvPr>
          <p:cNvSpPr txBox="1"/>
          <p:nvPr/>
        </p:nvSpPr>
        <p:spPr>
          <a:xfrm>
            <a:off x="4563533" y="28067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Requires approved evaluation, safety, and readiness evidence before promotion.</a:t>
            </a:r>
            <a:endParaRPr lang="en-US" sz="1400" dirty="0" err="1">
              <a:solidFill>
                <a:srgbClr val="303132"/>
              </a:solidFill>
              <a:latin typeface="Segoe UI" panose="020B0502040204020203" pitchFamily="34" charset="0"/>
            </a:endParaRPr>
          </a:p>
        </p:txBody>
      </p:sp>
      <p:sp>
        <p:nvSpPr>
          <p:cNvPr id="17" name="Rectangle: Rounded Corners 16">
            <a:extLst>
              <a:ext uri="{FF2B5EF4-FFF2-40B4-BE49-F238E27FC236}">
                <a16:creationId xmlns:a16="http://schemas.microsoft.com/office/drawing/2014/main" id="{B0AEAC96-0F96-7D90-25E0-51564BB0A49B}"/>
              </a:ext>
            </a:extLst>
          </p:cNvPr>
          <p:cNvSpPr/>
          <p:nvPr/>
        </p:nvSpPr>
        <p:spPr bwMode="auto">
          <a:xfrm>
            <a:off x="8060267" y="2006600"/>
            <a:ext cx="3471333" cy="2286000"/>
          </a:xfrm>
          <a:prstGeom prst="roundRect">
            <a:avLst/>
          </a:prstGeom>
          <a:solidFill>
            <a:srgbClr val="FCF3E9"/>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8" name="Rectangle: Rounded Corners 17">
            <a:extLst>
              <a:ext uri="{FF2B5EF4-FFF2-40B4-BE49-F238E27FC236}">
                <a16:creationId xmlns:a16="http://schemas.microsoft.com/office/drawing/2014/main" id="{B56D04B3-37F1-AB8A-C0B1-615B747A907C}"/>
              </a:ext>
            </a:extLst>
          </p:cNvPr>
          <p:cNvSpPr/>
          <p:nvPr/>
        </p:nvSpPr>
        <p:spPr bwMode="auto">
          <a:xfrm>
            <a:off x="8060267" y="2006600"/>
            <a:ext cx="3471333" cy="609600"/>
          </a:xfrm>
          <a:prstGeom prst="roundRect">
            <a:avLst/>
          </a:prstGeom>
          <a:solidFill>
            <a:srgbClr val="D83B0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59FA53F9-940F-9953-9789-316376B12E3B}"/>
              </a:ext>
            </a:extLst>
          </p:cNvPr>
          <p:cNvSpPr/>
          <p:nvPr/>
        </p:nvSpPr>
        <p:spPr bwMode="auto">
          <a:xfrm>
            <a:off x="8060267" y="2311400"/>
            <a:ext cx="3471333" cy="304800"/>
          </a:xfrm>
          <a:prstGeom prst="rect">
            <a:avLst/>
          </a:prstGeom>
          <a:solidFill>
            <a:srgbClr val="D83B0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D500F9B9-047D-59F5-03EB-A309CE6709D9}"/>
              </a:ext>
            </a:extLst>
          </p:cNvPr>
          <p:cNvSpPr txBox="1"/>
          <p:nvPr/>
        </p:nvSpPr>
        <p:spPr>
          <a:xfrm>
            <a:off x="8263467" y="21717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Runtime watchdog</a:t>
            </a:r>
            <a:endParaRPr lang="en-US" sz="16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21137220-AB06-3866-BB3D-4CA7D38B4D4D}"/>
              </a:ext>
            </a:extLst>
          </p:cNvPr>
          <p:cNvSpPr txBox="1"/>
          <p:nvPr/>
        </p:nvSpPr>
        <p:spPr>
          <a:xfrm>
            <a:off x="8263467" y="28067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Detects quality, safety, latency, or cost drift between releases.</a:t>
            </a:r>
            <a:endParaRPr lang="en-US" sz="1400" dirty="0" err="1">
              <a:solidFill>
                <a:srgbClr val="303132"/>
              </a:solidFill>
              <a:latin typeface="Segoe UI" panose="020B0502040204020203" pitchFamily="34" charset="0"/>
            </a:endParaRPr>
          </a:p>
        </p:txBody>
      </p:sp>
    </p:spTree>
    <p:extLst>
      <p:ext uri="{BB962C8B-B14F-4D97-AF65-F5344CB8AC3E}">
        <p14:creationId xmlns:p14="http://schemas.microsoft.com/office/powerpoint/2010/main" val="553910457"/>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74A43F16-BFE8-8732-16BA-D448A14C8920}"/>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2A02376E-37BD-C98C-CCE6-568D294E8429}"/>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15</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C50C23AA-A4BE-D767-3AAF-8143DA109E28}"/>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CE35FBA1-23CC-FFDA-EA34-9F540534DD25}"/>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Release evidence package</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8E879E5E-50DF-EE47-354C-D8C41E1EA560}"/>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Every gate produces an artifact that another person can review.</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CB91785A-1537-2310-F739-6B26BB0C1919}"/>
              </a:ext>
            </a:extLst>
          </p:cNvPr>
          <p:cNvSpPr/>
          <p:nvPr/>
        </p:nvSpPr>
        <p:spPr bwMode="auto">
          <a:xfrm>
            <a:off x="660400" y="2006600"/>
            <a:ext cx="3471333" cy="2286000"/>
          </a:xfrm>
          <a:prstGeom prst="roundRect">
            <a:avLst/>
          </a:prstGeom>
          <a:solidFill>
            <a:srgbClr val="E8F2F8"/>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Rectangle: Rounded Corners 7">
            <a:extLst>
              <a:ext uri="{FF2B5EF4-FFF2-40B4-BE49-F238E27FC236}">
                <a16:creationId xmlns:a16="http://schemas.microsoft.com/office/drawing/2014/main" id="{E679E31F-CEF6-AB64-0FC7-7E219CF3EC46}"/>
              </a:ext>
            </a:extLst>
          </p:cNvPr>
          <p:cNvSpPr/>
          <p:nvPr/>
        </p:nvSpPr>
        <p:spPr bwMode="auto">
          <a:xfrm>
            <a:off x="660400" y="2006600"/>
            <a:ext cx="3471333" cy="609600"/>
          </a:xfrm>
          <a:prstGeom prst="round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9" name="Rectangle 8">
            <a:extLst>
              <a:ext uri="{FF2B5EF4-FFF2-40B4-BE49-F238E27FC236}">
                <a16:creationId xmlns:a16="http://schemas.microsoft.com/office/drawing/2014/main" id="{A4FBF36F-41EF-2675-130F-7ED1A6D499AF}"/>
              </a:ext>
            </a:extLst>
          </p:cNvPr>
          <p:cNvSpPr/>
          <p:nvPr/>
        </p:nvSpPr>
        <p:spPr bwMode="auto">
          <a:xfrm>
            <a:off x="660400" y="2311400"/>
            <a:ext cx="3471333" cy="304800"/>
          </a:xfrm>
          <a:prstGeom prst="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0" name="TextBox 9">
            <a:extLst>
              <a:ext uri="{FF2B5EF4-FFF2-40B4-BE49-F238E27FC236}">
                <a16:creationId xmlns:a16="http://schemas.microsoft.com/office/drawing/2014/main" id="{8F60F944-D416-2BF4-C59C-1BE590F49486}"/>
              </a:ext>
            </a:extLst>
          </p:cNvPr>
          <p:cNvSpPr txBox="1"/>
          <p:nvPr/>
        </p:nvSpPr>
        <p:spPr>
          <a:xfrm>
            <a:off x="863600" y="21717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Evaluation report</a:t>
            </a:r>
            <a:endParaRPr lang="en-US" sz="1600" b="1" dirty="0" err="1">
              <a:solidFill>
                <a:srgbClr val="FFFFFF"/>
              </a:solidFill>
              <a:latin typeface="Segoe UI" panose="020B0502040204020203" pitchFamily="34" charset="0"/>
            </a:endParaRPr>
          </a:p>
        </p:txBody>
      </p:sp>
      <p:sp>
        <p:nvSpPr>
          <p:cNvPr id="11" name="TextBox 10">
            <a:extLst>
              <a:ext uri="{FF2B5EF4-FFF2-40B4-BE49-F238E27FC236}">
                <a16:creationId xmlns:a16="http://schemas.microsoft.com/office/drawing/2014/main" id="{173FC6EF-4D45-2794-8313-429380ACDBD6}"/>
              </a:ext>
            </a:extLst>
          </p:cNvPr>
          <p:cNvSpPr txBox="1"/>
          <p:nvPr/>
        </p:nvSpPr>
        <p:spPr>
          <a:xfrm>
            <a:off x="863600" y="28067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Dataset version, evaluator configuration, scores, failures, and baseline comparison.</a:t>
            </a:r>
            <a:endParaRPr lang="en-US" sz="1400" dirty="0" err="1">
              <a:solidFill>
                <a:srgbClr val="303132"/>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FF6C93CF-C4FF-96D3-DF62-039DB92F8D69}"/>
              </a:ext>
            </a:extLst>
          </p:cNvPr>
          <p:cNvSpPr/>
          <p:nvPr/>
        </p:nvSpPr>
        <p:spPr bwMode="auto">
          <a:xfrm>
            <a:off x="4360333" y="2006600"/>
            <a:ext cx="3471334" cy="2286000"/>
          </a:xfrm>
          <a:prstGeom prst="roundRect">
            <a:avLst/>
          </a:prstGeom>
          <a:solidFill>
            <a:srgbClr val="F8EFF5"/>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3" name="Rectangle: Rounded Corners 12">
            <a:extLst>
              <a:ext uri="{FF2B5EF4-FFF2-40B4-BE49-F238E27FC236}">
                <a16:creationId xmlns:a16="http://schemas.microsoft.com/office/drawing/2014/main" id="{3B909116-4D96-5DA2-0181-5779943FE2FF}"/>
              </a:ext>
            </a:extLst>
          </p:cNvPr>
          <p:cNvSpPr/>
          <p:nvPr/>
        </p:nvSpPr>
        <p:spPr bwMode="auto">
          <a:xfrm>
            <a:off x="4360333" y="2006600"/>
            <a:ext cx="3471334" cy="609600"/>
          </a:xfrm>
          <a:prstGeom prst="round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4" name="Rectangle 13">
            <a:extLst>
              <a:ext uri="{FF2B5EF4-FFF2-40B4-BE49-F238E27FC236}">
                <a16:creationId xmlns:a16="http://schemas.microsoft.com/office/drawing/2014/main" id="{497458C5-C11A-ED6A-E1CA-306A99A09801}"/>
              </a:ext>
            </a:extLst>
          </p:cNvPr>
          <p:cNvSpPr/>
          <p:nvPr/>
        </p:nvSpPr>
        <p:spPr bwMode="auto">
          <a:xfrm>
            <a:off x="4360333" y="2311400"/>
            <a:ext cx="3471334" cy="304800"/>
          </a:xfrm>
          <a:prstGeom prst="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TextBox 14">
            <a:extLst>
              <a:ext uri="{FF2B5EF4-FFF2-40B4-BE49-F238E27FC236}">
                <a16:creationId xmlns:a16="http://schemas.microsoft.com/office/drawing/2014/main" id="{B95B60DE-6192-60CE-FB18-16584E9EC5E6}"/>
              </a:ext>
            </a:extLst>
          </p:cNvPr>
          <p:cNvSpPr txBox="1"/>
          <p:nvPr/>
        </p:nvSpPr>
        <p:spPr>
          <a:xfrm>
            <a:off x="4563533" y="21717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Readiness report</a:t>
            </a:r>
            <a:endParaRPr lang="en-US" sz="1600" b="1" dirty="0" err="1">
              <a:solidFill>
                <a:srgbClr val="FFFFFF"/>
              </a:solidFill>
              <a:latin typeface="Segoe UI" panose="020B0502040204020203" pitchFamily="34" charset="0"/>
            </a:endParaRPr>
          </a:p>
        </p:txBody>
      </p:sp>
      <p:sp>
        <p:nvSpPr>
          <p:cNvPr id="16" name="TextBox 15">
            <a:extLst>
              <a:ext uri="{FF2B5EF4-FFF2-40B4-BE49-F238E27FC236}">
                <a16:creationId xmlns:a16="http://schemas.microsoft.com/office/drawing/2014/main" id="{AD0C2AC8-792E-0E05-E0BF-C135617E6B4F}"/>
              </a:ext>
            </a:extLst>
          </p:cNvPr>
          <p:cNvSpPr txBox="1"/>
          <p:nvPr/>
        </p:nvSpPr>
        <p:spPr>
          <a:xfrm>
            <a:off x="4563533" y="28067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Target version, dependencies, telemetry, open risks, and ownership confirmation.</a:t>
            </a:r>
            <a:endParaRPr lang="en-US" sz="1400" dirty="0" err="1">
              <a:solidFill>
                <a:srgbClr val="303132"/>
              </a:solidFill>
              <a:latin typeface="Segoe UI" panose="020B0502040204020203" pitchFamily="34" charset="0"/>
            </a:endParaRPr>
          </a:p>
        </p:txBody>
      </p:sp>
      <p:sp>
        <p:nvSpPr>
          <p:cNvPr id="17" name="Rectangle: Rounded Corners 16">
            <a:extLst>
              <a:ext uri="{FF2B5EF4-FFF2-40B4-BE49-F238E27FC236}">
                <a16:creationId xmlns:a16="http://schemas.microsoft.com/office/drawing/2014/main" id="{D177453F-7447-1FE9-DF7B-CA0950787BDE}"/>
              </a:ext>
            </a:extLst>
          </p:cNvPr>
          <p:cNvSpPr/>
          <p:nvPr/>
        </p:nvSpPr>
        <p:spPr bwMode="auto">
          <a:xfrm>
            <a:off x="8060267" y="2006600"/>
            <a:ext cx="3471333" cy="2286000"/>
          </a:xfrm>
          <a:prstGeom prst="roundRect">
            <a:avLst/>
          </a:prstGeom>
          <a:solidFill>
            <a:srgbClr val="EDF8ED"/>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8" name="Rectangle: Rounded Corners 17">
            <a:extLst>
              <a:ext uri="{FF2B5EF4-FFF2-40B4-BE49-F238E27FC236}">
                <a16:creationId xmlns:a16="http://schemas.microsoft.com/office/drawing/2014/main" id="{96BF6A2F-EF2D-5E56-7FC2-004681DDD63E}"/>
              </a:ext>
            </a:extLst>
          </p:cNvPr>
          <p:cNvSpPr/>
          <p:nvPr/>
        </p:nvSpPr>
        <p:spPr bwMode="auto">
          <a:xfrm>
            <a:off x="8060267" y="2006600"/>
            <a:ext cx="3471333" cy="609600"/>
          </a:xfrm>
          <a:prstGeom prst="round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3EC9FAD1-F2E6-6A5C-AD5B-4CC3F653AE3E}"/>
              </a:ext>
            </a:extLst>
          </p:cNvPr>
          <p:cNvSpPr/>
          <p:nvPr/>
        </p:nvSpPr>
        <p:spPr bwMode="auto">
          <a:xfrm>
            <a:off x="8060267" y="2311400"/>
            <a:ext cx="3471333" cy="304800"/>
          </a:xfrm>
          <a:prstGeom prst="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2617AF48-FEB0-1424-4C95-8392D0E35423}"/>
              </a:ext>
            </a:extLst>
          </p:cNvPr>
          <p:cNvSpPr txBox="1"/>
          <p:nvPr/>
        </p:nvSpPr>
        <p:spPr>
          <a:xfrm>
            <a:off x="8263467" y="21717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Approval record</a:t>
            </a:r>
            <a:endParaRPr lang="en-US" sz="16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CF75805E-A128-FECB-F591-5A59B0C91406}"/>
              </a:ext>
            </a:extLst>
          </p:cNvPr>
          <p:cNvSpPr txBox="1"/>
          <p:nvPr/>
        </p:nvSpPr>
        <p:spPr>
          <a:xfrm>
            <a:off x="8263467" y="28067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Decision, approver, exceptions, conditions, and the immutable candidate version.</a:t>
            </a:r>
            <a:endParaRPr lang="en-US" sz="1400" dirty="0" err="1">
              <a:solidFill>
                <a:srgbClr val="303132"/>
              </a:solidFill>
              <a:latin typeface="Segoe UI" panose="020B0502040204020203" pitchFamily="34" charset="0"/>
            </a:endParaRPr>
          </a:p>
        </p:txBody>
      </p:sp>
    </p:spTree>
    <p:extLst>
      <p:ext uri="{BB962C8B-B14F-4D97-AF65-F5344CB8AC3E}">
        <p14:creationId xmlns:p14="http://schemas.microsoft.com/office/powerpoint/2010/main" val="367325410"/>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E26B2C0B-6253-1059-F7A2-FE54F14F307B}"/>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53A029DE-6FA1-4394-2C58-890AECD8E694}"/>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16</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8E9D66AC-67FB-4D53-FA86-63073D9A53EC}"/>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D82F51F9-F380-542A-1842-37C5B46C2AD1}"/>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Environment promotion</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C55A7340-E508-F507-B723-E3EFB980A07D}"/>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Evidence gets stricter from development to QA to production.</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F2E7A122-A59D-13F6-DA1D-A58F243570D8}"/>
              </a:ext>
            </a:extLst>
          </p:cNvPr>
          <p:cNvSpPr/>
          <p:nvPr/>
        </p:nvSpPr>
        <p:spPr bwMode="auto">
          <a:xfrm>
            <a:off x="660400" y="2146300"/>
            <a:ext cx="2317750" cy="2032000"/>
          </a:xfrm>
          <a:prstGeom prst="roundRect">
            <a:avLst/>
          </a:prstGeom>
          <a:solidFill>
            <a:srgbClr val="0078D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TextBox 7">
            <a:extLst>
              <a:ext uri="{FF2B5EF4-FFF2-40B4-BE49-F238E27FC236}">
                <a16:creationId xmlns:a16="http://schemas.microsoft.com/office/drawing/2014/main" id="{DE55DD66-179D-DA1A-A186-65ECCC3BF313}"/>
              </a:ext>
            </a:extLst>
          </p:cNvPr>
          <p:cNvSpPr txBox="1"/>
          <p:nvPr/>
        </p:nvSpPr>
        <p:spPr>
          <a:xfrm>
            <a:off x="812800" y="2451100"/>
            <a:ext cx="201295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Development</a:t>
            </a:r>
            <a:endParaRPr lang="en-US" sz="1700" b="1" dirty="0" err="1">
              <a:solidFill>
                <a:srgbClr val="FFFFFF"/>
              </a:solidFill>
              <a:latin typeface="Segoe UI" panose="020B0502040204020203" pitchFamily="34" charset="0"/>
            </a:endParaRPr>
          </a:p>
        </p:txBody>
      </p:sp>
      <p:sp>
        <p:nvSpPr>
          <p:cNvPr id="9" name="TextBox 8">
            <a:extLst>
              <a:ext uri="{FF2B5EF4-FFF2-40B4-BE49-F238E27FC236}">
                <a16:creationId xmlns:a16="http://schemas.microsoft.com/office/drawing/2014/main" id="{09C6F2D6-7409-D180-ABB5-B72884140E19}"/>
              </a:ext>
            </a:extLst>
          </p:cNvPr>
          <p:cNvSpPr txBox="1"/>
          <p:nvPr/>
        </p:nvSpPr>
        <p:spPr>
          <a:xfrm>
            <a:off x="812800" y="2933700"/>
            <a:ext cx="201295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Manual tests plus quality and safety evaluation</a:t>
            </a:r>
            <a:endParaRPr lang="en-US" sz="1400" dirty="0" err="1">
              <a:solidFill>
                <a:srgbClr val="FFFFFF"/>
              </a:solidFill>
              <a:latin typeface="Segoe UI" panose="020B0502040204020203" pitchFamily="34" charset="0"/>
            </a:endParaRPr>
          </a:p>
        </p:txBody>
      </p:sp>
      <p:sp>
        <p:nvSpPr>
          <p:cNvPr id="10" name="Arrow: Right 9">
            <a:extLst>
              <a:ext uri="{FF2B5EF4-FFF2-40B4-BE49-F238E27FC236}">
                <a16:creationId xmlns:a16="http://schemas.microsoft.com/office/drawing/2014/main" id="{61C86D13-D1B9-6219-D207-F0E2808DE4FF}"/>
              </a:ext>
            </a:extLst>
          </p:cNvPr>
          <p:cNvSpPr/>
          <p:nvPr/>
        </p:nvSpPr>
        <p:spPr bwMode="auto">
          <a:xfrm>
            <a:off x="3067050" y="2997200"/>
            <a:ext cx="355600" cy="3302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1" name="Rectangle: Rounded Corners 10">
            <a:extLst>
              <a:ext uri="{FF2B5EF4-FFF2-40B4-BE49-F238E27FC236}">
                <a16:creationId xmlns:a16="http://schemas.microsoft.com/office/drawing/2014/main" id="{1B4ED621-0B98-8400-EECF-E619973B289B}"/>
              </a:ext>
            </a:extLst>
          </p:cNvPr>
          <p:cNvSpPr/>
          <p:nvPr/>
        </p:nvSpPr>
        <p:spPr bwMode="auto">
          <a:xfrm>
            <a:off x="3511550" y="2146300"/>
            <a:ext cx="2317750" cy="2032000"/>
          </a:xfrm>
          <a:prstGeom prst="roundRect">
            <a:avLst/>
          </a:prstGeom>
          <a:solidFill>
            <a:srgbClr val="D83B0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2" name="TextBox 11">
            <a:extLst>
              <a:ext uri="{FF2B5EF4-FFF2-40B4-BE49-F238E27FC236}">
                <a16:creationId xmlns:a16="http://schemas.microsoft.com/office/drawing/2014/main" id="{34AD293B-8465-EC48-18F9-31FEA8984CD4}"/>
              </a:ext>
            </a:extLst>
          </p:cNvPr>
          <p:cNvSpPr txBox="1"/>
          <p:nvPr/>
        </p:nvSpPr>
        <p:spPr>
          <a:xfrm>
            <a:off x="3663950" y="2451100"/>
            <a:ext cx="201295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QA</a:t>
            </a:r>
            <a:endParaRPr lang="en-US" sz="1700" b="1" dirty="0" err="1">
              <a:solidFill>
                <a:srgbClr val="FFFFFF"/>
              </a:solidFill>
              <a:latin typeface="Segoe UI" panose="020B0502040204020203" pitchFamily="34" charset="0"/>
            </a:endParaRPr>
          </a:p>
        </p:txBody>
      </p:sp>
      <p:sp>
        <p:nvSpPr>
          <p:cNvPr id="13" name="TextBox 12">
            <a:extLst>
              <a:ext uri="{FF2B5EF4-FFF2-40B4-BE49-F238E27FC236}">
                <a16:creationId xmlns:a16="http://schemas.microsoft.com/office/drawing/2014/main" id="{3D93A6D8-7E3C-D8D0-0CF4-E78C8B8B74A3}"/>
              </a:ext>
            </a:extLst>
          </p:cNvPr>
          <p:cNvSpPr txBox="1"/>
          <p:nvPr/>
        </p:nvSpPr>
        <p:spPr>
          <a:xfrm>
            <a:off x="3663950" y="2933700"/>
            <a:ext cx="201295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Integration tests, red teaming, and locked release evidence</a:t>
            </a:r>
            <a:endParaRPr lang="en-US" sz="1400" dirty="0" err="1">
              <a:solidFill>
                <a:srgbClr val="FFFFFF"/>
              </a:solidFill>
              <a:latin typeface="Segoe UI" panose="020B0502040204020203" pitchFamily="34" charset="0"/>
            </a:endParaRPr>
          </a:p>
        </p:txBody>
      </p:sp>
      <p:sp>
        <p:nvSpPr>
          <p:cNvPr id="14" name="Arrow: Right 13">
            <a:extLst>
              <a:ext uri="{FF2B5EF4-FFF2-40B4-BE49-F238E27FC236}">
                <a16:creationId xmlns:a16="http://schemas.microsoft.com/office/drawing/2014/main" id="{EC1FF7D4-1EC4-6867-5F95-923FCEAAC0A9}"/>
              </a:ext>
            </a:extLst>
          </p:cNvPr>
          <p:cNvSpPr/>
          <p:nvPr/>
        </p:nvSpPr>
        <p:spPr bwMode="auto">
          <a:xfrm>
            <a:off x="5918200" y="2997200"/>
            <a:ext cx="355600" cy="3302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Rectangle: Rounded Corners 14">
            <a:extLst>
              <a:ext uri="{FF2B5EF4-FFF2-40B4-BE49-F238E27FC236}">
                <a16:creationId xmlns:a16="http://schemas.microsoft.com/office/drawing/2014/main" id="{CA98DC0D-E396-98A8-12B3-8A8E8F6E613A}"/>
              </a:ext>
            </a:extLst>
          </p:cNvPr>
          <p:cNvSpPr/>
          <p:nvPr/>
        </p:nvSpPr>
        <p:spPr bwMode="auto">
          <a:xfrm>
            <a:off x="6362700" y="2146300"/>
            <a:ext cx="2317750" cy="2032000"/>
          </a:xfrm>
          <a:prstGeom prst="roundRect">
            <a:avLst/>
          </a:prstGeom>
          <a:solidFill>
            <a:srgbClr val="5C2D9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6" name="TextBox 15">
            <a:extLst>
              <a:ext uri="{FF2B5EF4-FFF2-40B4-BE49-F238E27FC236}">
                <a16:creationId xmlns:a16="http://schemas.microsoft.com/office/drawing/2014/main" id="{6D982E27-8EAF-0DCD-DF2E-D3EC460F839A}"/>
              </a:ext>
            </a:extLst>
          </p:cNvPr>
          <p:cNvSpPr txBox="1"/>
          <p:nvPr/>
        </p:nvSpPr>
        <p:spPr>
          <a:xfrm>
            <a:off x="6515100" y="2451100"/>
            <a:ext cx="201295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Approval</a:t>
            </a:r>
            <a:endParaRPr lang="en-US" sz="1700" b="1" dirty="0" err="1">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E3B70FF7-B3F0-E94F-7286-0881389DB99E}"/>
              </a:ext>
            </a:extLst>
          </p:cNvPr>
          <p:cNvSpPr txBox="1"/>
          <p:nvPr/>
        </p:nvSpPr>
        <p:spPr>
          <a:xfrm>
            <a:off x="6515100" y="2933700"/>
            <a:ext cx="201295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Human decision backed by the evidence package</a:t>
            </a:r>
            <a:endParaRPr lang="en-US" sz="1400" dirty="0" err="1">
              <a:solidFill>
                <a:srgbClr val="FFFFFF"/>
              </a:solidFill>
              <a:latin typeface="Segoe UI" panose="020B0502040204020203" pitchFamily="34" charset="0"/>
            </a:endParaRPr>
          </a:p>
        </p:txBody>
      </p:sp>
      <p:sp>
        <p:nvSpPr>
          <p:cNvPr id="18" name="Arrow: Right 17">
            <a:extLst>
              <a:ext uri="{FF2B5EF4-FFF2-40B4-BE49-F238E27FC236}">
                <a16:creationId xmlns:a16="http://schemas.microsoft.com/office/drawing/2014/main" id="{59E382AC-FA43-56A7-006F-AD85514DEC34}"/>
              </a:ext>
            </a:extLst>
          </p:cNvPr>
          <p:cNvSpPr/>
          <p:nvPr/>
        </p:nvSpPr>
        <p:spPr bwMode="auto">
          <a:xfrm>
            <a:off x="8769350" y="2997200"/>
            <a:ext cx="355600" cy="3302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Rectangle: Rounded Corners 18">
            <a:extLst>
              <a:ext uri="{FF2B5EF4-FFF2-40B4-BE49-F238E27FC236}">
                <a16:creationId xmlns:a16="http://schemas.microsoft.com/office/drawing/2014/main" id="{F0043F3A-8BE9-4CDE-93A3-35BBDCFF80DB}"/>
              </a:ext>
            </a:extLst>
          </p:cNvPr>
          <p:cNvSpPr/>
          <p:nvPr/>
        </p:nvSpPr>
        <p:spPr bwMode="auto">
          <a:xfrm>
            <a:off x="9213850" y="2146300"/>
            <a:ext cx="2317750" cy="2032000"/>
          </a:xfrm>
          <a:prstGeom prst="roundRect">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281FB09A-024F-95BD-C94A-04DFFCF68732}"/>
              </a:ext>
            </a:extLst>
          </p:cNvPr>
          <p:cNvSpPr txBox="1"/>
          <p:nvPr/>
        </p:nvSpPr>
        <p:spPr>
          <a:xfrm>
            <a:off x="9366250" y="2451100"/>
            <a:ext cx="201295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Production</a:t>
            </a:r>
            <a:endParaRPr lang="en-US" sz="17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CD379F8B-F63E-20F1-8CA5-8ECC9EE11A75}"/>
              </a:ext>
            </a:extLst>
          </p:cNvPr>
          <p:cNvSpPr txBox="1"/>
          <p:nvPr/>
        </p:nvSpPr>
        <p:spPr>
          <a:xfrm>
            <a:off x="9366250" y="2933700"/>
            <a:ext cx="201295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Smoke tests and blue-green or canary rollout</a:t>
            </a:r>
            <a:endParaRPr lang="en-US" sz="1400" dirty="0" err="1">
              <a:solidFill>
                <a:srgbClr val="FFFFFF"/>
              </a:solidFill>
              <a:latin typeface="Segoe UI" panose="020B0502040204020203" pitchFamily="34" charset="0"/>
            </a:endParaRPr>
          </a:p>
        </p:txBody>
      </p:sp>
    </p:spTree>
    <p:extLst>
      <p:ext uri="{BB962C8B-B14F-4D97-AF65-F5344CB8AC3E}">
        <p14:creationId xmlns:p14="http://schemas.microsoft.com/office/powerpoint/2010/main" val="2853346309"/>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C480E521-B546-C2E8-49F3-74B014897F40}"/>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5B5E1E1D-78F9-9305-5714-336B4F5488E3}"/>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17</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3C188B53-6EA1-1F3E-54D4-333DBA18F811}"/>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7D1B6517-1ADF-CD54-26CC-06499905691A}"/>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Human approval and canary rollout</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0020162C-E09F-8385-C90D-7006ECFF3026}"/>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A gated approval is an evidence review, not a rubber-stamp click.</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02C80C65-F4DC-6AED-FC6D-BA7EA45ACB4C}"/>
              </a:ext>
            </a:extLst>
          </p:cNvPr>
          <p:cNvSpPr/>
          <p:nvPr/>
        </p:nvSpPr>
        <p:spPr bwMode="auto">
          <a:xfrm>
            <a:off x="660400" y="1422400"/>
            <a:ext cx="5207000" cy="4368800"/>
          </a:xfrm>
          <a:prstGeom prst="roundRect">
            <a:avLst/>
          </a:prstGeom>
          <a:solidFill>
            <a:srgbClr val="FDEBEB"/>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Rectangle: Rounded Corners 7">
            <a:extLst>
              <a:ext uri="{FF2B5EF4-FFF2-40B4-BE49-F238E27FC236}">
                <a16:creationId xmlns:a16="http://schemas.microsoft.com/office/drawing/2014/main" id="{CC5D1740-47EC-98FC-DEA8-7F3A82ABEDBF}"/>
              </a:ext>
            </a:extLst>
          </p:cNvPr>
          <p:cNvSpPr/>
          <p:nvPr/>
        </p:nvSpPr>
        <p:spPr bwMode="auto">
          <a:xfrm>
            <a:off x="6324600" y="1422400"/>
            <a:ext cx="5207000" cy="4368800"/>
          </a:xfrm>
          <a:prstGeom prst="roundRect">
            <a:avLst/>
          </a:prstGeom>
          <a:solidFill>
            <a:srgbClr val="EDF8ED"/>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9" name="Left Card Header Base">
            <a:extLst>
              <a:ext uri="{FF2B5EF4-FFF2-40B4-BE49-F238E27FC236}">
                <a16:creationId xmlns:a16="http://schemas.microsoft.com/office/drawing/2014/main" id="{5C6C55D3-2A24-48D9-618F-269B6DEDA66F}"/>
              </a:ext>
            </a:extLst>
          </p:cNvPr>
          <p:cNvSpPr/>
          <p:nvPr/>
        </p:nvSpPr>
        <p:spPr bwMode="auto">
          <a:xfrm>
            <a:off x="660400" y="1422400"/>
            <a:ext cx="5207000" cy="609600"/>
          </a:xfrm>
          <a:prstGeom prst="roundRect">
            <a:avLst/>
          </a:prstGeom>
          <a:solidFill>
            <a:srgbClr val="C4192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0" name="Right Card Header Base">
            <a:extLst>
              <a:ext uri="{FF2B5EF4-FFF2-40B4-BE49-F238E27FC236}">
                <a16:creationId xmlns:a16="http://schemas.microsoft.com/office/drawing/2014/main" id="{CCD55CCA-31DF-8AED-8976-43D3661605CF}"/>
              </a:ext>
            </a:extLst>
          </p:cNvPr>
          <p:cNvSpPr/>
          <p:nvPr/>
        </p:nvSpPr>
        <p:spPr bwMode="auto">
          <a:xfrm>
            <a:off x="6324600" y="1422400"/>
            <a:ext cx="5207000" cy="609600"/>
          </a:xfrm>
          <a:prstGeom prst="round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3" name="Oval 12">
            <a:extLst>
              <a:ext uri="{FF2B5EF4-FFF2-40B4-BE49-F238E27FC236}">
                <a16:creationId xmlns:a16="http://schemas.microsoft.com/office/drawing/2014/main" id="{2D408FB7-EA18-59F8-8FBF-291B04760429}"/>
              </a:ext>
            </a:extLst>
          </p:cNvPr>
          <p:cNvSpPr/>
          <p:nvPr/>
        </p:nvSpPr>
        <p:spPr bwMode="auto">
          <a:xfrm>
            <a:off x="977900" y="2413000"/>
            <a:ext cx="127000" cy="127000"/>
          </a:xfrm>
          <a:prstGeom prst="ellipse">
            <a:avLst/>
          </a:prstGeom>
          <a:solidFill>
            <a:srgbClr val="C4192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4" name="TextBox 13">
            <a:extLst>
              <a:ext uri="{FF2B5EF4-FFF2-40B4-BE49-F238E27FC236}">
                <a16:creationId xmlns:a16="http://schemas.microsoft.com/office/drawing/2014/main" id="{5FC2F1ED-40A3-0E17-C90F-BDA27D874C0C}"/>
              </a:ext>
            </a:extLst>
          </p:cNvPr>
          <p:cNvSpPr txBox="1"/>
          <p:nvPr/>
        </p:nvSpPr>
        <p:spPr>
          <a:xfrm>
            <a:off x="1244600" y="23241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Candidate version is immutable</a:t>
            </a:r>
            <a:endParaRPr lang="en-US" sz="1400" dirty="0" err="1">
              <a:solidFill>
                <a:srgbClr val="303132"/>
              </a:solidFill>
              <a:latin typeface="Segoe UI" panose="020B0502040204020203" pitchFamily="34" charset="0"/>
            </a:endParaRPr>
          </a:p>
        </p:txBody>
      </p:sp>
      <p:sp>
        <p:nvSpPr>
          <p:cNvPr id="15" name="Oval 14">
            <a:extLst>
              <a:ext uri="{FF2B5EF4-FFF2-40B4-BE49-F238E27FC236}">
                <a16:creationId xmlns:a16="http://schemas.microsoft.com/office/drawing/2014/main" id="{7843DB3E-E5F3-D9BB-2616-6AA767568988}"/>
              </a:ext>
            </a:extLst>
          </p:cNvPr>
          <p:cNvSpPr/>
          <p:nvPr/>
        </p:nvSpPr>
        <p:spPr bwMode="auto">
          <a:xfrm>
            <a:off x="977900" y="3022600"/>
            <a:ext cx="127000" cy="127000"/>
          </a:xfrm>
          <a:prstGeom prst="ellipse">
            <a:avLst/>
          </a:prstGeom>
          <a:solidFill>
            <a:srgbClr val="C4192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6" name="TextBox 15">
            <a:extLst>
              <a:ext uri="{FF2B5EF4-FFF2-40B4-BE49-F238E27FC236}">
                <a16:creationId xmlns:a16="http://schemas.microsoft.com/office/drawing/2014/main" id="{99AE6239-966A-D9C2-6689-19AB31B16CAA}"/>
              </a:ext>
            </a:extLst>
          </p:cNvPr>
          <p:cNvSpPr txBox="1"/>
          <p:nvPr/>
        </p:nvSpPr>
        <p:spPr>
          <a:xfrm>
            <a:off x="1244600" y="29337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Thresholds and safety checks passed</a:t>
            </a:r>
            <a:endParaRPr lang="en-US" sz="1400" dirty="0" err="1">
              <a:solidFill>
                <a:srgbClr val="303132"/>
              </a:solidFill>
              <a:latin typeface="Segoe UI" panose="020B0502040204020203" pitchFamily="34" charset="0"/>
            </a:endParaRPr>
          </a:p>
        </p:txBody>
      </p:sp>
      <p:sp>
        <p:nvSpPr>
          <p:cNvPr id="17" name="Oval 16">
            <a:extLst>
              <a:ext uri="{FF2B5EF4-FFF2-40B4-BE49-F238E27FC236}">
                <a16:creationId xmlns:a16="http://schemas.microsoft.com/office/drawing/2014/main" id="{12C46283-2DEC-FCBA-5997-17F1E5E90093}"/>
              </a:ext>
            </a:extLst>
          </p:cNvPr>
          <p:cNvSpPr/>
          <p:nvPr/>
        </p:nvSpPr>
        <p:spPr bwMode="auto">
          <a:xfrm>
            <a:off x="977900" y="3632200"/>
            <a:ext cx="127000" cy="127000"/>
          </a:xfrm>
          <a:prstGeom prst="ellipse">
            <a:avLst/>
          </a:prstGeom>
          <a:solidFill>
            <a:srgbClr val="C4192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8" name="TextBox 17">
            <a:extLst>
              <a:ext uri="{FF2B5EF4-FFF2-40B4-BE49-F238E27FC236}">
                <a16:creationId xmlns:a16="http://schemas.microsoft.com/office/drawing/2014/main" id="{E6A51613-52F9-F6A4-7D65-2B02D8DF2132}"/>
              </a:ext>
            </a:extLst>
          </p:cNvPr>
          <p:cNvSpPr txBox="1"/>
          <p:nvPr/>
        </p:nvSpPr>
        <p:spPr>
          <a:xfrm>
            <a:off x="1244600" y="35433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Open risks and exceptions are explicit</a:t>
            </a:r>
            <a:endParaRPr lang="en-US" sz="1400" dirty="0" err="1">
              <a:solidFill>
                <a:srgbClr val="303132"/>
              </a:solidFill>
              <a:latin typeface="Segoe UI" panose="020B0502040204020203" pitchFamily="34" charset="0"/>
            </a:endParaRPr>
          </a:p>
        </p:txBody>
      </p:sp>
      <p:sp>
        <p:nvSpPr>
          <p:cNvPr id="19" name="Oval 18">
            <a:extLst>
              <a:ext uri="{FF2B5EF4-FFF2-40B4-BE49-F238E27FC236}">
                <a16:creationId xmlns:a16="http://schemas.microsoft.com/office/drawing/2014/main" id="{0DE2137B-926B-0360-3E02-8AA40610B70A}"/>
              </a:ext>
            </a:extLst>
          </p:cNvPr>
          <p:cNvSpPr/>
          <p:nvPr/>
        </p:nvSpPr>
        <p:spPr bwMode="auto">
          <a:xfrm>
            <a:off x="977900" y="4241800"/>
            <a:ext cx="127000" cy="127000"/>
          </a:xfrm>
          <a:prstGeom prst="ellipse">
            <a:avLst/>
          </a:prstGeom>
          <a:solidFill>
            <a:srgbClr val="C4192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01CE341A-780A-CDC6-BEB5-76EDD7D1F7E6}"/>
              </a:ext>
            </a:extLst>
          </p:cNvPr>
          <p:cNvSpPr txBox="1"/>
          <p:nvPr/>
        </p:nvSpPr>
        <p:spPr>
          <a:xfrm>
            <a:off x="1244600" y="41529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Rollback owner and trigger are defined</a:t>
            </a:r>
            <a:endParaRPr lang="en-US" sz="1400" dirty="0" err="1">
              <a:solidFill>
                <a:srgbClr val="303132"/>
              </a:solidFill>
              <a:latin typeface="Segoe UI" panose="020B0502040204020203" pitchFamily="34" charset="0"/>
            </a:endParaRPr>
          </a:p>
        </p:txBody>
      </p:sp>
      <p:sp>
        <p:nvSpPr>
          <p:cNvPr id="21" name="Oval 20">
            <a:extLst>
              <a:ext uri="{FF2B5EF4-FFF2-40B4-BE49-F238E27FC236}">
                <a16:creationId xmlns:a16="http://schemas.microsoft.com/office/drawing/2014/main" id="{CB89C3C6-E6EB-6221-041D-0D5E86F295E4}"/>
              </a:ext>
            </a:extLst>
          </p:cNvPr>
          <p:cNvSpPr/>
          <p:nvPr/>
        </p:nvSpPr>
        <p:spPr bwMode="auto">
          <a:xfrm>
            <a:off x="6642100" y="2413000"/>
            <a:ext cx="127000" cy="127000"/>
          </a:xfrm>
          <a:prstGeom prst="ellipse">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2" name="TextBox 21">
            <a:extLst>
              <a:ext uri="{FF2B5EF4-FFF2-40B4-BE49-F238E27FC236}">
                <a16:creationId xmlns:a16="http://schemas.microsoft.com/office/drawing/2014/main" id="{8A0E1279-79A9-6443-D658-BCB342D72927}"/>
              </a:ext>
            </a:extLst>
          </p:cNvPr>
          <p:cNvSpPr txBox="1"/>
          <p:nvPr/>
        </p:nvSpPr>
        <p:spPr>
          <a:xfrm>
            <a:off x="6908800" y="23241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Live quality remains within tolerance</a:t>
            </a:r>
            <a:endParaRPr lang="en-US" sz="1400" dirty="0" err="1">
              <a:solidFill>
                <a:srgbClr val="303132"/>
              </a:solidFill>
              <a:latin typeface="Segoe UI" panose="020B0502040204020203" pitchFamily="34" charset="0"/>
            </a:endParaRPr>
          </a:p>
        </p:txBody>
      </p:sp>
      <p:sp>
        <p:nvSpPr>
          <p:cNvPr id="23" name="Oval 22">
            <a:extLst>
              <a:ext uri="{FF2B5EF4-FFF2-40B4-BE49-F238E27FC236}">
                <a16:creationId xmlns:a16="http://schemas.microsoft.com/office/drawing/2014/main" id="{51ECA559-9C41-DDBD-ADAC-471713703E00}"/>
              </a:ext>
            </a:extLst>
          </p:cNvPr>
          <p:cNvSpPr/>
          <p:nvPr/>
        </p:nvSpPr>
        <p:spPr bwMode="auto">
          <a:xfrm>
            <a:off x="6642100" y="3022600"/>
            <a:ext cx="127000" cy="127000"/>
          </a:xfrm>
          <a:prstGeom prst="ellipse">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4" name="TextBox 23">
            <a:extLst>
              <a:ext uri="{FF2B5EF4-FFF2-40B4-BE49-F238E27FC236}">
                <a16:creationId xmlns:a16="http://schemas.microsoft.com/office/drawing/2014/main" id="{82C75CAF-F7F2-FB62-5E1F-F01006749476}"/>
              </a:ext>
            </a:extLst>
          </p:cNvPr>
          <p:cNvSpPr txBox="1"/>
          <p:nvPr/>
        </p:nvSpPr>
        <p:spPr>
          <a:xfrm>
            <a:off x="6908800" y="29337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Latency and cost stay within budget</a:t>
            </a:r>
            <a:endParaRPr lang="en-US" sz="1400" dirty="0" err="1">
              <a:solidFill>
                <a:srgbClr val="303132"/>
              </a:solidFill>
              <a:latin typeface="Segoe UI" panose="020B0502040204020203" pitchFamily="34" charset="0"/>
            </a:endParaRPr>
          </a:p>
        </p:txBody>
      </p:sp>
      <p:sp>
        <p:nvSpPr>
          <p:cNvPr id="25" name="Oval 24">
            <a:extLst>
              <a:ext uri="{FF2B5EF4-FFF2-40B4-BE49-F238E27FC236}">
                <a16:creationId xmlns:a16="http://schemas.microsoft.com/office/drawing/2014/main" id="{CB3172FC-03D5-A707-20A4-53B2240FC97E}"/>
              </a:ext>
            </a:extLst>
          </p:cNvPr>
          <p:cNvSpPr/>
          <p:nvPr/>
        </p:nvSpPr>
        <p:spPr bwMode="auto">
          <a:xfrm>
            <a:off x="6642100" y="3632200"/>
            <a:ext cx="127000" cy="127000"/>
          </a:xfrm>
          <a:prstGeom prst="ellipse">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6" name="TextBox 25">
            <a:extLst>
              <a:ext uri="{FF2B5EF4-FFF2-40B4-BE49-F238E27FC236}">
                <a16:creationId xmlns:a16="http://schemas.microsoft.com/office/drawing/2014/main" id="{31DAF231-3DDB-BBB8-EC0F-4B7B4AF80D78}"/>
              </a:ext>
            </a:extLst>
          </p:cNvPr>
          <p:cNvSpPr txBox="1"/>
          <p:nvPr/>
        </p:nvSpPr>
        <p:spPr>
          <a:xfrm>
            <a:off x="6908800" y="35433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Safety and tool-call signals remain stable</a:t>
            </a:r>
            <a:endParaRPr lang="en-US" sz="1400" dirty="0" err="1">
              <a:solidFill>
                <a:srgbClr val="303132"/>
              </a:solidFill>
              <a:latin typeface="Segoe UI" panose="020B0502040204020203" pitchFamily="34" charset="0"/>
            </a:endParaRPr>
          </a:p>
        </p:txBody>
      </p:sp>
      <p:sp>
        <p:nvSpPr>
          <p:cNvPr id="27" name="Oval 26">
            <a:extLst>
              <a:ext uri="{FF2B5EF4-FFF2-40B4-BE49-F238E27FC236}">
                <a16:creationId xmlns:a16="http://schemas.microsoft.com/office/drawing/2014/main" id="{63D8D47C-116E-1813-C602-A3913F86262A}"/>
              </a:ext>
            </a:extLst>
          </p:cNvPr>
          <p:cNvSpPr/>
          <p:nvPr/>
        </p:nvSpPr>
        <p:spPr bwMode="auto">
          <a:xfrm>
            <a:off x="6642100" y="4241800"/>
            <a:ext cx="127000" cy="127000"/>
          </a:xfrm>
          <a:prstGeom prst="ellipse">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8" name="TextBox 27">
            <a:extLst>
              <a:ext uri="{FF2B5EF4-FFF2-40B4-BE49-F238E27FC236}">
                <a16:creationId xmlns:a16="http://schemas.microsoft.com/office/drawing/2014/main" id="{1E5E1387-A243-3811-95B0-F7A327C4C5CE}"/>
              </a:ext>
            </a:extLst>
          </p:cNvPr>
          <p:cNvSpPr txBox="1"/>
          <p:nvPr/>
        </p:nvSpPr>
        <p:spPr>
          <a:xfrm>
            <a:off x="6908800" y="41529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Roll forward or roll back with evidence</a:t>
            </a:r>
            <a:endParaRPr lang="en-US" sz="1400" dirty="0" err="1">
              <a:solidFill>
                <a:srgbClr val="303132"/>
              </a:solidFill>
              <a:latin typeface="Segoe UI" panose="020B0502040204020203" pitchFamily="34" charset="0"/>
            </a:endParaRPr>
          </a:p>
        </p:txBody>
      </p:sp>
      <p:sp>
        <p:nvSpPr>
          <p:cNvPr id="29" name="Left Card Header Base Square Edge">
            <a:extLst>
              <a:ext uri="{FF2B5EF4-FFF2-40B4-BE49-F238E27FC236}">
                <a16:creationId xmlns:a16="http://schemas.microsoft.com/office/drawing/2014/main" id="{D248D6D3-8E4A-BC91-2C32-CC4AB0B40F30}"/>
              </a:ext>
            </a:extLst>
          </p:cNvPr>
          <p:cNvSpPr/>
          <p:nvPr/>
        </p:nvSpPr>
        <p:spPr bwMode="auto">
          <a:xfrm>
            <a:off x="660400" y="1727200"/>
            <a:ext cx="5207000" cy="304800"/>
          </a:xfrm>
          <a:prstGeom prst="rect">
            <a:avLst/>
          </a:prstGeom>
          <a:solidFill>
            <a:srgbClr val="C4192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1" name="TextBox 10">
            <a:extLst>
              <a:ext uri="{FF2B5EF4-FFF2-40B4-BE49-F238E27FC236}">
                <a16:creationId xmlns:a16="http://schemas.microsoft.com/office/drawing/2014/main" id="{3F9F14E6-C758-49D8-716B-657C5970D49C}"/>
              </a:ext>
            </a:extLst>
          </p:cNvPr>
          <p:cNvSpPr txBox="1"/>
          <p:nvPr/>
        </p:nvSpPr>
        <p:spPr>
          <a:xfrm>
            <a:off x="965200" y="1587500"/>
            <a:ext cx="4597400" cy="307777"/>
          </a:xfrm>
          <a:prstGeom prst="rect">
            <a:avLst/>
          </a:prstGeom>
          <a:noFill/>
        </p:spPr>
        <p:txBody>
          <a:bodyPr vert="horz" wrap="square" lIns="0" tIns="0" rIns="0" bIns="0" rtlCol="0">
            <a:noAutofit/>
          </a:bodyPr>
          <a:lstStyle/>
          <a:p>
            <a:r>
              <a:rPr lang="en-US" b="1">
                <a:solidFill>
                  <a:srgbClr val="FFFFFF"/>
                </a:solidFill>
                <a:latin typeface="Segoe UI" panose="020B0502040204020203" pitchFamily="34" charset="0"/>
              </a:rPr>
              <a:t>Approval confirms</a:t>
            </a:r>
            <a:endParaRPr lang="en-US" b="1" dirty="0" err="1">
              <a:solidFill>
                <a:srgbClr val="FFFFFF"/>
              </a:solidFill>
              <a:latin typeface="Segoe UI" panose="020B0502040204020203" pitchFamily="34" charset="0"/>
            </a:endParaRPr>
          </a:p>
        </p:txBody>
      </p:sp>
      <p:sp>
        <p:nvSpPr>
          <p:cNvPr id="30" name="Right Card Header Base Square Edge">
            <a:extLst>
              <a:ext uri="{FF2B5EF4-FFF2-40B4-BE49-F238E27FC236}">
                <a16:creationId xmlns:a16="http://schemas.microsoft.com/office/drawing/2014/main" id="{224FC1E7-4D73-970F-47CA-46DBCC995999}"/>
              </a:ext>
            </a:extLst>
          </p:cNvPr>
          <p:cNvSpPr/>
          <p:nvPr/>
        </p:nvSpPr>
        <p:spPr bwMode="auto">
          <a:xfrm>
            <a:off x="6324600" y="1727200"/>
            <a:ext cx="5207000" cy="304800"/>
          </a:xfrm>
          <a:prstGeom prst="rect">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2" name="TextBox 11">
            <a:extLst>
              <a:ext uri="{FF2B5EF4-FFF2-40B4-BE49-F238E27FC236}">
                <a16:creationId xmlns:a16="http://schemas.microsoft.com/office/drawing/2014/main" id="{127384B9-760C-89EE-D863-A0E9C1626C32}"/>
              </a:ext>
            </a:extLst>
          </p:cNvPr>
          <p:cNvSpPr txBox="1"/>
          <p:nvPr/>
        </p:nvSpPr>
        <p:spPr>
          <a:xfrm>
            <a:off x="6629400" y="1587500"/>
            <a:ext cx="4597400" cy="307777"/>
          </a:xfrm>
          <a:prstGeom prst="rect">
            <a:avLst/>
          </a:prstGeom>
          <a:noFill/>
        </p:spPr>
        <p:txBody>
          <a:bodyPr vert="horz" wrap="square" lIns="0" tIns="0" rIns="0" bIns="0" rtlCol="0">
            <a:noAutofit/>
          </a:bodyPr>
          <a:lstStyle/>
          <a:p>
            <a:r>
              <a:rPr lang="en-US" b="1">
                <a:solidFill>
                  <a:srgbClr val="FFFFFF"/>
                </a:solidFill>
                <a:latin typeface="Segoe UI" panose="020B0502040204020203" pitchFamily="34" charset="0"/>
              </a:rPr>
              <a:t>Canary validates</a:t>
            </a:r>
            <a:endParaRPr lang="en-US" b="1" dirty="0" err="1">
              <a:solidFill>
                <a:srgbClr val="FFFFFF"/>
              </a:solidFill>
              <a:latin typeface="Segoe UI" panose="020B0502040204020203" pitchFamily="34" charset="0"/>
            </a:endParaRPr>
          </a:p>
        </p:txBody>
      </p:sp>
    </p:spTree>
    <p:extLst>
      <p:ext uri="{BB962C8B-B14F-4D97-AF65-F5344CB8AC3E}">
        <p14:creationId xmlns:p14="http://schemas.microsoft.com/office/powerpoint/2010/main" val="3025098274"/>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7B15DDDA-854F-B3C3-8C48-D1576BA49328}"/>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4D7F1F17-8100-C316-E799-1258965A0420}"/>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18</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132E43FC-4DFA-55CD-21C7-AA693AB357F7}"/>
              </a:ext>
            </a:extLst>
          </p:cNvPr>
          <p:cNvSpPr/>
          <p:nvPr/>
        </p:nvSpPr>
        <p:spPr bwMode="auto">
          <a:xfrm>
            <a:off x="0" y="0"/>
            <a:ext cx="12192000" cy="76200"/>
          </a:xfrm>
          <a:prstGeom prst="rect">
            <a:avLst/>
          </a:prstGeom>
          <a:solidFill>
            <a:srgbClr val="00A4EF"/>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F6BD6BB1-8E50-0B86-7701-6E19E1CF5964}"/>
              </a:ext>
            </a:extLst>
          </p:cNvPr>
          <p:cNvSpPr txBox="1"/>
          <p:nvPr/>
        </p:nvSpPr>
        <p:spPr>
          <a:xfrm>
            <a:off x="0" y="2311400"/>
            <a:ext cx="12192000" cy="307777"/>
          </a:xfrm>
          <a:prstGeom prst="rect">
            <a:avLst/>
          </a:prstGeom>
          <a:noFill/>
        </p:spPr>
        <p:txBody>
          <a:bodyPr vert="horz" wrap="square" lIns="0" tIns="0" rIns="0" bIns="0" rtlCol="0">
            <a:noAutofit/>
          </a:bodyPr>
          <a:lstStyle/>
          <a:p>
            <a:pPr algn="ctr"/>
            <a:r>
              <a:rPr lang="en-US" sz="2400">
                <a:solidFill>
                  <a:srgbClr val="303132"/>
                </a:solidFill>
                <a:latin typeface="Segoe UI" panose="020B0502040204020203" pitchFamily="34" charset="0"/>
              </a:rPr>
              <a:t>LAB / DEMO</a:t>
            </a:r>
            <a:endParaRPr lang="en-US" sz="2400" dirty="0" err="1">
              <a:solidFill>
                <a:srgbClr val="303132"/>
              </a:solidFill>
              <a:latin typeface="Segoe UI" panose="020B0502040204020203" pitchFamily="34" charset="0"/>
            </a:endParaRPr>
          </a:p>
        </p:txBody>
      </p:sp>
      <p:sp>
        <p:nvSpPr>
          <p:cNvPr id="6" name="TextBox 5">
            <a:extLst>
              <a:ext uri="{FF2B5EF4-FFF2-40B4-BE49-F238E27FC236}">
                <a16:creationId xmlns:a16="http://schemas.microsoft.com/office/drawing/2014/main" id="{5259F6ED-E30A-4AAB-4B1A-8660DDED29BB}"/>
              </a:ext>
            </a:extLst>
          </p:cNvPr>
          <p:cNvSpPr txBox="1"/>
          <p:nvPr/>
        </p:nvSpPr>
        <p:spPr>
          <a:xfrm>
            <a:off x="0" y="2870200"/>
            <a:ext cx="12192000" cy="307777"/>
          </a:xfrm>
          <a:prstGeom prst="rect">
            <a:avLst/>
          </a:prstGeom>
          <a:noFill/>
        </p:spPr>
        <p:txBody>
          <a:bodyPr vert="horz" wrap="square" lIns="0" tIns="0" rIns="0" bIns="0" rtlCol="0">
            <a:noAutofit/>
          </a:bodyPr>
          <a:lstStyle/>
          <a:p>
            <a:pPr algn="ctr"/>
            <a:r>
              <a:rPr lang="en-US" sz="3400" b="1">
                <a:solidFill>
                  <a:srgbClr val="243A5E"/>
                </a:solidFill>
                <a:latin typeface="Segoe UI" panose="020B0502040204020203" pitchFamily="34" charset="0"/>
              </a:rPr>
              <a:t>Ship</a:t>
            </a:r>
            <a:endParaRPr lang="en-US" sz="3400" b="1" dirty="0" err="1">
              <a:solidFill>
                <a:srgbClr val="243A5E"/>
              </a:solidFill>
              <a:latin typeface="Segoe UI" panose="020B0502040204020203" pitchFamily="34" charset="0"/>
            </a:endParaRPr>
          </a:p>
        </p:txBody>
      </p:sp>
      <p:sp>
        <p:nvSpPr>
          <p:cNvPr id="7" name="TextBox 6">
            <a:extLst>
              <a:ext uri="{FF2B5EF4-FFF2-40B4-BE49-F238E27FC236}">
                <a16:creationId xmlns:a16="http://schemas.microsoft.com/office/drawing/2014/main" id="{BDDAE2F7-21ED-6462-26A2-EF790C41AD97}"/>
              </a:ext>
            </a:extLst>
          </p:cNvPr>
          <p:cNvSpPr txBox="1"/>
          <p:nvPr/>
        </p:nvSpPr>
        <p:spPr>
          <a:xfrm>
            <a:off x="1905000" y="3708400"/>
            <a:ext cx="8382000" cy="307777"/>
          </a:xfrm>
          <a:prstGeom prst="rect">
            <a:avLst/>
          </a:prstGeom>
          <a:noFill/>
        </p:spPr>
        <p:txBody>
          <a:bodyPr vert="horz" wrap="square" lIns="0" tIns="0" rIns="0" bIns="0" rtlCol="0">
            <a:noAutofit/>
          </a:bodyPr>
          <a:lstStyle/>
          <a:p>
            <a:pPr algn="ctr"/>
            <a:r>
              <a:rPr lang="en-US" sz="1600">
                <a:solidFill>
                  <a:srgbClr val="303132"/>
                </a:solidFill>
                <a:latin typeface="Segoe UI" panose="020B0502040204020203" pitchFamily="34" charset="0"/>
              </a:rPr>
              <a:t>Pipeline gate, failed regression, evidence artifact, and sample release checklist.</a:t>
            </a:r>
            <a:endParaRPr lang="en-US" sz="1600" dirty="0" err="1">
              <a:solidFill>
                <a:srgbClr val="303132"/>
              </a:solidFill>
              <a:latin typeface="Segoe UI" panose="020B0502040204020203" pitchFamily="34" charset="0"/>
            </a:endParaRPr>
          </a:p>
        </p:txBody>
      </p:sp>
      <p:sp>
        <p:nvSpPr>
          <p:cNvPr id="8" name="TextBox 7">
            <a:extLst>
              <a:ext uri="{FF2B5EF4-FFF2-40B4-BE49-F238E27FC236}">
                <a16:creationId xmlns:a16="http://schemas.microsoft.com/office/drawing/2014/main" id="{91C8BDEB-DDB9-052B-A499-814448EDDBB2}"/>
              </a:ext>
            </a:extLst>
          </p:cNvPr>
          <p:cNvSpPr txBox="1"/>
          <p:nvPr/>
        </p:nvSpPr>
        <p:spPr>
          <a:xfrm>
            <a:off x="3149600" y="4572000"/>
            <a:ext cx="1524000" cy="304800"/>
          </a:xfrm>
          <a:prstGeom prst="rect">
            <a:avLst/>
          </a:prstGeom>
          <a:noFill/>
        </p:spPr>
        <p:txBody>
          <a:bodyPr vert="horz" wrap="square" lIns="0" tIns="0" rIns="0" bIns="0" rtlCol="0">
            <a:noAutofit/>
          </a:bodyPr>
          <a:lstStyle/>
          <a:p>
            <a:pPr algn="ctr"/>
            <a:r>
              <a:rPr lang="en-US" sz="1400" b="1">
                <a:solidFill>
                  <a:srgbClr val="0078D4"/>
                </a:solidFill>
                <a:latin typeface="Segoe UI" panose="020B0502040204020203" pitchFamily="34" charset="0"/>
              </a:rPr>
              <a:t>SHOW</a:t>
            </a:r>
            <a:endParaRPr lang="en-US" sz="1400" b="1" dirty="0" err="1">
              <a:solidFill>
                <a:srgbClr val="0078D4"/>
              </a:solidFill>
              <a:latin typeface="Segoe UI" panose="020B0502040204020203" pitchFamily="34" charset="0"/>
            </a:endParaRPr>
          </a:p>
        </p:txBody>
      </p:sp>
      <p:sp>
        <p:nvSpPr>
          <p:cNvPr id="9" name="TextBox 8">
            <a:extLst>
              <a:ext uri="{FF2B5EF4-FFF2-40B4-BE49-F238E27FC236}">
                <a16:creationId xmlns:a16="http://schemas.microsoft.com/office/drawing/2014/main" id="{C15D6AE9-9E48-51D7-1211-6C29F3AE81F3}"/>
              </a:ext>
            </a:extLst>
          </p:cNvPr>
          <p:cNvSpPr txBox="1"/>
          <p:nvPr/>
        </p:nvSpPr>
        <p:spPr>
          <a:xfrm>
            <a:off x="5334000" y="4572000"/>
            <a:ext cx="1524000" cy="304800"/>
          </a:xfrm>
          <a:prstGeom prst="rect">
            <a:avLst/>
          </a:prstGeom>
          <a:noFill/>
        </p:spPr>
        <p:txBody>
          <a:bodyPr vert="horz" wrap="square" lIns="0" tIns="0" rIns="0" bIns="0" rtlCol="0">
            <a:noAutofit/>
          </a:bodyPr>
          <a:lstStyle/>
          <a:p>
            <a:pPr algn="ctr"/>
            <a:r>
              <a:rPr lang="en-US" sz="1400" b="1">
                <a:solidFill>
                  <a:srgbClr val="5C2D91"/>
                </a:solidFill>
                <a:latin typeface="Segoe UI" panose="020B0502040204020203" pitchFamily="34" charset="0"/>
              </a:rPr>
              <a:t>EVIDENCE</a:t>
            </a:r>
            <a:endParaRPr lang="en-US" sz="1400" b="1" dirty="0" err="1">
              <a:solidFill>
                <a:srgbClr val="5C2D91"/>
              </a:solidFill>
              <a:latin typeface="Segoe UI" panose="020B0502040204020203" pitchFamily="34" charset="0"/>
            </a:endParaRPr>
          </a:p>
        </p:txBody>
      </p:sp>
      <p:sp>
        <p:nvSpPr>
          <p:cNvPr id="10" name="TextBox 9">
            <a:extLst>
              <a:ext uri="{FF2B5EF4-FFF2-40B4-BE49-F238E27FC236}">
                <a16:creationId xmlns:a16="http://schemas.microsoft.com/office/drawing/2014/main" id="{FD0E88E0-C2F9-2544-2F5C-AC1F799EE227}"/>
              </a:ext>
            </a:extLst>
          </p:cNvPr>
          <p:cNvSpPr txBox="1"/>
          <p:nvPr/>
        </p:nvSpPr>
        <p:spPr>
          <a:xfrm>
            <a:off x="7518400" y="4572000"/>
            <a:ext cx="1524000" cy="304800"/>
          </a:xfrm>
          <a:prstGeom prst="rect">
            <a:avLst/>
          </a:prstGeom>
          <a:noFill/>
        </p:spPr>
        <p:txBody>
          <a:bodyPr vert="horz" wrap="square" lIns="0" tIns="0" rIns="0" bIns="0" rtlCol="0">
            <a:noAutofit/>
          </a:bodyPr>
          <a:lstStyle/>
          <a:p>
            <a:pPr algn="ctr"/>
            <a:r>
              <a:rPr lang="en-US" sz="1400" b="1">
                <a:solidFill>
                  <a:srgbClr val="107C10"/>
                </a:solidFill>
                <a:latin typeface="Segoe UI" panose="020B0502040204020203" pitchFamily="34" charset="0"/>
              </a:rPr>
              <a:t>DECISION</a:t>
            </a:r>
            <a:endParaRPr lang="en-US" sz="1400" b="1" dirty="0" err="1">
              <a:solidFill>
                <a:srgbClr val="107C10"/>
              </a:solidFill>
              <a:latin typeface="Segoe UI" panose="020B0502040204020203" pitchFamily="34" charset="0"/>
            </a:endParaRPr>
          </a:p>
        </p:txBody>
      </p:sp>
      <p:sp>
        <p:nvSpPr>
          <p:cNvPr id="11" name="Arrow: Right 10">
            <a:extLst>
              <a:ext uri="{FF2B5EF4-FFF2-40B4-BE49-F238E27FC236}">
                <a16:creationId xmlns:a16="http://schemas.microsoft.com/office/drawing/2014/main" id="{911A1512-3C1C-0375-E8AF-BC482114D742}"/>
              </a:ext>
            </a:extLst>
          </p:cNvPr>
          <p:cNvSpPr/>
          <p:nvPr/>
        </p:nvSpPr>
        <p:spPr bwMode="auto">
          <a:xfrm>
            <a:off x="4749800" y="4584700"/>
            <a:ext cx="508000" cy="2540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2" name="Arrow: Right 11">
            <a:extLst>
              <a:ext uri="{FF2B5EF4-FFF2-40B4-BE49-F238E27FC236}">
                <a16:creationId xmlns:a16="http://schemas.microsoft.com/office/drawing/2014/main" id="{A530806D-A896-7473-4520-E45C20162B1F}"/>
              </a:ext>
            </a:extLst>
          </p:cNvPr>
          <p:cNvSpPr/>
          <p:nvPr/>
        </p:nvSpPr>
        <p:spPr bwMode="auto">
          <a:xfrm>
            <a:off x="6934200" y="4584700"/>
            <a:ext cx="508000" cy="2540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Tree>
    <p:extLst>
      <p:ext uri="{BB962C8B-B14F-4D97-AF65-F5344CB8AC3E}">
        <p14:creationId xmlns:p14="http://schemas.microsoft.com/office/powerpoint/2010/main" val="2521522711"/>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0C3B1823-5A15-AE80-3695-ADB3DA2DBE3F}"/>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520AE70E-3A50-33E0-0FD0-A36D3D380DEE}"/>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19</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3D683549-CFFF-5681-6F05-0B2A6823F225}"/>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9D8EF4BC-1EFD-12E9-B8B6-5329CA8C62CD}"/>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Start with one production-candidate agent</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860DCB12-6CB5-91F1-17CF-7CECB720C3DA}"/>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Your 30-day goal: move one agent from "it works in testing" to "we can operate it safely."</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73ABEEF3-573F-E12F-FD39-0BD43FB29D07}"/>
              </a:ext>
            </a:extLst>
          </p:cNvPr>
          <p:cNvSpPr/>
          <p:nvPr/>
        </p:nvSpPr>
        <p:spPr bwMode="auto">
          <a:xfrm>
            <a:off x="889000" y="1473200"/>
            <a:ext cx="533400" cy="457200"/>
          </a:xfrm>
          <a:prstGeom prst="roundRect">
            <a:avLst/>
          </a:prstGeom>
          <a:solidFill>
            <a:srgbClr val="0078D4"/>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TextBox 7">
            <a:extLst>
              <a:ext uri="{FF2B5EF4-FFF2-40B4-BE49-F238E27FC236}">
                <a16:creationId xmlns:a16="http://schemas.microsoft.com/office/drawing/2014/main" id="{D5E35228-E310-BAF2-C2BE-7355D9A4286F}"/>
              </a:ext>
            </a:extLst>
          </p:cNvPr>
          <p:cNvSpPr txBox="1"/>
          <p:nvPr/>
        </p:nvSpPr>
        <p:spPr>
          <a:xfrm>
            <a:off x="889000" y="1587500"/>
            <a:ext cx="533400" cy="307777"/>
          </a:xfrm>
          <a:prstGeom prst="rect">
            <a:avLst/>
          </a:prstGeom>
          <a:noFill/>
        </p:spPr>
        <p:txBody>
          <a:bodyPr vert="horz" wrap="square" lIns="0" tIns="0" rIns="0" bIns="0" rtlCol="0">
            <a:noAutofit/>
          </a:bodyPr>
          <a:lstStyle/>
          <a:p>
            <a:pPr algn="ctr"/>
            <a:r>
              <a:rPr lang="en-US" sz="1400" b="1">
                <a:solidFill>
                  <a:srgbClr val="FFFFFF"/>
                </a:solidFill>
                <a:latin typeface="Segoe UI" panose="020B0502040204020203" pitchFamily="34" charset="0"/>
              </a:rPr>
              <a:t>1</a:t>
            </a:r>
            <a:endParaRPr lang="en-US" sz="1400" b="1" dirty="0" err="1">
              <a:solidFill>
                <a:srgbClr val="FFFFFF"/>
              </a:solidFill>
              <a:latin typeface="Segoe UI" panose="020B0502040204020203" pitchFamily="34" charset="0"/>
            </a:endParaRPr>
          </a:p>
        </p:txBody>
      </p:sp>
      <p:sp>
        <p:nvSpPr>
          <p:cNvPr id="9" name="TextBox 8">
            <a:extLst>
              <a:ext uri="{FF2B5EF4-FFF2-40B4-BE49-F238E27FC236}">
                <a16:creationId xmlns:a16="http://schemas.microsoft.com/office/drawing/2014/main" id="{0A29539F-C64D-788B-E724-5DEAD3F633CB}"/>
              </a:ext>
            </a:extLst>
          </p:cNvPr>
          <p:cNvSpPr txBox="1"/>
          <p:nvPr/>
        </p:nvSpPr>
        <p:spPr>
          <a:xfrm>
            <a:off x="1676400" y="1536700"/>
            <a:ext cx="927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Choose one production-candidate agent and identify its current promotion path.</a:t>
            </a:r>
            <a:endParaRPr lang="en-US" sz="1400" dirty="0" err="1">
              <a:solidFill>
                <a:srgbClr val="303132"/>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981BF280-59D5-6D94-708B-8BBDD4C39112}"/>
              </a:ext>
            </a:extLst>
          </p:cNvPr>
          <p:cNvSpPr/>
          <p:nvPr/>
        </p:nvSpPr>
        <p:spPr bwMode="auto">
          <a:xfrm>
            <a:off x="889000" y="2133600"/>
            <a:ext cx="533400" cy="457200"/>
          </a:xfrm>
          <a:prstGeom prst="roundRect">
            <a:avLst/>
          </a:prstGeom>
          <a:solidFill>
            <a:srgbClr val="107C10"/>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1" name="TextBox 10">
            <a:extLst>
              <a:ext uri="{FF2B5EF4-FFF2-40B4-BE49-F238E27FC236}">
                <a16:creationId xmlns:a16="http://schemas.microsoft.com/office/drawing/2014/main" id="{B186A63E-5CED-215F-C4A1-D5A9DB0D28BA}"/>
              </a:ext>
            </a:extLst>
          </p:cNvPr>
          <p:cNvSpPr txBox="1"/>
          <p:nvPr/>
        </p:nvSpPr>
        <p:spPr>
          <a:xfrm>
            <a:off x="889000" y="2247900"/>
            <a:ext cx="533400" cy="307777"/>
          </a:xfrm>
          <a:prstGeom prst="rect">
            <a:avLst/>
          </a:prstGeom>
          <a:noFill/>
        </p:spPr>
        <p:txBody>
          <a:bodyPr vert="horz" wrap="square" lIns="0" tIns="0" rIns="0" bIns="0" rtlCol="0">
            <a:noAutofit/>
          </a:bodyPr>
          <a:lstStyle/>
          <a:p>
            <a:pPr algn="ctr"/>
            <a:r>
              <a:rPr lang="en-US" sz="1400" b="1">
                <a:solidFill>
                  <a:srgbClr val="FFFFFF"/>
                </a:solidFill>
                <a:latin typeface="Segoe UI" panose="020B0502040204020203" pitchFamily="34" charset="0"/>
              </a:rPr>
              <a:t>2</a:t>
            </a:r>
            <a:endParaRPr lang="en-US" sz="1400" b="1" dirty="0" err="1">
              <a:solidFill>
                <a:srgbClr val="FFFFFF"/>
              </a:solidFill>
              <a:latin typeface="Segoe UI" panose="020B0502040204020203" pitchFamily="34" charset="0"/>
            </a:endParaRPr>
          </a:p>
        </p:txBody>
      </p:sp>
      <p:sp>
        <p:nvSpPr>
          <p:cNvPr id="12" name="TextBox 11">
            <a:extLst>
              <a:ext uri="{FF2B5EF4-FFF2-40B4-BE49-F238E27FC236}">
                <a16:creationId xmlns:a16="http://schemas.microsoft.com/office/drawing/2014/main" id="{4BD39F6E-6D1B-9F21-ADB9-415261236285}"/>
              </a:ext>
            </a:extLst>
          </p:cNvPr>
          <p:cNvSpPr txBox="1"/>
          <p:nvPr/>
        </p:nvSpPr>
        <p:spPr>
          <a:xfrm>
            <a:off x="1676400" y="2197100"/>
            <a:ext cx="927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Version prompts, tools, model configuration, and evaluation assets together.</a:t>
            </a:r>
            <a:endParaRPr lang="en-US" sz="1400" dirty="0" err="1">
              <a:solidFill>
                <a:srgbClr val="303132"/>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3F4AEB77-BEA9-48FC-1AAC-F3C4A7CEF1AF}"/>
              </a:ext>
            </a:extLst>
          </p:cNvPr>
          <p:cNvSpPr/>
          <p:nvPr/>
        </p:nvSpPr>
        <p:spPr bwMode="auto">
          <a:xfrm>
            <a:off x="889000" y="2794000"/>
            <a:ext cx="533400" cy="457200"/>
          </a:xfrm>
          <a:prstGeom prst="roundRect">
            <a:avLst/>
          </a:prstGeom>
          <a:solidFill>
            <a:srgbClr val="D83B01"/>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4" name="TextBox 13">
            <a:extLst>
              <a:ext uri="{FF2B5EF4-FFF2-40B4-BE49-F238E27FC236}">
                <a16:creationId xmlns:a16="http://schemas.microsoft.com/office/drawing/2014/main" id="{516006D6-08E2-A47F-CC4B-4853C4013A98}"/>
              </a:ext>
            </a:extLst>
          </p:cNvPr>
          <p:cNvSpPr txBox="1"/>
          <p:nvPr/>
        </p:nvSpPr>
        <p:spPr>
          <a:xfrm>
            <a:off x="889000" y="2908300"/>
            <a:ext cx="533400" cy="307777"/>
          </a:xfrm>
          <a:prstGeom prst="rect">
            <a:avLst/>
          </a:prstGeom>
          <a:noFill/>
        </p:spPr>
        <p:txBody>
          <a:bodyPr vert="horz" wrap="square" lIns="0" tIns="0" rIns="0" bIns="0" rtlCol="0">
            <a:noAutofit/>
          </a:bodyPr>
          <a:lstStyle/>
          <a:p>
            <a:pPr algn="ctr"/>
            <a:r>
              <a:rPr lang="en-US" sz="1400" b="1">
                <a:solidFill>
                  <a:srgbClr val="FFFFFF"/>
                </a:solidFill>
                <a:latin typeface="Segoe UI" panose="020B0502040204020203" pitchFamily="34" charset="0"/>
              </a:rPr>
              <a:t>3</a:t>
            </a:r>
            <a:endParaRPr lang="en-US" sz="1400" b="1" dirty="0" err="1">
              <a:solidFill>
                <a:srgbClr val="FFFFFF"/>
              </a:solidFill>
              <a:latin typeface="Segoe UI" panose="020B0502040204020203" pitchFamily="34" charset="0"/>
            </a:endParaRPr>
          </a:p>
        </p:txBody>
      </p:sp>
      <p:sp>
        <p:nvSpPr>
          <p:cNvPr id="15" name="TextBox 14">
            <a:extLst>
              <a:ext uri="{FF2B5EF4-FFF2-40B4-BE49-F238E27FC236}">
                <a16:creationId xmlns:a16="http://schemas.microsoft.com/office/drawing/2014/main" id="{45902B9E-5FAA-C79E-7DDB-8A1E8F581746}"/>
              </a:ext>
            </a:extLst>
          </p:cNvPr>
          <p:cNvSpPr txBox="1"/>
          <p:nvPr/>
        </p:nvSpPr>
        <p:spPr>
          <a:xfrm>
            <a:off x="1676400" y="2857500"/>
            <a:ext cx="927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Add a pull-request evaluation gate with explicit thresholds.</a:t>
            </a:r>
            <a:endParaRPr lang="en-US" sz="1400" dirty="0" err="1">
              <a:solidFill>
                <a:srgbClr val="303132"/>
              </a:solidFill>
              <a:latin typeface="Segoe UI" panose="020B0502040204020203" pitchFamily="34" charset="0"/>
            </a:endParaRPr>
          </a:p>
        </p:txBody>
      </p:sp>
      <p:sp>
        <p:nvSpPr>
          <p:cNvPr id="16" name="Rectangle: Rounded Corners 15">
            <a:extLst>
              <a:ext uri="{FF2B5EF4-FFF2-40B4-BE49-F238E27FC236}">
                <a16:creationId xmlns:a16="http://schemas.microsoft.com/office/drawing/2014/main" id="{66778E36-7240-4E8B-30C4-914521FE4594}"/>
              </a:ext>
            </a:extLst>
          </p:cNvPr>
          <p:cNvSpPr/>
          <p:nvPr/>
        </p:nvSpPr>
        <p:spPr bwMode="auto">
          <a:xfrm>
            <a:off x="889000" y="3454400"/>
            <a:ext cx="533400" cy="457200"/>
          </a:xfrm>
          <a:prstGeom prst="roundRect">
            <a:avLst/>
          </a:prstGeom>
          <a:solidFill>
            <a:srgbClr val="5C2D91"/>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7" name="TextBox 16">
            <a:extLst>
              <a:ext uri="{FF2B5EF4-FFF2-40B4-BE49-F238E27FC236}">
                <a16:creationId xmlns:a16="http://schemas.microsoft.com/office/drawing/2014/main" id="{7BA4CE8E-3E65-1780-2899-81E3608792E2}"/>
              </a:ext>
            </a:extLst>
          </p:cNvPr>
          <p:cNvSpPr txBox="1"/>
          <p:nvPr/>
        </p:nvSpPr>
        <p:spPr>
          <a:xfrm>
            <a:off x="889000" y="3568700"/>
            <a:ext cx="533400" cy="307777"/>
          </a:xfrm>
          <a:prstGeom prst="rect">
            <a:avLst/>
          </a:prstGeom>
          <a:noFill/>
        </p:spPr>
        <p:txBody>
          <a:bodyPr vert="horz" wrap="square" lIns="0" tIns="0" rIns="0" bIns="0" rtlCol="0">
            <a:noAutofit/>
          </a:bodyPr>
          <a:lstStyle/>
          <a:p>
            <a:pPr algn="ctr"/>
            <a:r>
              <a:rPr lang="en-US" sz="1400" b="1">
                <a:solidFill>
                  <a:srgbClr val="FFFFFF"/>
                </a:solidFill>
                <a:latin typeface="Segoe UI" panose="020B0502040204020203" pitchFamily="34" charset="0"/>
              </a:rPr>
              <a:t>4</a:t>
            </a:r>
            <a:endParaRPr lang="en-US" sz="1400" b="1" dirty="0" err="1">
              <a:solidFill>
                <a:srgbClr val="FFFFFF"/>
              </a:solidFill>
              <a:latin typeface="Segoe UI" panose="020B0502040204020203" pitchFamily="34" charset="0"/>
            </a:endParaRPr>
          </a:p>
        </p:txBody>
      </p:sp>
      <p:sp>
        <p:nvSpPr>
          <p:cNvPr id="18" name="TextBox 17">
            <a:extLst>
              <a:ext uri="{FF2B5EF4-FFF2-40B4-BE49-F238E27FC236}">
                <a16:creationId xmlns:a16="http://schemas.microsoft.com/office/drawing/2014/main" id="{D2EB1EA3-2B4C-7542-BF38-521139AD4861}"/>
              </a:ext>
            </a:extLst>
          </p:cNvPr>
          <p:cNvSpPr txBox="1"/>
          <p:nvPr/>
        </p:nvSpPr>
        <p:spPr>
          <a:xfrm>
            <a:off x="1676400" y="3517900"/>
            <a:ext cx="927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Generate an evaluation and readiness artifact on every candidate build.</a:t>
            </a:r>
            <a:endParaRPr lang="en-US" sz="1400" dirty="0" err="1">
              <a:solidFill>
                <a:srgbClr val="303132"/>
              </a:solidFill>
              <a:latin typeface="Segoe UI" panose="020B0502040204020203" pitchFamily="34" charset="0"/>
            </a:endParaRPr>
          </a:p>
        </p:txBody>
      </p:sp>
      <p:sp>
        <p:nvSpPr>
          <p:cNvPr id="19" name="Rectangle: Rounded Corners 18">
            <a:extLst>
              <a:ext uri="{FF2B5EF4-FFF2-40B4-BE49-F238E27FC236}">
                <a16:creationId xmlns:a16="http://schemas.microsoft.com/office/drawing/2014/main" id="{23045D95-C03B-0E5F-8943-7AC0D1E827A9}"/>
              </a:ext>
            </a:extLst>
          </p:cNvPr>
          <p:cNvSpPr/>
          <p:nvPr/>
        </p:nvSpPr>
        <p:spPr bwMode="auto">
          <a:xfrm>
            <a:off x="889000" y="4114800"/>
            <a:ext cx="533400" cy="457200"/>
          </a:xfrm>
          <a:prstGeom prst="roundRect">
            <a:avLst/>
          </a:prstGeom>
          <a:solidFill>
            <a:srgbClr val="00A4EF"/>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42D3F7C8-CBD2-97CD-32F7-807922E45FF7}"/>
              </a:ext>
            </a:extLst>
          </p:cNvPr>
          <p:cNvSpPr txBox="1"/>
          <p:nvPr/>
        </p:nvSpPr>
        <p:spPr>
          <a:xfrm>
            <a:off x="889000" y="4229100"/>
            <a:ext cx="533400" cy="307777"/>
          </a:xfrm>
          <a:prstGeom prst="rect">
            <a:avLst/>
          </a:prstGeom>
          <a:noFill/>
        </p:spPr>
        <p:txBody>
          <a:bodyPr vert="horz" wrap="square" lIns="0" tIns="0" rIns="0" bIns="0" rtlCol="0">
            <a:noAutofit/>
          </a:bodyPr>
          <a:lstStyle/>
          <a:p>
            <a:pPr algn="ctr"/>
            <a:r>
              <a:rPr lang="en-US" sz="1400" b="1">
                <a:solidFill>
                  <a:srgbClr val="FFFFFF"/>
                </a:solidFill>
                <a:latin typeface="Segoe UI" panose="020B0502040204020203" pitchFamily="34" charset="0"/>
              </a:rPr>
              <a:t>5</a:t>
            </a:r>
            <a:endParaRPr lang="en-US" sz="14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6AB32A7A-B938-EF1B-1BE0-B0F9CF9D99A1}"/>
              </a:ext>
            </a:extLst>
          </p:cNvPr>
          <p:cNvSpPr txBox="1"/>
          <p:nvPr/>
        </p:nvSpPr>
        <p:spPr>
          <a:xfrm>
            <a:off x="1676400" y="4178300"/>
            <a:ext cx="927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Define approval, exception, canary, and rollback policies.</a:t>
            </a:r>
            <a:endParaRPr lang="en-US" sz="1400" dirty="0" err="1">
              <a:solidFill>
                <a:srgbClr val="303132"/>
              </a:solidFill>
              <a:latin typeface="Segoe UI" panose="020B0502040204020203" pitchFamily="34" charset="0"/>
            </a:endParaRPr>
          </a:p>
        </p:txBody>
      </p:sp>
      <p:sp>
        <p:nvSpPr>
          <p:cNvPr id="22" name="Rectangle: Rounded Corners 21">
            <a:extLst>
              <a:ext uri="{FF2B5EF4-FFF2-40B4-BE49-F238E27FC236}">
                <a16:creationId xmlns:a16="http://schemas.microsoft.com/office/drawing/2014/main" id="{A8FDBBDB-8058-C014-C9F4-C124C9FDBD79}"/>
              </a:ext>
            </a:extLst>
          </p:cNvPr>
          <p:cNvSpPr/>
          <p:nvPr/>
        </p:nvSpPr>
        <p:spPr bwMode="auto">
          <a:xfrm>
            <a:off x="889000" y="4775200"/>
            <a:ext cx="533400" cy="457200"/>
          </a:xfrm>
          <a:prstGeom prst="roundRect">
            <a:avLst/>
          </a:prstGeom>
          <a:solidFill>
            <a:srgbClr val="243A5E"/>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3" name="TextBox 22">
            <a:extLst>
              <a:ext uri="{FF2B5EF4-FFF2-40B4-BE49-F238E27FC236}">
                <a16:creationId xmlns:a16="http://schemas.microsoft.com/office/drawing/2014/main" id="{6DF8827D-9338-9571-DF6E-12E5491ECA56}"/>
              </a:ext>
            </a:extLst>
          </p:cNvPr>
          <p:cNvSpPr txBox="1"/>
          <p:nvPr/>
        </p:nvSpPr>
        <p:spPr>
          <a:xfrm>
            <a:off x="889000" y="4889500"/>
            <a:ext cx="533400" cy="307777"/>
          </a:xfrm>
          <a:prstGeom prst="rect">
            <a:avLst/>
          </a:prstGeom>
          <a:noFill/>
        </p:spPr>
        <p:txBody>
          <a:bodyPr vert="horz" wrap="square" lIns="0" tIns="0" rIns="0" bIns="0" rtlCol="0">
            <a:noAutofit/>
          </a:bodyPr>
          <a:lstStyle/>
          <a:p>
            <a:pPr algn="ctr"/>
            <a:r>
              <a:rPr lang="en-US" sz="1400" b="1">
                <a:solidFill>
                  <a:srgbClr val="FFFFFF"/>
                </a:solidFill>
                <a:latin typeface="Segoe UI" panose="020B0502040204020203" pitchFamily="34" charset="0"/>
              </a:rPr>
              <a:t>6</a:t>
            </a:r>
            <a:endParaRPr lang="en-US" sz="1400" b="1" dirty="0" err="1">
              <a:solidFill>
                <a:srgbClr val="FFFFFF"/>
              </a:solidFill>
              <a:latin typeface="Segoe UI" panose="020B0502040204020203" pitchFamily="34" charset="0"/>
            </a:endParaRPr>
          </a:p>
        </p:txBody>
      </p:sp>
      <p:sp>
        <p:nvSpPr>
          <p:cNvPr id="24" name="TextBox 23">
            <a:extLst>
              <a:ext uri="{FF2B5EF4-FFF2-40B4-BE49-F238E27FC236}">
                <a16:creationId xmlns:a16="http://schemas.microsoft.com/office/drawing/2014/main" id="{103759FC-4822-7F6D-2251-EAA3D28BCB8E}"/>
              </a:ext>
            </a:extLst>
          </p:cNvPr>
          <p:cNvSpPr txBox="1"/>
          <p:nvPr/>
        </p:nvSpPr>
        <p:spPr>
          <a:xfrm>
            <a:off x="1676400" y="4838700"/>
            <a:ext cx="927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Promote the same immutable candidate through development, QA, and production.</a:t>
            </a:r>
            <a:endParaRPr lang="en-US" sz="1400" dirty="0" err="1">
              <a:solidFill>
                <a:srgbClr val="303132"/>
              </a:solidFill>
              <a:latin typeface="Segoe UI" panose="020B0502040204020203" pitchFamily="34" charset="0"/>
            </a:endParaRPr>
          </a:p>
        </p:txBody>
      </p:sp>
    </p:spTree>
    <p:extLst>
      <p:ext uri="{BB962C8B-B14F-4D97-AF65-F5344CB8AC3E}">
        <p14:creationId xmlns:p14="http://schemas.microsoft.com/office/powerpoint/2010/main" val="3863919108"/>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F07545DF-4110-D091-A586-913A3DAADDA2}"/>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CAE8087B-E9D4-B051-8F19-A629F7CF0151}"/>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20</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E1483518-5505-1355-28AA-DA9ECE85282D}"/>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C8125B62-732B-F722-F1A9-CCFBAD799A80}"/>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Resources</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9BA5F323-30D0-FC8A-0991-0E509A94EB70}"/>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Further reading</a:t>
            </a:r>
            <a:endParaRPr lang="en-US" sz="1400" dirty="0" err="1">
              <a:solidFill>
                <a:srgbClr val="777777"/>
              </a:solidFill>
              <a:latin typeface="Segoe UI" panose="020B0502040204020203" pitchFamily="34" charset="0"/>
            </a:endParaRPr>
          </a:p>
        </p:txBody>
      </p:sp>
      <p:sp>
        <p:nvSpPr>
          <p:cNvPr id="7" name="Rectangle 6">
            <a:extLst>
              <a:ext uri="{FF2B5EF4-FFF2-40B4-BE49-F238E27FC236}">
                <a16:creationId xmlns:a16="http://schemas.microsoft.com/office/drawing/2014/main" id="{340704D4-67FF-3C4C-1B88-02EE105C3560}"/>
              </a:ext>
            </a:extLst>
          </p:cNvPr>
          <p:cNvSpPr/>
          <p:nvPr/>
        </p:nvSpPr>
        <p:spPr bwMode="auto">
          <a:xfrm>
            <a:off x="660400" y="1676400"/>
            <a:ext cx="10871200" cy="533400"/>
          </a:xfrm>
          <a:prstGeom prst="rect">
            <a:avLst/>
          </a:prstGeom>
          <a:solidFill>
            <a:srgbClr val="243A5E"/>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TextBox 7">
            <a:extLst>
              <a:ext uri="{FF2B5EF4-FFF2-40B4-BE49-F238E27FC236}">
                <a16:creationId xmlns:a16="http://schemas.microsoft.com/office/drawing/2014/main" id="{5826BF5B-EB62-38AF-63BA-A25B53226A36}"/>
              </a:ext>
            </a:extLst>
          </p:cNvPr>
          <p:cNvSpPr txBox="1"/>
          <p:nvPr/>
        </p:nvSpPr>
        <p:spPr>
          <a:xfrm>
            <a:off x="889000" y="1816100"/>
            <a:ext cx="4191000" cy="307777"/>
          </a:xfrm>
          <a:prstGeom prst="rect">
            <a:avLst/>
          </a:prstGeom>
          <a:noFill/>
        </p:spPr>
        <p:txBody>
          <a:bodyPr vert="horz" wrap="square" lIns="0" tIns="0" rIns="0" bIns="0" rtlCol="0">
            <a:noAutofit/>
          </a:bodyPr>
          <a:lstStyle/>
          <a:p>
            <a:r>
              <a:rPr lang="en-US" sz="1400" b="1">
                <a:solidFill>
                  <a:srgbClr val="FFFFFF"/>
                </a:solidFill>
                <a:latin typeface="Segoe UI" panose="020B0502040204020203" pitchFamily="34" charset="0"/>
              </a:rPr>
              <a:t>Resource</a:t>
            </a:r>
            <a:endParaRPr lang="en-US" sz="1400" b="1" dirty="0" err="1">
              <a:solidFill>
                <a:srgbClr val="FFFFFF"/>
              </a:solidFill>
              <a:latin typeface="Segoe UI" panose="020B0502040204020203" pitchFamily="34" charset="0"/>
            </a:endParaRPr>
          </a:p>
        </p:txBody>
      </p:sp>
      <p:sp>
        <p:nvSpPr>
          <p:cNvPr id="9" name="TextBox 8">
            <a:extLst>
              <a:ext uri="{FF2B5EF4-FFF2-40B4-BE49-F238E27FC236}">
                <a16:creationId xmlns:a16="http://schemas.microsoft.com/office/drawing/2014/main" id="{C7A141A7-1C44-6284-5D31-3AF6D2976027}"/>
              </a:ext>
            </a:extLst>
          </p:cNvPr>
          <p:cNvSpPr txBox="1"/>
          <p:nvPr/>
        </p:nvSpPr>
        <p:spPr>
          <a:xfrm>
            <a:off x="5384800" y="1816100"/>
            <a:ext cx="5715000" cy="307777"/>
          </a:xfrm>
          <a:prstGeom prst="rect">
            <a:avLst/>
          </a:prstGeom>
          <a:noFill/>
        </p:spPr>
        <p:txBody>
          <a:bodyPr vert="horz" wrap="square" lIns="0" tIns="0" rIns="0" bIns="0" rtlCol="0">
            <a:noAutofit/>
          </a:bodyPr>
          <a:lstStyle/>
          <a:p>
            <a:r>
              <a:rPr lang="en-US" sz="1400" b="1">
                <a:solidFill>
                  <a:srgbClr val="FFFFFF"/>
                </a:solidFill>
                <a:latin typeface="Segoe UI" panose="020B0502040204020203" pitchFamily="34" charset="0"/>
              </a:rPr>
              <a:t>Link</a:t>
            </a:r>
            <a:endParaRPr lang="en-US" sz="1400" b="1" dirty="0" err="1">
              <a:solidFill>
                <a:srgbClr val="FFFFFF"/>
              </a:solidFill>
              <a:latin typeface="Segoe UI" panose="020B0502040204020203" pitchFamily="34" charset="0"/>
            </a:endParaRPr>
          </a:p>
        </p:txBody>
      </p:sp>
      <p:sp>
        <p:nvSpPr>
          <p:cNvPr id="10" name="Rectangle 9">
            <a:extLst>
              <a:ext uri="{FF2B5EF4-FFF2-40B4-BE49-F238E27FC236}">
                <a16:creationId xmlns:a16="http://schemas.microsoft.com/office/drawing/2014/main" id="{152E7BE7-6D4C-4015-AA23-FEF509D17792}"/>
              </a:ext>
            </a:extLst>
          </p:cNvPr>
          <p:cNvSpPr/>
          <p:nvPr/>
        </p:nvSpPr>
        <p:spPr bwMode="auto">
          <a:xfrm>
            <a:off x="660400" y="2209800"/>
            <a:ext cx="10871200" cy="584200"/>
          </a:xfrm>
          <a:prstGeom prst="rect">
            <a:avLst/>
          </a:prstGeom>
          <a:solidFill>
            <a:srgbClr val="FFFFFF"/>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1" name="TextBox 10">
            <a:extLst>
              <a:ext uri="{FF2B5EF4-FFF2-40B4-BE49-F238E27FC236}">
                <a16:creationId xmlns:a16="http://schemas.microsoft.com/office/drawing/2014/main" id="{C012E9D3-D661-23D7-6000-E825CFF0B87A}"/>
              </a:ext>
            </a:extLst>
          </p:cNvPr>
          <p:cNvSpPr txBox="1"/>
          <p:nvPr/>
        </p:nvSpPr>
        <p:spPr>
          <a:xfrm>
            <a:off x="889000" y="23495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Agent development lifecycle</a:t>
            </a:r>
            <a:endParaRPr lang="en-US" sz="1400" dirty="0" err="1">
              <a:solidFill>
                <a:srgbClr val="303132"/>
              </a:solidFill>
              <a:latin typeface="Segoe UI" panose="020B0502040204020203" pitchFamily="34" charset="0"/>
            </a:endParaRPr>
          </a:p>
        </p:txBody>
      </p:sp>
      <p:sp>
        <p:nvSpPr>
          <p:cNvPr id="12" name="TextBox 11">
            <a:hlinkClick r:id="rId3"/>
            <a:extLst>
              <a:ext uri="{FF2B5EF4-FFF2-40B4-BE49-F238E27FC236}">
                <a16:creationId xmlns:a16="http://schemas.microsoft.com/office/drawing/2014/main" id="{C9E65DA0-1EE7-7AEB-C3B4-F86FE6E3AC12}"/>
              </a:ext>
            </a:extLst>
          </p:cNvPr>
          <p:cNvSpPr txBox="1"/>
          <p:nvPr/>
        </p:nvSpPr>
        <p:spPr>
          <a:xfrm>
            <a:off x="5384800" y="2349500"/>
            <a:ext cx="5715000" cy="307777"/>
          </a:xfrm>
          <a:prstGeom prst="rect">
            <a:avLst/>
          </a:prstGeom>
          <a:noFill/>
        </p:spPr>
        <p:txBody>
          <a:bodyPr vert="horz" wrap="square" lIns="0" tIns="0" rIns="0" bIns="0" rtlCol="0">
            <a:noAutofit/>
          </a:bodyPr>
          <a:lstStyle/>
          <a:p>
            <a:r>
              <a:rPr lang="en-US" sz="1400">
                <a:solidFill>
                  <a:srgbClr val="0078D4"/>
                </a:solidFill>
                <a:latin typeface="Segoe UI" panose="020B0502040204020203" pitchFamily="34" charset="0"/>
                <a:hlinkClick r:id="rId4"/>
              </a:rPr>
              <a:t>Lifecycle guide</a:t>
            </a:r>
            <a:endParaRPr lang="en-US" sz="1400" dirty="0" err="1">
              <a:solidFill>
                <a:srgbClr val="0078D4"/>
              </a:solidFill>
              <a:latin typeface="Segoe UI" panose="020B0502040204020203" pitchFamily="34" charset="0"/>
            </a:endParaRPr>
          </a:p>
        </p:txBody>
      </p:sp>
      <p:sp>
        <p:nvSpPr>
          <p:cNvPr id="13" name="Rectangle 12">
            <a:extLst>
              <a:ext uri="{FF2B5EF4-FFF2-40B4-BE49-F238E27FC236}">
                <a16:creationId xmlns:a16="http://schemas.microsoft.com/office/drawing/2014/main" id="{C54EED0A-00E6-ACC1-7845-66DE22059CB0}"/>
              </a:ext>
            </a:extLst>
          </p:cNvPr>
          <p:cNvSpPr/>
          <p:nvPr/>
        </p:nvSpPr>
        <p:spPr bwMode="auto">
          <a:xfrm>
            <a:off x="660400" y="2870200"/>
            <a:ext cx="10871200" cy="584200"/>
          </a:xfrm>
          <a:prstGeom prst="rect">
            <a:avLst/>
          </a:prstGeom>
          <a:solidFill>
            <a:srgbClr val="F5F5F5"/>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4" name="TextBox 13">
            <a:extLst>
              <a:ext uri="{FF2B5EF4-FFF2-40B4-BE49-F238E27FC236}">
                <a16:creationId xmlns:a16="http://schemas.microsoft.com/office/drawing/2014/main" id="{4B95B2B0-FDEC-B305-D256-6257D740A91A}"/>
              </a:ext>
            </a:extLst>
          </p:cNvPr>
          <p:cNvSpPr txBox="1"/>
          <p:nvPr/>
        </p:nvSpPr>
        <p:spPr>
          <a:xfrm>
            <a:off x="889000" y="30099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Evaluation approach in Foundry</a:t>
            </a:r>
            <a:endParaRPr lang="en-US" sz="1400" dirty="0" err="1">
              <a:solidFill>
                <a:srgbClr val="303132"/>
              </a:solidFill>
              <a:latin typeface="Segoe UI" panose="020B0502040204020203" pitchFamily="34" charset="0"/>
            </a:endParaRPr>
          </a:p>
        </p:txBody>
      </p:sp>
      <p:sp>
        <p:nvSpPr>
          <p:cNvPr id="15" name="TextBox 14">
            <a:hlinkClick r:id="rId5"/>
            <a:extLst>
              <a:ext uri="{FF2B5EF4-FFF2-40B4-BE49-F238E27FC236}">
                <a16:creationId xmlns:a16="http://schemas.microsoft.com/office/drawing/2014/main" id="{F859FF47-F089-0D13-EE7D-9AD133773F5F}"/>
              </a:ext>
            </a:extLst>
          </p:cNvPr>
          <p:cNvSpPr txBox="1"/>
          <p:nvPr/>
        </p:nvSpPr>
        <p:spPr>
          <a:xfrm>
            <a:off x="5384800" y="3009900"/>
            <a:ext cx="5715000" cy="307777"/>
          </a:xfrm>
          <a:prstGeom prst="rect">
            <a:avLst/>
          </a:prstGeom>
          <a:noFill/>
        </p:spPr>
        <p:txBody>
          <a:bodyPr vert="horz" wrap="square" lIns="0" tIns="0" rIns="0" bIns="0" rtlCol="0">
            <a:noAutofit/>
          </a:bodyPr>
          <a:lstStyle/>
          <a:p>
            <a:r>
              <a:rPr lang="en-US" sz="1400">
                <a:solidFill>
                  <a:srgbClr val="0078D4"/>
                </a:solidFill>
                <a:latin typeface="Segoe UI" panose="020B0502040204020203" pitchFamily="34" charset="0"/>
                <a:hlinkClick r:id="rId6"/>
              </a:rPr>
              <a:t>Evaluation guide</a:t>
            </a:r>
            <a:endParaRPr lang="en-US" sz="1400" dirty="0" err="1">
              <a:solidFill>
                <a:srgbClr val="0078D4"/>
              </a:solidFill>
              <a:latin typeface="Segoe UI" panose="020B0502040204020203" pitchFamily="34" charset="0"/>
            </a:endParaRPr>
          </a:p>
        </p:txBody>
      </p:sp>
      <p:sp>
        <p:nvSpPr>
          <p:cNvPr id="16" name="Rectangle 15">
            <a:extLst>
              <a:ext uri="{FF2B5EF4-FFF2-40B4-BE49-F238E27FC236}">
                <a16:creationId xmlns:a16="http://schemas.microsoft.com/office/drawing/2014/main" id="{BA4043E1-B0B9-8AA6-452C-EC1B729412C2}"/>
              </a:ext>
            </a:extLst>
          </p:cNvPr>
          <p:cNvSpPr/>
          <p:nvPr/>
        </p:nvSpPr>
        <p:spPr bwMode="auto">
          <a:xfrm>
            <a:off x="660400" y="3530600"/>
            <a:ext cx="10871200" cy="584200"/>
          </a:xfrm>
          <a:prstGeom prst="rect">
            <a:avLst/>
          </a:prstGeom>
          <a:solidFill>
            <a:srgbClr val="FFFFFF"/>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7" name="TextBox 16">
            <a:extLst>
              <a:ext uri="{FF2B5EF4-FFF2-40B4-BE49-F238E27FC236}">
                <a16:creationId xmlns:a16="http://schemas.microsoft.com/office/drawing/2014/main" id="{B2422001-8C71-2D3E-D6E5-280DE7CF1725}"/>
              </a:ext>
            </a:extLst>
          </p:cNvPr>
          <p:cNvSpPr txBox="1"/>
          <p:nvPr/>
        </p:nvSpPr>
        <p:spPr>
          <a:xfrm>
            <a:off x="889000" y="36703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AgentOps Accelerator</a:t>
            </a:r>
            <a:endParaRPr lang="en-US" sz="1400" dirty="0" err="1">
              <a:solidFill>
                <a:srgbClr val="303132"/>
              </a:solidFill>
              <a:latin typeface="Segoe UI" panose="020B0502040204020203" pitchFamily="34" charset="0"/>
            </a:endParaRPr>
          </a:p>
        </p:txBody>
      </p:sp>
      <p:sp>
        <p:nvSpPr>
          <p:cNvPr id="18" name="TextBox 17">
            <a:hlinkClick r:id="rId7"/>
            <a:extLst>
              <a:ext uri="{FF2B5EF4-FFF2-40B4-BE49-F238E27FC236}">
                <a16:creationId xmlns:a16="http://schemas.microsoft.com/office/drawing/2014/main" id="{2AA42997-281D-55AC-5CC5-351D0D9008FC}"/>
              </a:ext>
            </a:extLst>
          </p:cNvPr>
          <p:cNvSpPr txBox="1"/>
          <p:nvPr/>
        </p:nvSpPr>
        <p:spPr>
          <a:xfrm>
            <a:off x="5384800" y="3670300"/>
            <a:ext cx="5715000" cy="307777"/>
          </a:xfrm>
          <a:prstGeom prst="rect">
            <a:avLst/>
          </a:prstGeom>
          <a:noFill/>
        </p:spPr>
        <p:txBody>
          <a:bodyPr vert="horz" wrap="square" lIns="0" tIns="0" rIns="0" bIns="0" rtlCol="0">
            <a:noAutofit/>
          </a:bodyPr>
          <a:lstStyle/>
          <a:p>
            <a:r>
              <a:rPr lang="en-US" sz="1400">
                <a:solidFill>
                  <a:srgbClr val="0078D4"/>
                </a:solidFill>
                <a:latin typeface="Segoe UI" panose="020B0502040204020203" pitchFamily="34" charset="0"/>
                <a:hlinkClick r:id="rId8"/>
              </a:rPr>
              <a:t>Accelerator guide</a:t>
            </a:r>
            <a:endParaRPr lang="en-US" sz="1400" dirty="0" err="1">
              <a:solidFill>
                <a:srgbClr val="0078D4"/>
              </a:solidFill>
              <a:latin typeface="Segoe UI" panose="020B0502040204020203" pitchFamily="34" charset="0"/>
            </a:endParaRPr>
          </a:p>
        </p:txBody>
      </p:sp>
    </p:spTree>
    <p:extLst>
      <p:ext uri="{BB962C8B-B14F-4D97-AF65-F5344CB8AC3E}">
        <p14:creationId xmlns:p14="http://schemas.microsoft.com/office/powerpoint/2010/main" val="722985593"/>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243A5E"/>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7D75697-9628-ECDE-3D86-F8B4988154AA}"/>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8C46FA78-9353-B69E-9360-95EF588B963C}"/>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21</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TextBox 3">
            <a:extLst>
              <a:ext uri="{FF2B5EF4-FFF2-40B4-BE49-F238E27FC236}">
                <a16:creationId xmlns:a16="http://schemas.microsoft.com/office/drawing/2014/main" id="{77F5391A-F66B-1C56-62E3-EEBF63930E45}"/>
              </a:ext>
            </a:extLst>
          </p:cNvPr>
          <p:cNvSpPr txBox="1"/>
          <p:nvPr/>
        </p:nvSpPr>
        <p:spPr>
          <a:xfrm>
            <a:off x="0" y="2870200"/>
            <a:ext cx="12192000" cy="307777"/>
          </a:xfrm>
          <a:prstGeom prst="rect">
            <a:avLst/>
          </a:prstGeom>
          <a:noFill/>
        </p:spPr>
        <p:txBody>
          <a:bodyPr vert="horz" wrap="square" lIns="0" tIns="0" rIns="0" bIns="0" rtlCol="0">
            <a:noAutofit/>
          </a:bodyPr>
          <a:lstStyle/>
          <a:p>
            <a:pPr algn="ctr"/>
            <a:r>
              <a:rPr lang="en-US" sz="3000">
                <a:solidFill>
                  <a:srgbClr val="FFFFFF"/>
                </a:solidFill>
                <a:latin typeface="Segoe UI" panose="020B0502040204020203" pitchFamily="34" charset="0"/>
              </a:rPr>
              <a:t>Questions?</a:t>
            </a:r>
            <a:endParaRPr lang="en-US" sz="3000" dirty="0" err="1">
              <a:solidFill>
                <a:srgbClr val="FFFFFF"/>
              </a:solidFill>
              <a:latin typeface="Segoe UI" panose="020B0502040204020203" pitchFamily="34" charset="0"/>
            </a:endParaRPr>
          </a:p>
        </p:txBody>
      </p:sp>
    </p:spTree>
    <p:extLst>
      <p:ext uri="{BB962C8B-B14F-4D97-AF65-F5344CB8AC3E}">
        <p14:creationId xmlns:p14="http://schemas.microsoft.com/office/powerpoint/2010/main" val="595407396"/>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MIO_NATIVESECTIONS" val="﻿&lt;?xml version=&quot;1.0&quot; encoding=&quot;utf-8&quot;?&gt;&lt;ArrayOfNativeSection xmlns:xsi=&quot;http://www.w3.org/2001/XMLSchema-instance&quot; xmlns:xsd=&quot;http://www.w3.org/2001/XMLSchema&quot;&gt;&lt;NativeSection&gt;&lt;Name&gt;Introduction to Windows PowerShell&lt;/Name&gt;&lt;FirstSlideIndex&gt;4&lt;/FirstSlideIndex&gt;&lt;SlidesCount&gt;6&lt;/SlidesCount&gt;&lt;SlideGuids&gt;&lt;guid&gt;9d9e1da7-2723-4f69-b69f-21b1693715c5&lt;/guid&gt;&lt;guid&gt;3ccd3973-1ec5-46fa-8710-ff514ce2a1f3&lt;/guid&gt;&lt;guid&gt;bc67d307-7296-45c5-86cd-00562e489dd6&lt;/guid&gt;&lt;guid&gt;672fc58f-c006-4e7b-83c2-90f4529f2400&lt;/guid&gt;&lt;guid&gt;318999cc-0be6-4be2-83d0-cb8fe10122fa&lt;/guid&gt;&lt;guid&gt;459b7d24-9e19-433a-accc-69f76be60f43&lt;/guid&gt;&lt;/SlideGuids&gt;&lt;/NativeSection&gt;&lt;NativeSection&gt;&lt;Name&gt;Introduction to Windows PowerShell - The PowerShell shell&lt;/Name&gt;&lt;FirstSlideIndex&gt;10&lt;/FirstSlideIndex&gt;&lt;SlidesCount&gt;7&lt;/SlidesCount&gt;&lt;SlideGuids&gt;&lt;guid&gt;3358efb2-d4c0-4d61-994f-75e3275fac2b&lt;/guid&gt;&lt;guid&gt;6ae3b69a-fbee-464e-ae86-3ecd39513fa0&lt;/guid&gt;&lt;guid&gt;4e0b095b-d004-4f1b-9c6b-30c2d0469d61&lt;/guid&gt;&lt;guid&gt;1d1652e4-8311-451e-9a8c-b2119571880d&lt;/guid&gt;&lt;guid&gt;aa04ec43-c604-4a73-b2eb-0ef0ee77f79c&lt;/guid&gt;&lt;guid&gt;00adf8b6-932b-4200-a1bc-c3f07f8f4d64&lt;/guid&gt;&lt;guid&gt;7e7f40d8-8d37-45ee-9724-a8bf02ad8fcf&lt;/guid&gt;&lt;/SlideGuids&gt;&lt;/NativeSection&gt;&lt;NativeSection&gt;&lt;Name&gt;Introduction to Windows PowerShell - Integrated Scripting Environment (ISE)&lt;/Name&gt;&lt;FirstSlideIndex&gt;17&lt;/FirstSlideIndex&gt;&lt;SlidesCount&gt;7&lt;/SlidesCount&gt;&lt;SlideGuids&gt;&lt;guid&gt;ca3cdbe2-c1a0-496c-8b03-963455ae08cc&lt;/guid&gt;&lt;guid&gt;b1a90355-9415-45f5-a99d-f37839064456&lt;/guid&gt;&lt;guid&gt;3bc041ee-b16c-40a8-a375-66ea1d776dc0&lt;/guid&gt;&lt;guid&gt;b6acce1c-41ec-4e65-bdcc-23f3b5b20db0&lt;/guid&gt;&lt;guid&gt;768a6834-0cfa-4d1b-b334-ac15dc4109ca&lt;/guid&gt;&lt;guid&gt;00adf8b6-932b-4200-a1bc-c3f07f8f4d64&lt;/guid&gt;&lt;guid&gt;7e7f40d8-8d37-45ee-9724-a8bf02ad8fcf&lt;/guid&gt;&lt;/SlideGuids&gt;&lt;/NativeSection&gt;&lt;NativeSection&gt;&lt;Name&gt;Introduction to Windows PowerShell - Integrated Scripting Environment (ISE) - Features&lt;/Name&gt;&lt;FirstSlideIndex&gt;24&lt;/FirstSlideIndex&gt;&lt;SlidesCount&gt;10&lt;/SlidesCount&gt;&lt;SlideGuids&gt;&lt;guid&gt;e1166bed-b1cf-4a18-b3fa-270e99523a73&lt;/guid&gt;&lt;guid&gt;1b439196-c8b3-443c-adfe-ddd445fc1dea&lt;/guid&gt;&lt;guid&gt;5db85947-b1b2-4c61-b1a6-466fcb9ccbc5&lt;/guid&gt;&lt;guid&gt;ff6facb6-682b-4525-82a1-7d48607b7e88&lt;/guid&gt;&lt;guid&gt;30280d42-31cf-4e37-be85-b7dbaab0bb92&lt;/guid&gt;&lt;guid&gt;f026dc64-98b4-4191-a399-1bde3e751c77&lt;/guid&gt;&lt;guid&gt;96dccee5-e57f-4ffe-9f58-07c261f2f193&lt;/guid&gt;&lt;guid&gt;58797128-d2cf-4e7b-ad59-8a18432caccf&lt;/guid&gt;&lt;guid&gt;00adf8b6-932b-4200-a1bc-c3f07f8f4d64&lt;/guid&gt;&lt;guid&gt;7e7f40d8-8d37-45ee-9724-a8bf02ad8fcf&lt;/guid&gt;&lt;/SlideGuids&gt;&lt;/NativeSection&gt;&lt;NativeSection&gt;&lt;Name&gt;Introduction to Commands&lt;/Name&gt;&lt;FirstSlideIndex&gt;34&lt;/FirstSlideIndex&gt;&lt;SlidesCount&gt;2&lt;/SlidesCount&gt;&lt;SlideGuids&gt;&lt;guid&gt;1f669531-dd69-4ef9-a692-f0ee18299d4d&lt;/guid&gt;&lt;guid&gt;3ccd3973-1ec5-46fa-8710-ff514ce2a1f3&lt;/guid&gt;&lt;/SlideGuids&gt;&lt;/NativeSection&gt;&lt;NativeSection&gt;&lt;Name&gt;Introduction to Commands - External Commands&lt;/Name&gt;&lt;FirstSlideIndex&gt;36&lt;/FirstSlideIndex&gt;&lt;SlidesCount&gt;5&lt;/SlidesCount&gt;&lt;SlideGuids&gt;&lt;guid&gt;3feb09ab-e4a3-4df2-b9b2-7c59bed53a69&lt;/guid&gt;&lt;guid&gt;6f878c01-a3eb-40d3-a213-c43f4a3ab641&lt;/guid&gt;&lt;guid&gt;cb107531-a8e9-469d-b5bd-c28436624552&lt;/guid&gt;&lt;guid&gt;6b3f75de-a037-4381-8fc8-618b7e265e56&lt;/guid&gt;&lt;guid&gt;7e7f40d8-8d37-45ee-9724-a8bf02ad8fcf&lt;/guid&gt;&lt;/SlideGuids&gt;&lt;/NativeSection&gt;&lt;NativeSection&gt;&lt;Name&gt;Introduction to Commands - PowerShell commands&lt;/Name&gt;&lt;FirstSlideIndex&gt;41&lt;/FirstSlideIndex&gt;&lt;SlidesCount&gt;12&lt;/SlidesCount&gt;&lt;SlideGuids&gt;&lt;guid&gt;426e1b04-391b-466b-bc29-8a42babefe40&lt;/guid&gt;&lt;guid&gt;a0578b4a-a1e6-4f54-93e4-8bf201accac6&lt;/guid&gt;&lt;guid&gt;a6d5c4db-5b9a-49b0-b2ba-bd0b3bff0758&lt;/guid&gt;&lt;guid&gt;b8052ebc-3fa8-4abe-9c2e-59c3bb4707ee&lt;/guid&gt;&lt;guid&gt;b794a4d1-9791-4bab-b28e-5253577824c6&lt;/guid&gt;&lt;guid&gt;0998e991-5e28-429f-9c2c-28193cee6032&lt;/guid&gt;&lt;guid&gt;4986f64a-99cf-404c-b710-071ed6bff202&lt;/guid&gt;&lt;guid&gt;9d70877b-88a2-415b-b023-87e5f0f10101&lt;/guid&gt;&lt;guid&gt;62563174-4078-46c5-a87c-d458e27091aa&lt;/guid&gt;&lt;guid&gt;bcf04dda-96d7-464b-ab84-ae63980a8e84&lt;/guid&gt;&lt;guid&gt;0e9c346d-8ca7-47d7-a3ea-dd9761e48c90&lt;/guid&gt;&lt;guid&gt;7e7f40d8-8d37-45ee-9724-a8bf02ad8fcf&lt;/guid&gt;&lt;/SlideGuids&gt;&lt;/NativeSection&gt;&lt;NativeSection&gt;&lt;Name&gt;Introduction to Commands - Cmdlet Syntax&lt;/Name&gt;&lt;FirstSlideIndex&gt;53&lt;/FirstSlideIndex&gt;&lt;SlidesCount&gt;14&lt;/SlidesCount&gt;&lt;SlideGuids&gt;&lt;guid&gt;7209000d-aa96-4e20-a91c-501ebc107778&lt;/guid&gt;&lt;guid&gt;f01cb306-9e1f-4590-9e38-bbf493ef8b1f&lt;/guid&gt;&lt;guid&gt;27b66761-f25d-4ebf-b7cd-c087bafe2652&lt;/guid&gt;&lt;guid&gt;7209000d-aa96-4e20-a91c-501ebc107778&lt;/guid&gt;&lt;guid&gt;7209000d-aa96-4e20-a91c-501ebc107778&lt;/guid&gt;&lt;guid&gt;7209000d-aa96-4e20-a91c-501ebc107778&lt;/guid&gt;&lt;guid&gt;7209000d-aa96-4e20-a91c-501ebc107778&lt;/guid&gt;&lt;guid&gt;7209000d-aa96-4e20-a91c-501ebc107778&lt;/guid&gt;&lt;guid&gt;7209000d-aa96-4e20-a91c-501ebc107778&lt;/guid&gt;&lt;guid&gt;5be2a765-e72f-40ef-9415-d6db991094bf&lt;/guid&gt;&lt;guid&gt;0c6b5fa0-27fa-4460-9bdd-29a275a83938&lt;/guid&gt;&lt;guid&gt;6806274d-ae00-4671-bcc4-6c446fd75137&lt;/guid&gt;&lt;guid&gt;eff1ad0d-edff-4696-b71d-26e747cd86cc&lt;/guid&gt;&lt;guid&gt;7e7f40d8-8d37-45ee-9724-a8bf02ad8fcf&lt;/guid&gt;&lt;/SlideGuids&gt;&lt;/NativeSection&gt;&lt;NativeSection&gt;&lt;Name&gt;Introduction to Commands - Cmdlet Common Parameters&lt;/Name&gt;&lt;FirstSlideIndex&gt;67&lt;/FirstSlideIndex&gt;&lt;SlidesCount&gt;12&lt;/SlidesCount&gt;&lt;SlideGuids&gt;&lt;guid&gt;9654f450-f019-44e6-b65b-d1bb1c9ab9cf&lt;/guid&gt;&lt;guid&gt;3f57c3d8-ad09-42db-8b7f-fb53311bbcb1&lt;/guid&gt;&lt;guid&gt;1b20324c-120d-4cd2-829e-ef4a36f4353a&lt;/guid&gt;&lt;guid&gt;cac7793a-fc43-4ff7-bf41-3e011449d657&lt;/guid&gt;&lt;guid&gt;8f045e5b-b095-40cd-80a0-6e971422544f&lt;/guid&gt;&lt;guid&gt;95714aaa-8dfb-4b1e-8b1e-37271dd273fa&lt;/guid&gt;&lt;guid&gt;9ab87bb2-7e8f-4af4-a94a-a8610fdccfdc&lt;/guid&gt;&lt;guid&gt;777d5f4b-0b2a-4316-82e8-5d730bbccaab&lt;/guid&gt;&lt;guid&gt;4654dda3-5a19-4678-8030-b1706eb3eb3f&lt;/guid&gt;&lt;guid&gt;2446594d-bc9d-40a4-8baa-b7757caf755f&lt;/guid&gt;&lt;guid&gt;b9cda98c-f984-44d2-949b-c0a768deba69&lt;/guid&gt;&lt;guid&gt;7e7f40d8-8d37-45ee-9724-a8bf02ad8fcf&lt;/guid&gt;&lt;/SlideGuids&gt;&lt;/NativeSection&gt;&lt;NativeSection&gt;&lt;Name&gt;Introduction to Commands - Command Termination and Line Continuation&lt;/Name&gt;&lt;FirstSlideIndex&gt;79&lt;/FirstSlideIndex&gt;&lt;SlidesCount&gt;8&lt;/SlidesCount&gt;&lt;SlideGuids&gt;&lt;guid&gt;1a25d4e7-21ea-4c9d-82ca-1c4d40b802e6&lt;/guid&gt;&lt;guid&gt;d4fc2cfb-1f4c-4284-9a90-8a9dfac87a51&lt;/guid&gt;&lt;guid&gt;00691e86-e96c-4ad2-9f74-ef4b3fa2693f&lt;/guid&gt;&lt;guid&gt;24f45a39-5d68-4f45-9666-28a431578cb4&lt;/guid&gt;&lt;guid&gt;cda6b029-eec0-4e35-9554-8139afb73cdf&lt;/guid&gt;&lt;guid&gt;ed0db01f-b035-4031-8354-c833afab6954&lt;/guid&gt;&lt;guid&gt;ae2f9860-d0e5-45d9-aeb9-b8c30276d763&lt;/guid&gt;&lt;guid&gt;7e7f40d8-8d37-45ee-9724-a8bf02ad8fcf&lt;/guid&gt;&lt;/SlideGuids&gt;&lt;/NativeSection&gt;&lt;NativeSection&gt;&lt;Name&gt;Introduction to Commands - Built-in Aliases&lt;/Name&gt;&lt;FirstSlideIndex&gt;87&lt;/FirstSlideIndex&gt;&lt;SlidesCount&gt;5&lt;/SlidesCount&gt;&lt;SlideGuids&gt;&lt;guid&gt;daa0c646-4964-4677-b662-6d7b5bde0af7&lt;/guid&gt;&lt;guid&gt;4df4c6eb-d2a5-4e73-bc8d-d337ce32b5c8&lt;/guid&gt;&lt;guid&gt;c1f56b12-3707-4f35-8733-39b9c38473e9&lt;/guid&gt;&lt;guid&gt;a3c72e30-c9fd-41a2-81b7-774a592681f2&lt;/guid&gt;&lt;guid&gt;7e7f40d8-8d37-45ee-9724-a8bf02ad8fcf&lt;/guid&gt;&lt;/SlideGuids&gt;&lt;/NativeSection&gt;&lt;NativeSection&gt;&lt;Name&gt;Introduction to Commands - User-defined Aliases&lt;/Name&gt;&lt;FirstSlideIndex&gt;92&lt;/FirstSlideIndex&gt;&lt;SlidesCount&gt;5&lt;/SlidesCount&gt;&lt;SlideGuids&gt;&lt;guid&gt;a7c2d5d0-e482-48f2-9014-d873da40f698&lt;/guid&gt;&lt;guid&gt;aa04ec43-c604-4a73-b2eb-0ef0ee77f79c&lt;/guid&gt;&lt;guid&gt;7209000d-aa96-4e20-a91c-501ebc107778&lt;/guid&gt;&lt;guid&gt;20c1946b-9a3c-4b0a-ba7c-74353ae716f5&lt;/guid&gt;&lt;guid&gt;7e7f40d8-8d37-45ee-9724-a8bf02ad8fcf&lt;/guid&gt;&lt;/SlideGuids&gt;&lt;/NativeSection&gt;&lt;NativeSection&gt;&lt;Name&gt;Introduction to Commands - Lab: Introduction to Commands&lt;/Name&gt;&lt;FirstSlideIndex&gt;97&lt;/FirstSlideIndex&gt;&lt;SlidesCount&gt;2&lt;/SlidesCount&gt;&lt;SlideGuids&gt;&lt;guid&gt;e5936d9c-b546-443b-afcc-e10e11a5dae6&lt;/guid&gt;&lt;guid&gt;1e5e1ebb-e8bf-4fba-87f5-5fca36bd0235&lt;/guid&gt;&lt;/SlideGuids&gt;&lt;/NativeSection&gt;&lt;/ArrayOfNativeSection&gt;"/>
  <p:tag name="MIO_EKGUID" val="602ca75f-b92d-4d33-a8d7-07e8571bebc5"/>
  <p:tag name="MIO_UPDATE" val="True"/>
  <p:tag name="MIO_VERSION" val="30.03.2020 15:44:06"/>
  <p:tag name="MIO_DBID" val="12B0C59E-2253-4124-A5E9-470ADF4CB168"/>
  <p:tag name="MIO_LASTDOWNLOADED" val="30.03.2020 17:44:54"/>
  <p:tag name="MIO_OBJECTNAME" val="Module Dark Grey"/>
  <p:tag name="MIO_LASTEDITORNAME" val="Devid Treuling"/>
</p:tagLst>
</file>

<file path=ppt/theme/theme1.xml><?xml version="1.0" encoding="utf-8"?>
<a:theme xmlns:a="http://schemas.openxmlformats.org/drawingml/2006/main" name="White Template">
  <a:themeElements>
    <a:clrScheme name="Custom 2">
      <a:dk1>
        <a:srgbClr val="000000"/>
      </a:dk1>
      <a:lt1>
        <a:srgbClr val="FFFFFF"/>
      </a:lt1>
      <a:dk2>
        <a:srgbClr val="243A5E"/>
      </a:dk2>
      <a:lt2>
        <a:srgbClr val="E6E6E6"/>
      </a:lt2>
      <a:accent1>
        <a:srgbClr val="0078D4"/>
      </a:accent1>
      <a:accent2>
        <a:srgbClr val="243A5E"/>
      </a:accent2>
      <a:accent3>
        <a:srgbClr val="50E6FF"/>
      </a:accent3>
      <a:accent4>
        <a:srgbClr val="008575"/>
      </a:accent4>
      <a:accent5>
        <a:srgbClr val="274B47"/>
      </a:accent5>
      <a:accent6>
        <a:srgbClr val="000000"/>
      </a:accent6>
      <a:hlink>
        <a:srgbClr val="0078D4"/>
      </a:hlink>
      <a:folHlink>
        <a:srgbClr val="0078D4"/>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extLst>
    <a:ext uri="{05A4C25C-085E-4340-85A3-A5531E510DB2}">
      <thm15:themeFamily xmlns:thm15="http://schemas.microsoft.com/office/thememl/2012/main" name="FY22 Unified Support Deck_R2" id="{87F4FB34-706C-3B40-A2F5-AAB55F65BD79}" vid="{83F148C1-8898-3D42-A66A-0DC42327C72F}"/>
    </a:ext>
  </a:extLst>
</a:theme>
</file>

<file path=ppt/theme/theme2.xml><?xml version="1.0" encoding="utf-8"?>
<a:theme xmlns:a="http://schemas.openxmlformats.org/drawingml/2006/main" name="1_White Template">
  <a:themeElements>
    <a:clrScheme name="Custom 2">
      <a:dk1>
        <a:srgbClr val="000000"/>
      </a:dk1>
      <a:lt1>
        <a:srgbClr val="FFFFFF"/>
      </a:lt1>
      <a:dk2>
        <a:srgbClr val="243A5E"/>
      </a:dk2>
      <a:lt2>
        <a:srgbClr val="E6E6E6"/>
      </a:lt2>
      <a:accent1>
        <a:srgbClr val="0078D4"/>
      </a:accent1>
      <a:accent2>
        <a:srgbClr val="243A5E"/>
      </a:accent2>
      <a:accent3>
        <a:srgbClr val="50E6FF"/>
      </a:accent3>
      <a:accent4>
        <a:srgbClr val="008575"/>
      </a:accent4>
      <a:accent5>
        <a:srgbClr val="274B47"/>
      </a:accent5>
      <a:accent6>
        <a:srgbClr val="000000"/>
      </a:accent6>
      <a:hlink>
        <a:srgbClr val="0078D4"/>
      </a:hlink>
      <a:folHlink>
        <a:srgbClr val="0078D4"/>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extLst>
    <a:ext uri="{05A4C25C-085E-4340-85A3-A5531E510DB2}">
      <thm15:themeFamily xmlns:thm15="http://schemas.microsoft.com/office/thememl/2012/main" name="FY22 Unified Support Deck_R2" id="{87F4FB34-706C-3B40-A2F5-AAB55F65BD79}" vid="{83F148C1-8898-3D42-A66A-0DC42327C72F}"/>
    </a:ext>
  </a:extLst>
</a:theme>
</file>

<file path=ppt/theme/theme3.xml><?xml version="1.0" encoding="utf-8"?>
<a:theme xmlns:a="http://schemas.openxmlformats.org/drawingml/2006/main" name="2_White Template">
  <a:themeElements>
    <a:clrScheme name="Custom 2">
      <a:dk1>
        <a:srgbClr val="000000"/>
      </a:dk1>
      <a:lt1>
        <a:srgbClr val="FFFFFF"/>
      </a:lt1>
      <a:dk2>
        <a:srgbClr val="243A5E"/>
      </a:dk2>
      <a:lt2>
        <a:srgbClr val="E6E6E6"/>
      </a:lt2>
      <a:accent1>
        <a:srgbClr val="0078D4"/>
      </a:accent1>
      <a:accent2>
        <a:srgbClr val="243A5E"/>
      </a:accent2>
      <a:accent3>
        <a:srgbClr val="50E6FF"/>
      </a:accent3>
      <a:accent4>
        <a:srgbClr val="008575"/>
      </a:accent4>
      <a:accent5>
        <a:srgbClr val="274B47"/>
      </a:accent5>
      <a:accent6>
        <a:srgbClr val="000000"/>
      </a:accent6>
      <a:hlink>
        <a:srgbClr val="0078D4"/>
      </a:hlink>
      <a:folHlink>
        <a:srgbClr val="0078D4"/>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extLst>
    <a:ext uri="{05A4C25C-085E-4340-85A3-A5531E510DB2}">
      <thm15:themeFamily xmlns:thm15="http://schemas.microsoft.com/office/thememl/2012/main" name="FY22 Unified Support Deck_R2" id="{87F4FB34-706C-3B40-A2F5-AAB55F65BD79}" vid="{83F148C1-8898-3D42-A66A-0DC42327C72F}"/>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item1.xml><?xml version="1.0" encoding="utf-8"?>
<pd:PersonalizationDefinition xmlns:pd="Strauss.PersonalizationDefinition" name="">
  <pd:DataReferenceList>
    <pd:DataReference datasourceID="feebff45-792f-402d-b0b2-aef9b0ece030" dataFieldID="24ecf766-c192-4244-a42a-b3c011702bb8" variableListUniqueId="d6c5d8a6-45b5-4a0e-b0e7-cf1e0e53bdd5"/>
  </pd:DataReferenceList>
  <pd:VariableReplacementDescriptor name="" desc="" uid="">
    <pd:DataReferenceList>
      <pd:DataReference datasourceID="feebff45-792f-402d-b0b2-aef9b0ece030" dataFieldID="24ecf766-c192-4244-a42a-b3c011702bb8" variableListUniqueId="d6c5d8a6-45b5-4a0e-b0e7-cf1e0e53bdd5"/>
    </pd:DataReferenceList>
  </pd:VariableReplacementDescriptor>
</pd:PersonalizationDefinition>
</file>

<file path=customXml/item2.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3.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4.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5.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6.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7.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8.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TaxCatchAll xmlns="19614695-0c98-4ea4-9244-f5047452aafb" xsi:nil="true"/>
    <lcf76f155ced4ddcb4097134ff3c332f xmlns="fcb28fc0-2e3b-4764-9e63-46b62073c0cd">
      <Terms xmlns="http://schemas.microsoft.com/office/infopath/2007/PartnerControls"/>
    </lcf76f155ced4ddcb4097134ff3c332f>
  </documentManagement>
</p:properties>
</file>

<file path=customXml/item9.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10.xml><?xml version="1.0" encoding="utf-8"?>
<pd:PersonalizationDefinition xmlns:pd="Strauss.PersonalizationDefinition" name="">
  <pd:DataReferenceList>
    <pd:DataReference datasourceID="feebff45-792f-402d-b0b2-aef9b0ece030" dataFieldID="c025b050-8f9b-4a58-8690-6c2d0d1906cd" variableListUniqueId="d6c5d8a6-45b5-4a0e-b0e7-cf1e0e53bdd5"/>
  </pd:DataReferenceList>
  <pd:VariableReplacementDescriptor name="" desc="" uid="">
    <pd:DataReferenceList>
      <pd:DataReference datasourceID="feebff45-792f-402d-b0b2-aef9b0ece030" dataFieldID="c025b050-8f9b-4a58-8690-6c2d0d1906cd" variableListUniqueId="d6c5d8a6-45b5-4a0e-b0e7-cf1e0e53bdd5"/>
    </pd:DataReferenceList>
  </pd:VariableReplacementDescriptor>
</pd:PersonalizationDefinition>
</file>

<file path=customXml/item11.xml><?xml version="1.0" encoding="utf-8"?>
<pd:PersonalizationDefinition xmlns:pd="Strauss.PersonalizationDefinition" name="">
  <pd:DataReferenceList>
    <pd:DataReference datasourceID="feebff45-792f-402d-b0b2-aef9b0ece030" dataFieldID="fd933e54-6a41-4570-85a9-1373ead2ba42" variableListUniqueId="d6c5d8a6-45b5-4a0e-b0e7-cf1e0e53bdd5"/>
  </pd:DataReferenceList>
  <pd:VariableReplacementDescriptor name="" desc="" uid="">
    <pd:DataReferenceList>
      <pd:DataReference datasourceID="feebff45-792f-402d-b0b2-aef9b0ece030" dataFieldID="fd933e54-6a41-4570-85a9-1373ead2ba42" variableListUniqueId="d6c5d8a6-45b5-4a0e-b0e7-cf1e0e53bdd5"/>
    </pd:DataReferenceList>
  </pd:VariableReplacementDescriptor>
</pd:PersonalizationDefinition>
</file>

<file path=customXml/item12.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13.xml><?xml version="1.0" encoding="utf-8"?>
<pd:PersonalizationDefinition xmlns:pd="Strauss.PersonalizationDefinition" name="">
  <pd:DataReferenceList>
    <pd:DataReference datasourceID="feebff45-792f-402d-b0b2-aef9b0ece030" dataFieldID="24ecf766-c192-4244-a42a-b3c011702bb8" variableListUniqueId="d6c5d8a6-45b5-4a0e-b0e7-cf1e0e53bdd5"/>
  </pd:DataReferenceList>
  <pd:VariableReplacementDescriptor name="" desc="" uid="">
    <pd:DataReferenceList>
      <pd:DataReference datasourceID="feebff45-792f-402d-b0b2-aef9b0ece030" dataFieldID="24ecf766-c192-4244-a42a-b3c011702bb8" variableListUniqueId="d6c5d8a6-45b5-4a0e-b0e7-cf1e0e53bdd5"/>
    </pd:DataReferenceList>
  </pd:VariableReplacementDescriptor>
</pd:PersonalizationDefinition>
</file>

<file path=customXml/item14.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15.xml><?xml version="1.0" encoding="utf-8"?>
<pd:PersonalizationDefinition xmlns:pd="Strauss.PersonalizationDefinition" name="">
  <pd:DataReferenceList>
    <pd:DataReference datasourceID="feebff45-792f-402d-b0b2-aef9b0ece030" dataFieldID="0fc3de7b-ed55-4ec3-b286-0b42951918c3" variableListUniqueId="d6c5d8a6-45b5-4a0e-b0e7-cf1e0e53bdd5"/>
  </pd:DataReferenceList>
  <pd:VariableReplacementDescriptor name="" desc="" uid="">
    <pd:DataReferenceList>
      <pd:DataReference datasourceID="feebff45-792f-402d-b0b2-aef9b0ece030" dataFieldID="0fc3de7b-ed55-4ec3-b286-0b42951918c3" variableListUniqueId="d6c5d8a6-45b5-4a0e-b0e7-cf1e0e53bdd5"/>
    </pd:DataReferenceList>
  </pd:VariableReplacementDescriptor>
</pd:PersonalizationDefinition>
</file>

<file path=customXml/item16.xml><?xml version="1.0" encoding="utf-8"?>
<?mso-contentType ?>
<FormTemplates xmlns="http://schemas.microsoft.com/sharepoint/v3/contenttype/forms">
  <Display>DocumentLibraryForm</Display>
  <Edit>DocumentLibraryForm</Edit>
  <New>DocumentLibraryForm</New>
</FormTemplates>
</file>

<file path=customXml/item17.xml><?xml version="1.0" encoding="utf-8"?>
<pd:PersonalizationDefinition xmlns:pd="Strauss.PersonalizationDefinition" name="">
  <pd:DataReferenceList>
    <pd:DataReference datasourceID="feebff45-792f-402d-b0b2-aef9b0ece030" dataFieldID="24ecf766-c192-4244-a42a-b3c011702bb8" variableListUniqueId="d6c5d8a6-45b5-4a0e-b0e7-cf1e0e53bdd5"/>
  </pd:DataReferenceList>
  <pd:VariableReplacementDescriptor name="" desc="" uid="">
    <pd:DataReferenceList>
      <pd:DataReference datasourceID="feebff45-792f-402d-b0b2-aef9b0ece030" dataFieldID="24ecf766-c192-4244-a42a-b3c011702bb8" variableListUniqueId="d6c5d8a6-45b5-4a0e-b0e7-cf1e0e53bdd5"/>
    </pd:DataReferenceList>
  </pd:VariableReplacementDescriptor>
</pd:PersonalizationDefinition>
</file>

<file path=customXml/item18.xml><?xml version="1.0" encoding="utf-8"?>
<pd:PersonalizationDefinition xmlns:pd="Strauss.PersonalizationDefinition" name="">
  <pd:DataReferenceList>
    <pd:DataReference datasourceID="feebff45-792f-402d-b0b2-aef9b0ece030" dataFieldID="c025b050-8f9b-4a58-8690-6c2d0d1906cd" variableListUniqueId="d6c5d8a6-45b5-4a0e-b0e7-cf1e0e53bdd5"/>
  </pd:DataReferenceList>
  <pd:VariableReplacementDescriptor name="" desc="" uid="">
    <pd:DataReferenceList>
      <pd:DataReference datasourceID="feebff45-792f-402d-b0b2-aef9b0ece030" dataFieldID="c025b050-8f9b-4a58-8690-6c2d0d1906cd" variableListUniqueId="d6c5d8a6-45b5-4a0e-b0e7-cf1e0e53bdd5"/>
    </pd:DataReferenceList>
  </pd:VariableReplacementDescriptor>
</pd:PersonalizationDefinition>
</file>

<file path=customXml/item19.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20.xml><?xml version="1.0" encoding="utf-8"?>
<pd:PersonalizationDefinition xmlns:pd="Strauss.PersonalizationDefinition" name="">
  <pd:DataReferenceList>
    <pd:DataReference datasourceID="feebff45-792f-402d-b0b2-aef9b0ece030" dataFieldID="28848184-58cd-4812-928e-93f2c559a8a3" variableListUniqueId="d6c5d8a6-45b5-4a0e-b0e7-cf1e0e53bdd5"/>
  </pd:DataReferenceList>
  <pd:VariableReplacementDescriptor name="" desc="" uid="">
    <pd:DataReferenceList>
      <pd:DataReference datasourceID="feebff45-792f-402d-b0b2-aef9b0ece030" dataFieldID="28848184-58cd-4812-928e-93f2c559a8a3" variableListUniqueId="d6c5d8a6-45b5-4a0e-b0e7-cf1e0e53bdd5"/>
    </pd:DataReferenceList>
  </pd:VariableReplacementDescriptor>
</pd:PersonalizationDefinition>
</file>

<file path=customXml/item21.xml><?xml version="1.0" encoding="utf-8"?>
<pd:PersonalizationDefinition xmlns:pd="Strauss.PersonalizationDefinition" name="">
  <pd:DataReferenceList>
    <pd:DataReference datasourceID="feebff45-792f-402d-b0b2-aef9b0ece030" dataFieldID="28848184-58cd-4812-928e-93f2c559a8a3" variableListUniqueId="d6c5d8a6-45b5-4a0e-b0e7-cf1e0e53bdd5"/>
  </pd:DataReferenceList>
  <pd:VariableReplacementDescriptor name="" desc="" uid="">
    <pd:DataReferenceList>
      <pd:DataReference datasourceID="feebff45-792f-402d-b0b2-aef9b0ece030" dataFieldID="28848184-58cd-4812-928e-93f2c559a8a3" variableListUniqueId="d6c5d8a6-45b5-4a0e-b0e7-cf1e0e53bdd5"/>
    </pd:DataReferenceList>
  </pd:VariableReplacementDescriptor>
</pd:PersonalizationDefinition>
</file>

<file path=customXml/item22.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23.xml><?xml version="1.0" encoding="utf-8"?>
<pd:PersonalizationDefinition xmlns:pd="Strauss.PersonalizationDefinition" name="">
  <pd:DataReferenceList>
    <pd:DataReference datasourceID="feebff45-792f-402d-b0b2-aef9b0ece030" dataFieldID="fd933e54-6a41-4570-85a9-1373ead2ba42" variableListUniqueId="d6c5d8a6-45b5-4a0e-b0e7-cf1e0e53bdd5"/>
  </pd:DataReferenceList>
  <pd:VariableReplacementDescriptor name="" desc="" uid="">
    <pd:DataReferenceList>
      <pd:DataReference datasourceID="feebff45-792f-402d-b0b2-aef9b0ece030" dataFieldID="fd933e54-6a41-4570-85a9-1373ead2ba42" variableListUniqueId="d6c5d8a6-45b5-4a0e-b0e7-cf1e0e53bdd5"/>
    </pd:DataReferenceList>
  </pd:VariableReplacementDescriptor>
</pd:PersonalizationDefinition>
</file>

<file path=customXml/item24.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25.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26.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27.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28.xml><?xml version="1.0" encoding="utf-8"?>
<pd:PersonalizationDefinition xmlns:pd="Strauss.PersonalizationDefinition" name="">
  <pd:DataReferenceList>
    <pd:DataReference datasourceID="feebff45-792f-402d-b0b2-aef9b0ece030" dataFieldID="28848184-58cd-4812-928e-93f2c559a8a3" variableListUniqueId="d6c5d8a6-45b5-4a0e-b0e7-cf1e0e53bdd5"/>
  </pd:DataReferenceList>
  <pd:VariableReplacementDescriptor name="" desc="" uid="">
    <pd:DataReferenceList>
      <pd:DataReference datasourceID="feebff45-792f-402d-b0b2-aef9b0ece030" dataFieldID="28848184-58cd-4812-928e-93f2c559a8a3" variableListUniqueId="d6c5d8a6-45b5-4a0e-b0e7-cf1e0e53bdd5"/>
    </pd:DataReferenceList>
  </pd:VariableReplacementDescriptor>
</pd:PersonalizationDefinition>
</file>

<file path=customXml/item29.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30.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31.xml><?xml version="1.0" encoding="utf-8"?>
<pd:PersonalizationDefinition xmlns:pd="Strauss.PersonalizationDefinition" name="">
  <pd:DataReferenceList>
    <pd:DataReference datasourceID="feebff45-792f-402d-b0b2-aef9b0ece030" dataFieldID="fd933e54-6a41-4570-85a9-1373ead2ba42" variableListUniqueId="d6c5d8a6-45b5-4a0e-b0e7-cf1e0e53bdd5"/>
  </pd:DataReferenceList>
  <pd:VariableReplacementDescriptor name="" desc="" uid="">
    <pd:DataReferenceList>
      <pd:DataReference datasourceID="feebff45-792f-402d-b0b2-aef9b0ece030" dataFieldID="fd933e54-6a41-4570-85a9-1373ead2ba42" variableListUniqueId="d6c5d8a6-45b5-4a0e-b0e7-cf1e0e53bdd5"/>
    </pd:DataReferenceList>
  </pd:VariableReplacementDescriptor>
</pd:PersonalizationDefinition>
</file>

<file path=customXml/item32.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33.xml><?xml version="1.0" encoding="utf-8"?>
<pd:PersonalizationDefinition xmlns:pd="Strauss.PersonalizationDefinition" name="">
  <pd:DataReferenceList>
    <pd:DataReference datasourceID="feebff45-792f-402d-b0b2-aef9b0ece030" dataFieldID="28848184-58cd-4812-928e-93f2c559a8a3" variableListUniqueId="d6c5d8a6-45b5-4a0e-b0e7-cf1e0e53bdd5"/>
  </pd:DataReferenceList>
  <pd:VariableReplacementDescriptor name="" desc="" uid="">
    <pd:DataReferenceList>
      <pd:DataReference datasourceID="feebff45-792f-402d-b0b2-aef9b0ece030" dataFieldID="28848184-58cd-4812-928e-93f2c559a8a3" variableListUniqueId="d6c5d8a6-45b5-4a0e-b0e7-cf1e0e53bdd5"/>
    </pd:DataReferenceList>
  </pd:VariableReplacementDescriptor>
</pd:PersonalizationDefinition>
</file>

<file path=customXml/item34.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35.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36.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37.xml><?xml version="1.0" encoding="utf-8"?>
<ct:contentTypeSchema xmlns:ct="http://schemas.microsoft.com/office/2006/metadata/contentType" xmlns:ma="http://schemas.microsoft.com/office/2006/metadata/properties/metaAttributes" ct:_="" ma:_="" ma:contentTypeName="Document" ma:contentTypeID="0x010100F1C4B09AC06B8C45B1CB67D2156BD46C" ma:contentTypeVersion="14" ma:contentTypeDescription="Create a new document." ma:contentTypeScope="" ma:versionID="88b34f71fe9b1526bc7932a9723e174b">
  <xsd:schema xmlns:xsd="http://www.w3.org/2001/XMLSchema" xmlns:xs="http://www.w3.org/2001/XMLSchema" xmlns:p="http://schemas.microsoft.com/office/2006/metadata/properties" xmlns:ns1="http://schemas.microsoft.com/sharepoint/v3" xmlns:ns2="fcb28fc0-2e3b-4764-9e63-46b62073c0cd" xmlns:ns3="19614695-0c98-4ea4-9244-f5047452aafb" targetNamespace="http://schemas.microsoft.com/office/2006/metadata/properties" ma:root="true" ma:fieldsID="9f71acc245135fb70bc040788d0c070c" ns1:_="" ns2:_="" ns3:_="">
    <xsd:import namespace="http://schemas.microsoft.com/sharepoint/v3"/>
    <xsd:import namespace="fcb28fc0-2e3b-4764-9e63-46b62073c0cd"/>
    <xsd:import namespace="19614695-0c98-4ea4-9244-f5047452aafb"/>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b28fc0-2e3b-4764-9e63-46b62073c0cd"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19614695-0c98-4ea4-9244-f5047452aafb"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564f906b-8e77-4e33-9f55-fcee0003089b}" ma:internalName="TaxCatchAll" ma:showField="CatchAllData" ma:web="19614695-0c98-4ea4-9244-f5047452aaf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8.xml><?xml version="1.0" encoding="utf-8"?>
<pd:PersonalizationDefinition xmlns:pd="Strauss.PersonalizationDefinition" name="">
  <pd:DataReferenceList>
    <pd:DataReference datasourceID="feebff45-792f-402d-b0b2-aef9b0ece030" dataFieldID="fd933e54-6a41-4570-85a9-1373ead2ba42" variableListUniqueId="d6c5d8a6-45b5-4a0e-b0e7-cf1e0e53bdd5"/>
  </pd:DataReferenceList>
  <pd:VariableReplacementDescriptor name="" desc="" uid="">
    <pd:DataReferenceList>
      <pd:DataReference datasourceID="feebff45-792f-402d-b0b2-aef9b0ece030" dataFieldID="fd933e54-6a41-4570-85a9-1373ead2ba42" variableListUniqueId="d6c5d8a6-45b5-4a0e-b0e7-cf1e0e53bdd5"/>
    </pd:DataReferenceList>
  </pd:VariableReplacementDescriptor>
</pd:PersonalizationDefinition>
</file>

<file path=customXml/item39.xml><?xml version="1.0" encoding="utf-8"?>
<pd:PersonalizationDefinition xmlns:pd="Strauss.PersonalizationDefinition" name="">
  <pd:DataReferenceList>
    <pd:DataReference datasourceID="feebff45-792f-402d-b0b2-aef9b0ece030" dataFieldID="0fc3de7b-ed55-4ec3-b286-0b42951918c3" variableListUniqueId="d6c5d8a6-45b5-4a0e-b0e7-cf1e0e53bdd5"/>
  </pd:DataReferenceList>
  <pd:VariableReplacementDescriptor name="" desc="" uid="">
    <pd:DataReferenceList>
      <pd:DataReference datasourceID="feebff45-792f-402d-b0b2-aef9b0ece030" dataFieldID="0fc3de7b-ed55-4ec3-b286-0b42951918c3" variableListUniqueId="d6c5d8a6-45b5-4a0e-b0e7-cf1e0e53bdd5"/>
    </pd:DataReferenceList>
  </pd:VariableReplacementDescriptor>
</pd:PersonalizationDefinition>
</file>

<file path=customXml/item40.xml><?xml version="1.0" encoding="utf-8"?>
<pd:PersonalizationDefinition xmlns:pd="Strauss.PersonalizationDefinition" name="">
  <pd:DataReferenceList>
    <pd:DataReference datasourceID="feebff45-792f-402d-b0b2-aef9b0ece030" dataFieldID="fd933e54-6a41-4570-85a9-1373ead2ba42" variableListUniqueId="d6c5d8a6-45b5-4a0e-b0e7-cf1e0e53bdd5"/>
  </pd:DataReferenceList>
  <pd:VariableReplacementDescriptor name="" desc="" uid="">
    <pd:DataReferenceList>
      <pd:DataReference datasourceID="feebff45-792f-402d-b0b2-aef9b0ece030" dataFieldID="fd933e54-6a41-4570-85a9-1373ead2ba42" variableListUniqueId="d6c5d8a6-45b5-4a0e-b0e7-cf1e0e53bdd5"/>
    </pd:DataReferenceList>
  </pd:VariableReplacementDescriptor>
</pd:PersonalizationDefinition>
</file>

<file path=customXml/item41.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42.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43.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Props1.xml><?xml version="1.0" encoding="utf-8"?>
<ds:datastoreItem xmlns:ds="http://schemas.openxmlformats.org/officeDocument/2006/customXml" ds:itemID="{A09B3D8F-A36C-4B6D-871D-C53F61DFD219}">
  <ds:schemaRefs>
    <ds:schemaRef ds:uri="Strauss.PersonalizationDefinition"/>
  </ds:schemaRefs>
</ds:datastoreItem>
</file>

<file path=customXml/itemProps2.xml><?xml version="1.0" encoding="utf-8"?>
<ds:datastoreItem xmlns:ds="http://schemas.openxmlformats.org/officeDocument/2006/customXml" ds:itemID="{7469151F-B4F3-4C21-84F8-69D9E2B09815}">
  <ds:schemaRefs>
    <ds:schemaRef ds:uri="Strauss.PersonalizationDefinition"/>
  </ds:schemaRefs>
</ds:datastoreItem>
</file>

<file path=customXml/itemProps3.xml><?xml version="1.0" encoding="utf-8"?>
<ds:datastoreItem xmlns:ds="http://schemas.openxmlformats.org/officeDocument/2006/customXml" ds:itemID="{D7FDC28F-4CBD-40ED-9D33-0A1360D5DEC4}">
  <ds:schemaRefs>
    <ds:schemaRef ds:uri="Strauss.PersonalizationDefinition"/>
  </ds:schemaRefs>
</ds:datastoreItem>
</file>

<file path=customXml/itemProps4.xml><?xml version="1.0" encoding="utf-8"?>
<ds:datastoreItem xmlns:ds="http://schemas.openxmlformats.org/officeDocument/2006/customXml" ds:itemID="{712108F3-86F2-4B95-AF2D-FE4E45965FCC}">
  <ds:schemaRefs>
    <ds:schemaRef ds:uri="Strauss.PersonalizationDefinition"/>
  </ds:schemaRefs>
</ds:datastoreItem>
</file>

<file path=customXml/itemProps5.xml><?xml version="1.0" encoding="utf-8"?>
<ds:datastoreItem xmlns:ds="http://schemas.openxmlformats.org/officeDocument/2006/customXml" ds:itemID="{6552B3D2-5F72-49FB-8B35-AFE12BF36804}">
  <ds:schemaRefs>
    <ds:schemaRef ds:uri="Strauss.PersonalizationDefinition"/>
  </ds:schemaRefs>
</ds:datastoreItem>
</file>

<file path=customXml/itemProps6.xml><?xml version="1.0" encoding="utf-8"?>
<ds:datastoreItem xmlns:ds="http://schemas.openxmlformats.org/officeDocument/2006/customXml" ds:itemID="{F56EB5D8-3CD5-48EE-9536-13CF2B9AC25D}">
  <ds:schemaRefs>
    <ds:schemaRef ds:uri="Strauss.PersonalizationDefinition"/>
  </ds:schemaRefs>
</ds:datastoreItem>
</file>

<file path=customXml/itemProps7.xml><?xml version="1.0" encoding="utf-8"?>
<ds:datastoreItem xmlns:ds="http://schemas.openxmlformats.org/officeDocument/2006/customXml" ds:itemID="{FBC13881-F2DC-4AA3-88C8-97C40CA1EBC7}">
  <ds:schemaRefs>
    <ds:schemaRef ds:uri="Strauss.PersonalizationDefinition"/>
  </ds:schemaRefs>
</ds:datastoreItem>
</file>

<file path=customXml/itemProps8.xml><?xml version="1.0" encoding="utf-8"?>
<ds:datastoreItem xmlns:ds="http://schemas.openxmlformats.org/officeDocument/2006/customXml" ds:itemID="{AC7687D8-5695-4F99-A8BA-1D247B418C22}">
  <ds:schemaRefs>
    <ds:schemaRef ds:uri="19614695-0c98-4ea4-9244-f5047452aafb"/>
    <ds:schemaRef ds:uri="fcb28fc0-2e3b-4764-9e63-46b62073c0c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customXml/itemProps9.xml><?xml version="1.0" encoding="utf-8"?>
<ds:datastoreItem xmlns:ds="http://schemas.openxmlformats.org/officeDocument/2006/customXml" ds:itemID="{7BE5F28F-50CA-40F1-A02E-E794FE33362D}">
  <ds:schemaRefs>
    <ds:schemaRef ds:uri="Strauss.PersonalizationDefinition"/>
  </ds:schemaRefs>
</ds:datastoreItem>
</file>

<file path=customXml/itemProps10.xml><?xml version="1.0" encoding="utf-8"?>
<ds:datastoreItem xmlns:ds="http://schemas.openxmlformats.org/officeDocument/2006/customXml" ds:itemID="{541D4602-AC17-4CBD-B95E-D5B3D757BC54}">
  <ds:schemaRefs>
    <ds:schemaRef ds:uri="Strauss.PersonalizationDefinition"/>
  </ds:schemaRefs>
</ds:datastoreItem>
</file>

<file path=customXml/itemProps11.xml><?xml version="1.0" encoding="utf-8"?>
<ds:datastoreItem xmlns:ds="http://schemas.openxmlformats.org/officeDocument/2006/customXml" ds:itemID="{46522A59-B026-4350-BB1A-BEB05240770F}">
  <ds:schemaRefs>
    <ds:schemaRef ds:uri="Strauss.PersonalizationDefinition"/>
  </ds:schemaRefs>
</ds:datastoreItem>
</file>

<file path=customXml/itemProps12.xml><?xml version="1.0" encoding="utf-8"?>
<ds:datastoreItem xmlns:ds="http://schemas.openxmlformats.org/officeDocument/2006/customXml" ds:itemID="{82C716E8-B770-4139-99B0-F35B9C64B90F}">
  <ds:schemaRefs>
    <ds:schemaRef ds:uri="Strauss.PersonalizationDefinition"/>
  </ds:schemaRefs>
</ds:datastoreItem>
</file>

<file path=customXml/itemProps13.xml><?xml version="1.0" encoding="utf-8"?>
<ds:datastoreItem xmlns:ds="http://schemas.openxmlformats.org/officeDocument/2006/customXml" ds:itemID="{6F485757-9F3C-4A1E-9E86-E1C1551910BA}">
  <ds:schemaRefs>
    <ds:schemaRef ds:uri="Strauss.PersonalizationDefinition"/>
  </ds:schemaRefs>
</ds:datastoreItem>
</file>

<file path=customXml/itemProps14.xml><?xml version="1.0" encoding="utf-8"?>
<ds:datastoreItem xmlns:ds="http://schemas.openxmlformats.org/officeDocument/2006/customXml" ds:itemID="{734F6CED-B619-41E0-BEDE-58B64D5F5EB2}">
  <ds:schemaRefs>
    <ds:schemaRef ds:uri="Strauss.PersonalizationDefinition"/>
  </ds:schemaRefs>
</ds:datastoreItem>
</file>

<file path=customXml/itemProps15.xml><?xml version="1.0" encoding="utf-8"?>
<ds:datastoreItem xmlns:ds="http://schemas.openxmlformats.org/officeDocument/2006/customXml" ds:itemID="{E7EBEF02-C69B-46E0-B38A-E51611CE5254}">
  <ds:schemaRefs>
    <ds:schemaRef ds:uri="Strauss.PersonalizationDefinition"/>
  </ds:schemaRefs>
</ds:datastoreItem>
</file>

<file path=customXml/itemProps16.xml><?xml version="1.0" encoding="utf-8"?>
<ds:datastoreItem xmlns:ds="http://schemas.openxmlformats.org/officeDocument/2006/customXml" ds:itemID="{C18D3FE9-2C4E-470C-9B85-FEEE51F2FFFE}">
  <ds:schemaRefs>
    <ds:schemaRef ds:uri="http://schemas.microsoft.com/sharepoint/v3/contenttype/forms"/>
  </ds:schemaRefs>
</ds:datastoreItem>
</file>

<file path=customXml/itemProps17.xml><?xml version="1.0" encoding="utf-8"?>
<ds:datastoreItem xmlns:ds="http://schemas.openxmlformats.org/officeDocument/2006/customXml" ds:itemID="{EF4AA5EB-A638-4D3A-B852-E71E18ED4953}">
  <ds:schemaRefs>
    <ds:schemaRef ds:uri="Strauss.PersonalizationDefinition"/>
  </ds:schemaRefs>
</ds:datastoreItem>
</file>

<file path=customXml/itemProps18.xml><?xml version="1.0" encoding="utf-8"?>
<ds:datastoreItem xmlns:ds="http://schemas.openxmlformats.org/officeDocument/2006/customXml" ds:itemID="{11767EAE-0FC6-472D-9D35-EB3533243F22}">
  <ds:schemaRefs>
    <ds:schemaRef ds:uri="Strauss.PersonalizationDefinition"/>
  </ds:schemaRefs>
</ds:datastoreItem>
</file>

<file path=customXml/itemProps19.xml><?xml version="1.0" encoding="utf-8"?>
<ds:datastoreItem xmlns:ds="http://schemas.openxmlformats.org/officeDocument/2006/customXml" ds:itemID="{08068EAD-DA6C-4DC8-843E-9CB0982D15F3}">
  <ds:schemaRefs>
    <ds:schemaRef ds:uri="Strauss.PersonalizationDefinition"/>
  </ds:schemaRefs>
</ds:datastoreItem>
</file>

<file path=customXml/itemProps20.xml><?xml version="1.0" encoding="utf-8"?>
<ds:datastoreItem xmlns:ds="http://schemas.openxmlformats.org/officeDocument/2006/customXml" ds:itemID="{4A3F169F-E27D-4A25-888C-4C5D83BAC082}">
  <ds:schemaRefs>
    <ds:schemaRef ds:uri="Strauss.PersonalizationDefinition"/>
  </ds:schemaRefs>
</ds:datastoreItem>
</file>

<file path=customXml/itemProps21.xml><?xml version="1.0" encoding="utf-8"?>
<ds:datastoreItem xmlns:ds="http://schemas.openxmlformats.org/officeDocument/2006/customXml" ds:itemID="{D76C1D54-C31A-41C7-8796-37E3A885C9B9}">
  <ds:schemaRefs>
    <ds:schemaRef ds:uri="Strauss.PersonalizationDefinition"/>
  </ds:schemaRefs>
</ds:datastoreItem>
</file>

<file path=customXml/itemProps22.xml><?xml version="1.0" encoding="utf-8"?>
<ds:datastoreItem xmlns:ds="http://schemas.openxmlformats.org/officeDocument/2006/customXml" ds:itemID="{B09E3EAE-66CA-4A91-A5FE-A34A70B099ED}">
  <ds:schemaRefs>
    <ds:schemaRef ds:uri="Strauss.PersonalizationDefinition"/>
  </ds:schemaRefs>
</ds:datastoreItem>
</file>

<file path=customXml/itemProps23.xml><?xml version="1.0" encoding="utf-8"?>
<ds:datastoreItem xmlns:ds="http://schemas.openxmlformats.org/officeDocument/2006/customXml" ds:itemID="{DF333A1B-0A9C-4DA8-ADAB-4378B69FDC48}">
  <ds:schemaRefs>
    <ds:schemaRef ds:uri="Strauss.PersonalizationDefinition"/>
  </ds:schemaRefs>
</ds:datastoreItem>
</file>

<file path=customXml/itemProps24.xml><?xml version="1.0" encoding="utf-8"?>
<ds:datastoreItem xmlns:ds="http://schemas.openxmlformats.org/officeDocument/2006/customXml" ds:itemID="{4EA01338-72BB-48B6-B6A4-05B31FE21105}">
  <ds:schemaRefs>
    <ds:schemaRef ds:uri="Strauss.PersonalizationDefinition"/>
  </ds:schemaRefs>
</ds:datastoreItem>
</file>

<file path=customXml/itemProps25.xml><?xml version="1.0" encoding="utf-8"?>
<ds:datastoreItem xmlns:ds="http://schemas.openxmlformats.org/officeDocument/2006/customXml" ds:itemID="{68BE9F8F-073F-46B7-B2D0-86DC8E2E9DCE}">
  <ds:schemaRefs>
    <ds:schemaRef ds:uri="Strauss.PersonalizationDefinition"/>
  </ds:schemaRefs>
</ds:datastoreItem>
</file>

<file path=customXml/itemProps26.xml><?xml version="1.0" encoding="utf-8"?>
<ds:datastoreItem xmlns:ds="http://schemas.openxmlformats.org/officeDocument/2006/customXml" ds:itemID="{4C485A9E-99A8-4277-BE90-E837A967DB2E}">
  <ds:schemaRefs>
    <ds:schemaRef ds:uri="Strauss.PersonalizationDefinition"/>
  </ds:schemaRefs>
</ds:datastoreItem>
</file>

<file path=customXml/itemProps27.xml><?xml version="1.0" encoding="utf-8"?>
<ds:datastoreItem xmlns:ds="http://schemas.openxmlformats.org/officeDocument/2006/customXml" ds:itemID="{2BCFCE7B-4A43-491B-887D-365E2A1C50B2}">
  <ds:schemaRefs>
    <ds:schemaRef ds:uri="Strauss.PersonalizationDefinition"/>
  </ds:schemaRefs>
</ds:datastoreItem>
</file>

<file path=customXml/itemProps28.xml><?xml version="1.0" encoding="utf-8"?>
<ds:datastoreItem xmlns:ds="http://schemas.openxmlformats.org/officeDocument/2006/customXml" ds:itemID="{628127A0-F2C3-45C3-BB9F-5B29A6B848BE}">
  <ds:schemaRefs>
    <ds:schemaRef ds:uri="Strauss.PersonalizationDefinition"/>
  </ds:schemaRefs>
</ds:datastoreItem>
</file>

<file path=customXml/itemProps29.xml><?xml version="1.0" encoding="utf-8"?>
<ds:datastoreItem xmlns:ds="http://schemas.openxmlformats.org/officeDocument/2006/customXml" ds:itemID="{5C919DC8-E31E-42F0-9621-B916C2E029BA}">
  <ds:schemaRefs>
    <ds:schemaRef ds:uri="Strauss.PersonalizationDefinition"/>
  </ds:schemaRefs>
</ds:datastoreItem>
</file>

<file path=customXml/itemProps30.xml><?xml version="1.0" encoding="utf-8"?>
<ds:datastoreItem xmlns:ds="http://schemas.openxmlformats.org/officeDocument/2006/customXml" ds:itemID="{EDFBA6C8-3A38-44F0-B645-B6B0034983DA}">
  <ds:schemaRefs>
    <ds:schemaRef ds:uri="Strauss.PersonalizationDefinition"/>
  </ds:schemaRefs>
</ds:datastoreItem>
</file>

<file path=customXml/itemProps31.xml><?xml version="1.0" encoding="utf-8"?>
<ds:datastoreItem xmlns:ds="http://schemas.openxmlformats.org/officeDocument/2006/customXml" ds:itemID="{A0EED17B-F609-411E-840C-8A361DF5E053}">
  <ds:schemaRefs>
    <ds:schemaRef ds:uri="Strauss.PersonalizationDefinition"/>
  </ds:schemaRefs>
</ds:datastoreItem>
</file>

<file path=customXml/itemProps32.xml><?xml version="1.0" encoding="utf-8"?>
<ds:datastoreItem xmlns:ds="http://schemas.openxmlformats.org/officeDocument/2006/customXml" ds:itemID="{32920470-F086-4197-B6FE-12027DE25DCC}">
  <ds:schemaRefs>
    <ds:schemaRef ds:uri="Strauss.PersonalizationDefinition"/>
  </ds:schemaRefs>
</ds:datastoreItem>
</file>

<file path=customXml/itemProps33.xml><?xml version="1.0" encoding="utf-8"?>
<ds:datastoreItem xmlns:ds="http://schemas.openxmlformats.org/officeDocument/2006/customXml" ds:itemID="{ECCE7DC3-F525-4E76-8812-56FCA2D21E50}">
  <ds:schemaRefs>
    <ds:schemaRef ds:uri="Strauss.PersonalizationDefinition"/>
  </ds:schemaRefs>
</ds:datastoreItem>
</file>

<file path=customXml/itemProps34.xml><?xml version="1.0" encoding="utf-8"?>
<ds:datastoreItem xmlns:ds="http://schemas.openxmlformats.org/officeDocument/2006/customXml" ds:itemID="{DE0DC7DC-A960-4E6E-BF1B-D3D906B081A2}">
  <ds:schemaRefs>
    <ds:schemaRef ds:uri="Strauss.PersonalizationDefinition"/>
  </ds:schemaRefs>
</ds:datastoreItem>
</file>

<file path=customXml/itemProps35.xml><?xml version="1.0" encoding="utf-8"?>
<ds:datastoreItem xmlns:ds="http://schemas.openxmlformats.org/officeDocument/2006/customXml" ds:itemID="{103AB8E4-C30A-4895-9606-8D77F2E70F19}">
  <ds:schemaRefs>
    <ds:schemaRef ds:uri="Strauss.PersonalizationDefinition"/>
  </ds:schemaRefs>
</ds:datastoreItem>
</file>

<file path=customXml/itemProps36.xml><?xml version="1.0" encoding="utf-8"?>
<ds:datastoreItem xmlns:ds="http://schemas.openxmlformats.org/officeDocument/2006/customXml" ds:itemID="{406127A5-B8F7-4F8A-95A9-8E20F72EA129}">
  <ds:schemaRefs>
    <ds:schemaRef ds:uri="Strauss.PersonalizationDefinition"/>
  </ds:schemaRefs>
</ds:datastoreItem>
</file>

<file path=customXml/itemProps37.xml><?xml version="1.0" encoding="utf-8"?>
<ds:datastoreItem xmlns:ds="http://schemas.openxmlformats.org/officeDocument/2006/customXml" ds:itemID="{1C4BB63B-6010-498D-B379-9708D995B57C}">
  <ds:schemaRefs>
    <ds:schemaRef ds:uri="19614695-0c98-4ea4-9244-f5047452aafb"/>
    <ds:schemaRef ds:uri="fcb28fc0-2e3b-4764-9e63-46b62073c0c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8.xml><?xml version="1.0" encoding="utf-8"?>
<ds:datastoreItem xmlns:ds="http://schemas.openxmlformats.org/officeDocument/2006/customXml" ds:itemID="{D55AC15F-0A03-4D96-AA43-65FC3DCE2717}">
  <ds:schemaRefs>
    <ds:schemaRef ds:uri="Strauss.PersonalizationDefinition"/>
  </ds:schemaRefs>
</ds:datastoreItem>
</file>

<file path=customXml/itemProps39.xml><?xml version="1.0" encoding="utf-8"?>
<ds:datastoreItem xmlns:ds="http://schemas.openxmlformats.org/officeDocument/2006/customXml" ds:itemID="{13A5538B-5199-4900-941A-B01E377F2065}">
  <ds:schemaRefs>
    <ds:schemaRef ds:uri="Strauss.PersonalizationDefinition"/>
  </ds:schemaRefs>
</ds:datastoreItem>
</file>

<file path=customXml/itemProps40.xml><?xml version="1.0" encoding="utf-8"?>
<ds:datastoreItem xmlns:ds="http://schemas.openxmlformats.org/officeDocument/2006/customXml" ds:itemID="{FC25CD5D-A9DA-407F-9106-47BDA14BCED9}">
  <ds:schemaRefs>
    <ds:schemaRef ds:uri="Strauss.PersonalizationDefinition"/>
  </ds:schemaRefs>
</ds:datastoreItem>
</file>

<file path=customXml/itemProps41.xml><?xml version="1.0" encoding="utf-8"?>
<ds:datastoreItem xmlns:ds="http://schemas.openxmlformats.org/officeDocument/2006/customXml" ds:itemID="{B228D3F7-8445-4CE7-92DC-AC7FE2D5A2AF}">
  <ds:schemaRefs>
    <ds:schemaRef ds:uri="Strauss.PersonalizationDefinition"/>
  </ds:schemaRefs>
</ds:datastoreItem>
</file>

<file path=customXml/itemProps42.xml><?xml version="1.0" encoding="utf-8"?>
<ds:datastoreItem xmlns:ds="http://schemas.openxmlformats.org/officeDocument/2006/customXml" ds:itemID="{C1060A51-5976-4775-97EE-ABE1B1E4972A}">
  <ds:schemaRefs>
    <ds:schemaRef ds:uri="Strauss.PersonalizationDefinition"/>
  </ds:schemaRefs>
</ds:datastoreItem>
</file>

<file path=customXml/itemProps43.xml><?xml version="1.0" encoding="utf-8"?>
<ds:datastoreItem xmlns:ds="http://schemas.openxmlformats.org/officeDocument/2006/customXml" ds:itemID="{BC268A45-186B-46A3-937F-0E016CEA70C1}">
  <ds:schemaRefs>
    <ds:schemaRef ds:uri="Strauss.PersonalizationDefinition"/>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Module_Template</Template>
  <TotalTime>40</TotalTime>
  <Words>1815</Words>
  <Application>Microsoft Office PowerPoint</Application>
  <PresentationFormat>Widescreen</PresentationFormat>
  <Paragraphs>252</Paragraphs>
  <Slides>21</Slides>
  <Notes>21</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21</vt:i4>
      </vt:variant>
    </vt:vector>
  </HeadingPairs>
  <TitlesOfParts>
    <vt:vector size="29" baseType="lpstr">
      <vt:lpstr>Arial</vt:lpstr>
      <vt:lpstr>Calibri</vt:lpstr>
      <vt:lpstr>Segoe UI</vt:lpstr>
      <vt:lpstr>Segoe UI Semibold</vt:lpstr>
      <vt:lpstr>Wingdings</vt:lpstr>
      <vt:lpstr>White Template</vt:lpstr>
      <vt:lpstr>1_White Template</vt:lpstr>
      <vt:lpstr>2_White Template</vt:lpstr>
      <vt:lpstr>Module 3.4B - AgentOps: Ship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WorkshopPLUS - Windows PowerShell: Foundation Skills</dc:title>
  <dc:creator>Mike O'Neill</dc:creator>
  <cp:lastModifiedBy>Paulo Lacerda</cp:lastModifiedBy>
  <cp:revision>17</cp:revision>
  <dcterms:created xsi:type="dcterms:W3CDTF">2019-02-08T20:09:46Z</dcterms:created>
  <dcterms:modified xsi:type="dcterms:W3CDTF">2026-09-03T19:40:46Z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f42aa342-8706-4288-bd11-ebb85995028c_Enabled">
    <vt:lpwstr>True</vt:lpwstr>
  </property>
  <property fmtid="{D5CDD505-2E9C-101B-9397-08002B2CF9AE}" pid="3" name="MSIP_Label_f42aa342-8706-4288-bd11-ebb85995028c_SiteId">
    <vt:lpwstr>72f988bf-86f1-41af-91ab-2d7cd011db47</vt:lpwstr>
  </property>
  <property fmtid="{D5CDD505-2E9C-101B-9397-08002B2CF9AE}" pid="4" name="MSIP_Label_f42aa342-8706-4288-bd11-ebb85995028c_Owner">
    <vt:lpwstr>mconeill@microsoft.com</vt:lpwstr>
  </property>
  <property fmtid="{D5CDD505-2E9C-101B-9397-08002B2CF9AE}" pid="5" name="MSIP_Label_f42aa342-8706-4288-bd11-ebb85995028c_SetDate">
    <vt:lpwstr>2019-02-08T20:18:02.6502176Z</vt:lpwstr>
  </property>
  <property fmtid="{D5CDD505-2E9C-101B-9397-08002B2CF9AE}" pid="6" name="MSIP_Label_f42aa342-8706-4288-bd11-ebb85995028c_Name">
    <vt:lpwstr>General</vt:lpwstr>
  </property>
  <property fmtid="{D5CDD505-2E9C-101B-9397-08002B2CF9AE}" pid="7" name="MSIP_Label_f42aa342-8706-4288-bd11-ebb85995028c_Application">
    <vt:lpwstr>Microsoft Azure Information Protection</vt:lpwstr>
  </property>
  <property fmtid="{D5CDD505-2E9C-101B-9397-08002B2CF9AE}" pid="8" name="MSIP_Label_f42aa342-8706-4288-bd11-ebb85995028c_ActionId">
    <vt:lpwstr>c97fa254-6a58-4427-a7a7-d6af83db1ac5</vt:lpwstr>
  </property>
  <property fmtid="{D5CDD505-2E9C-101B-9397-08002B2CF9AE}" pid="9" name="MSIP_Label_f42aa342-8706-4288-bd11-ebb85995028c_Extended_MSFT_Method">
    <vt:lpwstr>Automatic</vt:lpwstr>
  </property>
  <property fmtid="{D5CDD505-2E9C-101B-9397-08002B2CF9AE}" pid="10" name="ContentTypeId">
    <vt:lpwstr>0x010100F1C4B09AC06B8C45B1CB67D2156BD46C</vt:lpwstr>
  </property>
  <property fmtid="{D5CDD505-2E9C-101B-9397-08002B2CF9AE}" pid="11" name="_dlc_DocIdItemGuid">
    <vt:lpwstr>faeaa986-2e78-4567-bd40-f1286550cf24</vt:lpwstr>
  </property>
  <property fmtid="{D5CDD505-2E9C-101B-9397-08002B2CF9AE}" pid="12" name="MediaServiceImageTags">
    <vt:lpwstr/>
  </property>
  <property fmtid="{D5CDD505-2E9C-101B-9397-08002B2CF9AE}" pid="13" name="MSIP_Label_8aa191f1-c555-4a9e-8b3e-85ef51701160_Enabled">
    <vt:lpwstr>true</vt:lpwstr>
  </property>
  <property fmtid="{D5CDD505-2E9C-101B-9397-08002B2CF9AE}" pid="14" name="MSIP_Label_8aa191f1-c555-4a9e-8b3e-85ef51701160_SetDate">
    <vt:lpwstr>2021-11-23T16:30:11Z</vt:lpwstr>
  </property>
  <property fmtid="{D5CDD505-2E9C-101B-9397-08002B2CF9AE}" pid="15" name="MSIP_Label_8aa191f1-c555-4a9e-8b3e-85ef51701160_Method">
    <vt:lpwstr>Standard</vt:lpwstr>
  </property>
  <property fmtid="{D5CDD505-2E9C-101B-9397-08002B2CF9AE}" pid="16" name="MSIP_Label_8aa191f1-c555-4a9e-8b3e-85ef51701160_Name">
    <vt:lpwstr>Confidential</vt:lpwstr>
  </property>
  <property fmtid="{D5CDD505-2E9C-101B-9397-08002B2CF9AE}" pid="17" name="MSIP_Label_8aa191f1-c555-4a9e-8b3e-85ef51701160_SiteId">
    <vt:lpwstr>a57507b2-d296-4dca-a9ae-67b1484e02a9</vt:lpwstr>
  </property>
  <property fmtid="{D5CDD505-2E9C-101B-9397-08002B2CF9AE}" pid="18" name="MSIP_Label_8aa191f1-c555-4a9e-8b3e-85ef51701160_ActionId">
    <vt:lpwstr>75c8a85a-1c6e-478a-ae68-029fd0558de5</vt:lpwstr>
  </property>
  <property fmtid="{D5CDD505-2E9C-101B-9397-08002B2CF9AE}" pid="19" name="MSIP_Label_8aa191f1-c555-4a9e-8b3e-85ef51701160_ContentBits">
    <vt:lpwstr>0</vt:lpwstr>
  </property>
  <property fmtid="{D5CDD505-2E9C-101B-9397-08002B2CF9AE}" pid="20" name="ComplianceAssetId">
    <vt:lpwstr/>
  </property>
  <property fmtid="{D5CDD505-2E9C-101B-9397-08002B2CF9AE}" pid="21" name="Mail Sent">
    <vt:lpwstr>false</vt:lpwstr>
  </property>
  <property fmtid="{D5CDD505-2E9C-101B-9397-08002B2CF9AE}" pid="22" name="xd_Signature">
    <vt:lpwstr/>
  </property>
  <property fmtid="{D5CDD505-2E9C-101B-9397-08002B2CF9AE}" pid="23" name="State">
    <vt:lpwstr>Open</vt:lpwstr>
  </property>
  <property fmtid="{D5CDD505-2E9C-101B-9397-08002B2CF9AE}" pid="24" name="TriggerFlowInfo">
    <vt:lpwstr/>
  </property>
  <property fmtid="{D5CDD505-2E9C-101B-9397-08002B2CF9AE}" pid="25" name="Order">
    <vt:lpwstr>10536200.0000000</vt:lpwstr>
  </property>
  <property fmtid="{D5CDD505-2E9C-101B-9397-08002B2CF9AE}" pid="26" name="Lead Signoff">
    <vt:lpwstr>false</vt:lpwstr>
  </property>
  <property fmtid="{D5CDD505-2E9C-101B-9397-08002B2CF9AE}" pid="27" name="Title URL">
    <vt:lpwstr>, </vt:lpwstr>
  </property>
  <property fmtid="{D5CDD505-2E9C-101B-9397-08002B2CF9AE}" pid="28" name="xd_ProgID">
    <vt:lpwstr/>
  </property>
  <property fmtid="{D5CDD505-2E9C-101B-9397-08002B2CF9AE}" pid="29" name="TemplateUrl">
    <vt:lpwstr/>
  </property>
  <property fmtid="{D5CDD505-2E9C-101B-9397-08002B2CF9AE}" pid="30" name="_ExtendedDescription">
    <vt:lpwstr/>
  </property>
</Properties>
</file>