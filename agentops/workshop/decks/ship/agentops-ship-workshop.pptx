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DC05-DCC8-0329-A053-991265C05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EA8F8-5085-AEE5-B9D0-CE97F8A8C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392F8-E270-0C19-C394-0037447C1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7760F-B6B2-C4E7-28E1-313C78F7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398F2-F57F-FE76-13BE-5CA81346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EAC9A-C0EF-9E6C-E96B-531DE86D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4003C-45C2-AB09-AE8B-88EA784B1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36101-DC3F-482F-2FA1-342447E8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D6225-965C-4068-013E-7D67D154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72B8C-6AE6-4ACD-AA81-1A99C239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6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988D-BC27-6B13-1D03-352F47DA7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BAE6A-0128-71F2-E1A5-DCEBE999E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EB13B-473A-8625-6335-BDD6C5CFD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172EC-B97D-552D-A356-99508330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2BEDE-F7DA-91A5-8907-46B5104B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3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D4A1-146C-E154-55A4-E31A5C13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9B81D-58AA-4A76-3921-0D3A9DC2B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2B5BA-B568-CCAC-1ADD-95312961A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94BFE-6917-8AA6-4622-5FEB5881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EFC58-FE8C-77A8-D741-DF3E7693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3F4FD-4671-3ECE-076B-0443180D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5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D6A02-110F-3B6E-4959-E2CF4863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BEE0A-6F55-C86D-20D7-855A0B7E5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DC695-DAA9-9785-4BEA-29A93F21D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26BA7-B586-7DE3-25B9-31A08644E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01E4A-2C08-552D-327F-9A6EB59BA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BC095-9D6F-6E80-4964-F2AEF391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AF02D-17A7-0605-C977-DE69F3A9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7EC9A-2DA2-D192-D7E6-9BED91BA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372F2-B21C-AA99-22AF-0791AC69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93EC35-2347-4F69-EB01-C78D11D6A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A5286-3402-B38F-6232-3925CD25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7E857-D6DC-19D0-05FB-264D831A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6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969F9-EF1B-95BA-5798-7D34E59DB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17453-D9F8-32D5-55BE-549BF6C6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CB4E9-0386-DD1F-F489-41F2B98E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5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4A17-25BF-50F6-FF28-BEBA2F89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9FF0-B8E5-4039-B620-95A43EF3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279A4-AE54-0A7C-542F-4392D8A29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24276-664E-DAA8-FFA5-EC20524BA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4FCA2-7CAE-5044-0EAB-7A162650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056B7-E4CE-4E31-DD87-AE550D89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47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C8761-BB8F-61DC-4E4F-AC5918E2C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3192D-FCF7-5B58-0812-8FF66880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2F291-60EB-C88E-8DE2-08B29205A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171DB-52F2-D9B0-2E51-FE895EDEB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C4F08-8996-4A22-0DEA-E954D693B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269C2-149F-01C2-541C-B6982DCD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2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9B96-F232-A054-BBA8-F2BA4B5E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45433-6D53-D67D-C687-C337448EB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D2D92-7570-581B-F69E-9EB6DD26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3224F-9675-C5B5-8B1E-5812838B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865EF-F12A-1304-16EE-BCA3A50F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21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4D2B1-F441-02AE-08DD-9E4B6A229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CC684-75CD-740C-4B83-99A6762F4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21EB8-85EB-8A38-18E2-15DCBEE5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7F0AF-49B1-76F0-EF02-E7FEDFE7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A606B-D692-54FA-D1D8-1C51B118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7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2C88C-460B-F623-CFD2-663C27EFA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FF136-1CD7-CFAC-7457-1CA917D45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9BB08-E51D-70C4-FC18-5ADB36C0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1B49B-C43F-490E-86C1-F8A19EEAA6F5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3E25F-59D9-219F-269B-DC7404F1A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67B10-0961-0660-EE45-BFC28389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DC20F-DC2C-4CAE-9BCC-6827540B2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8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0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Lacerda</dc:creator>
  <cp:lastModifiedBy>Paulo Lacerda</cp:lastModifiedBy>
  <cp:revision>1</cp:revision>
  <dcterms:created xsi:type="dcterms:W3CDTF">2026-09-02T14:16:23Z</dcterms:created>
  <dcterms:modified xsi:type="dcterms:W3CDTF">2026-09-02T14:16:24Z</dcterms:modified>
</cp:coreProperties>
</file>